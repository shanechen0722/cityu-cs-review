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809" r:id="rId2"/>
    <p:sldMasterId id="2147483822" r:id="rId3"/>
  </p:sldMasterIdLst>
  <p:notesMasterIdLst>
    <p:notesMasterId r:id="rId59"/>
  </p:notesMasterIdLst>
  <p:handoutMasterIdLst>
    <p:handoutMasterId r:id="rId60"/>
  </p:handoutMasterIdLst>
  <p:sldIdLst>
    <p:sldId id="778" r:id="rId4"/>
    <p:sldId id="636" r:id="rId5"/>
    <p:sldId id="751" r:id="rId6"/>
    <p:sldId id="779" r:id="rId7"/>
    <p:sldId id="805" r:id="rId8"/>
    <p:sldId id="806" r:id="rId9"/>
    <p:sldId id="802" r:id="rId10"/>
    <p:sldId id="760" r:id="rId11"/>
    <p:sldId id="697" r:id="rId12"/>
    <p:sldId id="698" r:id="rId13"/>
    <p:sldId id="699" r:id="rId14"/>
    <p:sldId id="808" r:id="rId15"/>
    <p:sldId id="701" r:id="rId16"/>
    <p:sldId id="702" r:id="rId17"/>
    <p:sldId id="704" r:id="rId18"/>
    <p:sldId id="705" r:id="rId19"/>
    <p:sldId id="706" r:id="rId20"/>
    <p:sldId id="809" r:id="rId21"/>
    <p:sldId id="708" r:id="rId22"/>
    <p:sldId id="709" r:id="rId23"/>
    <p:sldId id="710" r:id="rId24"/>
    <p:sldId id="711" r:id="rId25"/>
    <p:sldId id="712" r:id="rId26"/>
    <p:sldId id="713" r:id="rId27"/>
    <p:sldId id="714" r:id="rId28"/>
    <p:sldId id="715" r:id="rId29"/>
    <p:sldId id="761" r:id="rId30"/>
    <p:sldId id="717" r:id="rId31"/>
    <p:sldId id="780" r:id="rId32"/>
    <p:sldId id="719" r:id="rId33"/>
    <p:sldId id="833" r:id="rId34"/>
    <p:sldId id="721" r:id="rId35"/>
    <p:sldId id="727" r:id="rId36"/>
    <p:sldId id="733" r:id="rId37"/>
    <p:sldId id="811" r:id="rId38"/>
    <p:sldId id="899" r:id="rId39"/>
    <p:sldId id="810" r:id="rId40"/>
    <p:sldId id="722" r:id="rId41"/>
    <p:sldId id="737" r:id="rId42"/>
    <p:sldId id="812" r:id="rId43"/>
    <p:sldId id="813" r:id="rId44"/>
    <p:sldId id="814" r:id="rId45"/>
    <p:sldId id="817" r:id="rId46"/>
    <p:sldId id="815" r:id="rId47"/>
    <p:sldId id="816" r:id="rId48"/>
    <p:sldId id="820" r:id="rId49"/>
    <p:sldId id="821" r:id="rId50"/>
    <p:sldId id="745" r:id="rId51"/>
    <p:sldId id="862" r:id="rId52"/>
    <p:sldId id="345" r:id="rId53"/>
    <p:sldId id="796" r:id="rId54"/>
    <p:sldId id="797" r:id="rId55"/>
    <p:sldId id="694" r:id="rId56"/>
    <p:sldId id="838" r:id="rId57"/>
    <p:sldId id="897" r:id="rId58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DDDDDD"/>
    <a:srgbClr val="FFCCFF"/>
    <a:srgbClr val="000099"/>
    <a:srgbClr val="FF0000"/>
    <a:srgbClr val="008000"/>
    <a:srgbClr val="66CCFF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70833" autoAdjust="0"/>
  </p:normalViewPr>
  <p:slideViewPr>
    <p:cSldViewPr snapToGrid="0">
      <p:cViewPr varScale="1">
        <p:scale>
          <a:sx n="59" d="100"/>
          <a:sy n="59" d="100"/>
        </p:scale>
        <p:origin x="2146" y="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32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5" Type="http://schemas.openxmlformats.org/officeDocument/2006/relationships/slide" Target="slides/slide2.xml"/><Relationship Id="rId61" Type="http://schemas.openxmlformats.org/officeDocument/2006/relationships/presProps" Target="presProp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5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5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5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5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fld id="{91292653-6D28-1A4E-9097-8CD0CA4FA95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4161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charset="0"/>
              </a:defRPr>
            </a:lvl1pPr>
          </a:lstStyle>
          <a:p>
            <a:pPr>
              <a:defRPr/>
            </a:pPr>
            <a:fld id="{ACCD5E27-021E-054B-84DE-C100B224ED6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41150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982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46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158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017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3335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8400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13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45902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07541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667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8860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18052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972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39736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8667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62402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203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9760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08244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372608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57154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Slide Image Placeholder 1">
            <a:extLst>
              <a:ext uri="{FF2B5EF4-FFF2-40B4-BE49-F238E27FC236}">
                <a16:creationId xmlns:a16="http://schemas.microsoft.com/office/drawing/2014/main" id="{F5441B3D-9B8F-4181-A35F-9195659909E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7875" name="Notes Placeholder 2">
            <a:extLst>
              <a:ext uri="{FF2B5EF4-FFF2-40B4-BE49-F238E27FC236}">
                <a16:creationId xmlns:a16="http://schemas.microsoft.com/office/drawing/2014/main" id="{2BEC2FB4-ACC8-45B1-9B93-2C4E2C7729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207876" name="Slide Number Placeholder 3">
            <a:extLst>
              <a:ext uri="{FF2B5EF4-FFF2-40B4-BE49-F238E27FC236}">
                <a16:creationId xmlns:a16="http://schemas.microsoft.com/office/drawing/2014/main" id="{8F263B65-167D-4F19-90F2-B7C9594C5B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EBC8CDF-1D2F-4A9D-9854-7A8099CB111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8720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30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169125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605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32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061937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33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297043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34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154622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Slide Image Placeholder 1">
            <a:extLst>
              <a:ext uri="{FF2B5EF4-FFF2-40B4-BE49-F238E27FC236}">
                <a16:creationId xmlns:a16="http://schemas.microsoft.com/office/drawing/2014/main" id="{899BF34E-B36B-460B-97A2-DF918A0ACA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8355" name="Notes Placeholder 2">
            <a:extLst>
              <a:ext uri="{FF2B5EF4-FFF2-40B4-BE49-F238E27FC236}">
                <a16:creationId xmlns:a16="http://schemas.microsoft.com/office/drawing/2014/main" id="{3655E52B-2792-44C9-85FC-EA898C1815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228356" name="Slide Number Placeholder 3">
            <a:extLst>
              <a:ext uri="{FF2B5EF4-FFF2-40B4-BE49-F238E27FC236}">
                <a16:creationId xmlns:a16="http://schemas.microsoft.com/office/drawing/2014/main" id="{9586502F-55E8-4E09-A142-087ED2AAB0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5439CE8-CAA9-4D7B-80AD-95DA4D658347}" type="slidenum">
              <a:rPr lang="en-US" altLang="zh-TW" smtClean="0">
                <a:latin typeface="Times New Roman" panose="02020603050405020304" pitchFamily="18" charset="0"/>
              </a:rPr>
              <a:pPr/>
              <a:t>35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36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945306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0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投影片圖像版面配置區 1">
            <a:extLst>
              <a:ext uri="{FF2B5EF4-FFF2-40B4-BE49-F238E27FC236}">
                <a16:creationId xmlns:a16="http://schemas.microsoft.com/office/drawing/2014/main" id="{7547978C-8977-4CD0-92AF-B652C639FE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4019" name="備忘稿版面配置區 2">
            <a:extLst>
              <a:ext uri="{FF2B5EF4-FFF2-40B4-BE49-F238E27FC236}">
                <a16:creationId xmlns:a16="http://schemas.microsoft.com/office/drawing/2014/main" id="{EA02D0E1-A84A-47AA-AD98-4F3EB6E93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 dirty="0"/>
          </a:p>
        </p:txBody>
      </p:sp>
      <p:sp>
        <p:nvSpPr>
          <p:cNvPr id="214020" name="投影片編號版面配置區 3">
            <a:extLst>
              <a:ext uri="{FF2B5EF4-FFF2-40B4-BE49-F238E27FC236}">
                <a16:creationId xmlns:a16="http://schemas.microsoft.com/office/drawing/2014/main" id="{67D5DCDE-F517-4157-AAE8-17BD8423C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44705812-B231-4467-BD8E-602D060973F8}" type="slidenum">
              <a:rPr lang="en-US" altLang="zh-TW" smtClean="0">
                <a:latin typeface="Times New Roman" panose="02020603050405020304" pitchFamily="18" charset="0"/>
              </a:rPr>
              <a:pPr/>
              <a:t>38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74209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2226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33508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474" name="Slide Image Placeholder 1">
            <a:extLst>
              <a:ext uri="{FF2B5EF4-FFF2-40B4-BE49-F238E27FC236}">
                <a16:creationId xmlns:a16="http://schemas.microsoft.com/office/drawing/2014/main" id="{C176B98B-8C56-42DE-861D-EC60498328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3475" name="Notes Placeholder 2">
            <a:extLst>
              <a:ext uri="{FF2B5EF4-FFF2-40B4-BE49-F238E27FC236}">
                <a16:creationId xmlns:a16="http://schemas.microsoft.com/office/drawing/2014/main" id="{DC99140F-25C5-4297-AF66-BBCB9D003B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233476" name="Slide Number Placeholder 3">
            <a:extLst>
              <a:ext uri="{FF2B5EF4-FFF2-40B4-BE49-F238E27FC236}">
                <a16:creationId xmlns:a16="http://schemas.microsoft.com/office/drawing/2014/main" id="{EE647163-8939-4476-811B-C28A660710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1F4CE697-FA40-4372-81F6-1B6AE2548663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740040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5391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284685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70" name="Slide Image Placeholder 1">
            <a:extLst>
              <a:ext uri="{FF2B5EF4-FFF2-40B4-BE49-F238E27FC236}">
                <a16:creationId xmlns:a16="http://schemas.microsoft.com/office/drawing/2014/main" id="{3ACF4CC8-2F63-43CA-8ABF-B4486767273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7571" name="Notes Placeholder 2">
            <a:extLst>
              <a:ext uri="{FF2B5EF4-FFF2-40B4-BE49-F238E27FC236}">
                <a16:creationId xmlns:a16="http://schemas.microsoft.com/office/drawing/2014/main" id="{6B5708E3-3996-4923-9F96-6F20F2B8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237572" name="Slide Number Placeholder 3">
            <a:extLst>
              <a:ext uri="{FF2B5EF4-FFF2-40B4-BE49-F238E27FC236}">
                <a16:creationId xmlns:a16="http://schemas.microsoft.com/office/drawing/2014/main" id="{3C8EA42C-2F9A-46F9-804E-CC175CFF57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6B53FEC-B9F5-44AB-9177-C47D5AA0D554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26245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Slide Image Placeholder 1">
            <a:extLst>
              <a:ext uri="{FF2B5EF4-FFF2-40B4-BE49-F238E27FC236}">
                <a16:creationId xmlns:a16="http://schemas.microsoft.com/office/drawing/2014/main" id="{F8862023-C41C-4253-8002-10D5EC8B849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3715" name="Notes Placeholder 2">
            <a:extLst>
              <a:ext uri="{FF2B5EF4-FFF2-40B4-BE49-F238E27FC236}">
                <a16:creationId xmlns:a16="http://schemas.microsoft.com/office/drawing/2014/main" id="{6B976945-F937-4A63-8FBC-261219E6294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zh-HK" altLang="en-US" dirty="0"/>
          </a:p>
        </p:txBody>
      </p:sp>
      <p:sp>
        <p:nvSpPr>
          <p:cNvPr id="243716" name="Slide Number Placeholder 3">
            <a:extLst>
              <a:ext uri="{FF2B5EF4-FFF2-40B4-BE49-F238E27FC236}">
                <a16:creationId xmlns:a16="http://schemas.microsoft.com/office/drawing/2014/main" id="{AF2F7A95-D806-454F-825E-4C4EA04209B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C970976-DA59-40E0-A5DF-BC3E4F003F6F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20207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6613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CD5E27-021E-054B-84DE-C100B224ED65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029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86" name="Slide Image Placeholder 1">
            <a:extLst>
              <a:ext uri="{FF2B5EF4-FFF2-40B4-BE49-F238E27FC236}">
                <a16:creationId xmlns:a16="http://schemas.microsoft.com/office/drawing/2014/main" id="{607281F0-3E93-46A4-9727-7CB4DEE73F4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9987" name="Notes Placeholder 2">
            <a:extLst>
              <a:ext uri="{FF2B5EF4-FFF2-40B4-BE49-F238E27FC236}">
                <a16:creationId xmlns:a16="http://schemas.microsoft.com/office/drawing/2014/main" id="{25770E95-3D8F-4BD2-97B7-36BE5C80771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69988" name="Slide Number Placeholder 3">
            <a:extLst>
              <a:ext uri="{FF2B5EF4-FFF2-40B4-BE49-F238E27FC236}">
                <a16:creationId xmlns:a16="http://schemas.microsoft.com/office/drawing/2014/main" id="{5CF58FCA-DDFC-4DE2-956D-88685CCFE11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1FD15EF-9AFB-4576-ABAC-78DB07928A38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7">
            <a:extLst>
              <a:ext uri="{FF2B5EF4-FFF2-40B4-BE49-F238E27FC236}">
                <a16:creationId xmlns:a16="http://schemas.microsoft.com/office/drawing/2014/main" id="{81587290-0662-4864-B624-35F7845B34B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8E426B-543F-4443-8324-2E0B73F2412B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2035" name="Rectangle 2">
            <a:extLst>
              <a:ext uri="{FF2B5EF4-FFF2-40B4-BE49-F238E27FC236}">
                <a16:creationId xmlns:a16="http://schemas.microsoft.com/office/drawing/2014/main" id="{85217F35-3082-4166-9FA1-C8F0A817470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6" name="Rectangle 3">
            <a:extLst>
              <a:ext uri="{FF2B5EF4-FFF2-40B4-BE49-F238E27FC236}">
                <a16:creationId xmlns:a16="http://schemas.microsoft.com/office/drawing/2014/main" id="{7A652DA9-8746-4E7A-B6D8-824E8F0AB1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7">
            <a:extLst>
              <a:ext uri="{FF2B5EF4-FFF2-40B4-BE49-F238E27FC236}">
                <a16:creationId xmlns:a16="http://schemas.microsoft.com/office/drawing/2014/main" id="{DD360C74-2DFA-4EFC-911B-E66C3B3E54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2A4A839-5AAD-47E3-9C87-D4BDC5AE3C38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4083" name="Rectangle 2">
            <a:extLst>
              <a:ext uri="{FF2B5EF4-FFF2-40B4-BE49-F238E27FC236}">
                <a16:creationId xmlns:a16="http://schemas.microsoft.com/office/drawing/2014/main" id="{23CD56AF-4AA3-4AA3-8485-79332C82FF3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084" name="Rectangle 3">
            <a:extLst>
              <a:ext uri="{FF2B5EF4-FFF2-40B4-BE49-F238E27FC236}">
                <a16:creationId xmlns:a16="http://schemas.microsoft.com/office/drawing/2014/main" id="{D27A7D8C-8BCA-466B-861B-D709385FA6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Slide Image Placeholder 1">
            <a:extLst>
              <a:ext uri="{FF2B5EF4-FFF2-40B4-BE49-F238E27FC236}">
                <a16:creationId xmlns:a16="http://schemas.microsoft.com/office/drawing/2014/main" id="{5EC20B75-ADFA-4FD7-9995-3C5338F686A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6131" name="Notes Placeholder 2">
            <a:extLst>
              <a:ext uri="{FF2B5EF4-FFF2-40B4-BE49-F238E27FC236}">
                <a16:creationId xmlns:a16="http://schemas.microsoft.com/office/drawing/2014/main" id="{CFDB35BF-0F26-4D40-9A73-5D7D935C13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76132" name="Slide Number Placeholder 3">
            <a:extLst>
              <a:ext uri="{FF2B5EF4-FFF2-40B4-BE49-F238E27FC236}">
                <a16:creationId xmlns:a16="http://schemas.microsoft.com/office/drawing/2014/main" id="{061BD129-340E-45E7-B4BE-F8C94BE52D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7296407E-83E8-488C-9FA0-8F479CCFE96C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54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37056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4-</a:t>
            </a:r>
            <a:fld id="{743F53F6-B523-C44E-B4C1-FCBC5EB649F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26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D498B073-F070-8F40-A264-45FE158B677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18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A5E2E980-7D79-7040-B5D8-18DB884801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521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F735F25A-B97A-024B-B408-E1A4C1DF41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987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Slide Number Placeholder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DD8B96B1-2EDF-B64A-A4F1-BB54A74ACDC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769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0DCF9BDD-CFA9-4940-A134-4E3EBF4AC9F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871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7EFC9773-7379-5049-A6C9-0C8EEEC5C54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134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A514D338-4107-944C-9C9F-B78F8039FA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806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EFD97474-BCA4-8B48-AA21-40B47D81E85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72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38D61CF4-3907-BD48-A0AD-B97C00B711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1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4E5268B6-BFED-754B-A245-6D16E75F07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5646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4-</a:t>
            </a:r>
            <a:fld id="{EC0F1923-A596-1A47-A249-877B26CCB9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3910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995CC50-F2BC-4967-B888-F806B8B404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65895DA-7245-4C82-BD4E-8E1D9835D2D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7F4AB12-915E-4793-8159-BF9CBE58DC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4F01CE8-EA12-41A5-809B-018DA148ED3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920922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478D90-CB47-4A3F-84F3-3C24CE74F5E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17C116C2-02D0-4E25-BBFE-8ABC497038E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B3822B7-2CEE-4AF6-91A1-2BBCDE60B39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ACC5F9F6-5E55-4BE1-8228-1A215A43927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364578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55D6E3-D4C8-41C2-8634-6331F70E6D4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CFB83F2-26F2-44E4-AE4C-B8AFBF147CE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859F08A6-E969-490F-AD11-D14EC4C06B2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AEC5AB5F-F351-4FC9-A4EF-F656ECDD969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485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B041B8-F9B4-4951-91B5-956C1410F9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C97CC75-9027-4ED1-A166-D9C1DE03446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6B3D2A3A-E39A-4009-99B3-C5EA028164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685DC6E-FE1E-4E61-B050-DEDE9D5AF68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456179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9BB571A2-B09C-4251-A045-48D968C7371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E17537-0757-4433-9D7D-86BD97D1F23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F43CCB-BA90-4214-AB1A-104ADB13DCB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ED9FAD27-E219-42EB-A684-993A25932D0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074376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26D97F3-1306-433B-A9B9-EF6C3F8A72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D9504D58-A947-49C0-A66A-F4A4DC7315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08518FDD-41E1-4988-962D-505FDDABB1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9E64AB3-8740-4CA9-8C0F-EC93D61DBE9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78991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96376A8-3964-4260-9F28-5D420C797F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006DEBD-35A8-485F-8046-64D8FD07460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4812B00F-7218-48F9-997C-B9477F6BA8C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01B369F8-78B5-4764-B37E-E026EF2A02F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319475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2560D3-A4D8-44BD-A58D-76990074D0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C4E3AB2-475A-47C6-B8A8-74838331BBD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CABEE9DD-1335-46BC-8164-EAC2D447CF6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459F0211-2D2F-46B8-BFDF-5E50060440A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09908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0CFD28-86E5-43CB-9CFE-2CC31F06C9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DD03DD6-15E0-44AF-84B2-0B1FD5F7296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CC59C7A-28EB-4AEA-AA6D-C31DE560EA8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8F0094E1-0F62-4B44-AFFF-2A89D19885D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840967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20B64CF-248F-4B93-BF80-4C579CCE7E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1A1BB8D-C5BD-4FA1-964D-8333CA0A79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F53B858-AF28-4822-AAD3-D44869EC223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C8E2FFD-DE9A-4972-A74C-44B61AFC81F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09059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C4F0F04-0BA0-4A10-805E-0BA670F3D81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5660ADE-335F-4549-85D9-4B2DED60C17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FEB341A-A175-47E2-B5E2-ABEC975FE5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0C7F651D-E8E7-411D-AE1E-5A4A8045346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0882664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A1248B-BB56-473F-AF2A-B08C74A732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7CABE07-484D-4AA6-AA5A-72C857FF3A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89C312F-D3D1-4E84-83FC-10B4F043679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5975FE9A-6D61-46A1-B466-0061F6F8424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824401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23879-6656-4B56-9902-3996E8DAB5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A438D4-3F8B-4976-B5A8-1459C455A87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8E4C3BA-AE69-4EC4-93E1-9765255E2DD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B6D04435-52E6-4787-A791-AEDAD6E70A3C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284086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98CF0-290B-4C91-BADE-FE6CBE48FDA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5870626-39C9-4EF7-AAD8-B92CD2A3231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5FB3E83-FC4D-47D1-8623-B6925F30F98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C46A26DF-D477-405B-8D03-03986BCC8B0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013058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4E184-5D86-433D-9462-25B0C9FE1F7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45702AC-0A5D-47A2-A234-E362305A3B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A67C83F-C214-49D7-89EA-A2F123469E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E5A7AFA5-DA34-4C7F-AF3B-79B0A8BA84A9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36561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CD2AC0-9D66-4C48-955B-B7E2B73CC2A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BE19D08-EDEA-46A9-98B8-1D7C634E2A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8CCFE6A0-42B9-46E4-9202-004321FAD77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3C77A0B2-C481-4CD9-A163-9E0122C6CFC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59407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9BEDCA-F029-40FF-8601-C1F4FD3773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A0C22-64B1-4E94-B71A-B042DF149C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9E068D-D020-4CE3-9CAF-BCFCBB751B9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B64996E5-060B-4FA5-B5BC-61CE48AB5D2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460630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51E401-2F1C-49CC-B906-1C1DEE5F2E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B48ED4A-34F2-4E05-8F1C-087D895E633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C8418EC9-E387-40B8-8228-DB65E4C74E8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62D56AF0-0E9B-43A9-99C0-3E702AD8FD6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9004515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CB2FC-450D-409F-8D83-ABC55A8D3FF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0A6454E-0CA4-4769-9A1C-BAC5AEC33C8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B36B37DC-A845-4631-A945-7CC48688DB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EF7C5663-C16C-4F20-A301-46F26242CB2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8621643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DBED4D-6E58-4625-8E31-C31B01FEA4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5ABB023-40F8-463A-BFE6-695B15F4FF1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1FD9F4D8-7FEE-42BB-BEA0-5D561024BA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E06ED007-C7C7-4427-A7D2-49AFA9B301B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5639452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21AA3-FDF5-4824-8036-8007897F760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194004F-0C1D-4204-A181-98DCFCB6221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BEFAD22E-8EB9-45E7-ADBB-8048CED614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6B67FBA2-8FC3-4EA5-96E2-0D451426AFF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407955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FB8594-E522-4586-95DB-BB77BAA27C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7747617-0D4A-4D83-B2CD-3BCA5CC1DA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AAC936C-C399-4D0D-B6AA-9353C4AA05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71A751A8-F07B-4649-928A-C1EA6AE258F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449917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57062-8398-46E2-A69F-A3670FB8C66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51DED98-6CDA-4FC8-B6F7-70284873FE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CF5C0A85-B91A-4CD6-B536-1AA0785C16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E5E94345-00C2-40FC-B7A9-48DB83E29DD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839500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83F2E-3213-49A1-AA14-E03704DA344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55D73FE-4809-4BDB-8208-0633BFD41F0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713EA647-8B5D-4CC1-B871-F41A9661EF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324850" y="6462713"/>
            <a:ext cx="676275" cy="2762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7164695F-6650-47F9-82E3-E22F4591E30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060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charset="0"/>
              </a:defRPr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0" r:id="rId4"/>
    <p:sldLayoutId id="2147483801" r:id="rId5"/>
    <p:sldLayoutId id="2147483802" r:id="rId6"/>
    <p:sldLayoutId id="2147483803" r:id="rId7"/>
    <p:sldLayoutId id="2147483804" r:id="rId8"/>
    <p:sldLayoutId id="2147483805" r:id="rId9"/>
    <p:sldLayoutId id="2147483806" r:id="rId10"/>
    <p:sldLayoutId id="2147483807" r:id="rId11"/>
    <p:sldLayoutId id="2147483808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100000"/>
        <a:buFont typeface="Wingdings" charset="2"/>
        <a:buChar char="§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Arial"/>
        <a:buChar char="•"/>
        <a:defRPr sz="24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551CEC83-D3B5-499F-A99C-FDD4BFCB87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D8EF9D54-0001-403E-AA15-28E8719FDB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51FD48B-C2BD-4A06-8516-C895EA60F82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1E465D40-B7BA-4E93-BA8A-830B20110EB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3243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EDDF0848-25E5-4A0D-8331-108E0C098C6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 dirty="0"/>
              <a:t>5-</a:t>
            </a:r>
            <a:fld id="{7C44C807-BC65-4330-AEA7-B3BEB13D8334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301489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76BF427-D602-47EE-87BC-F69F50E5D3D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6CB98ADB-D83D-421F-B0EF-C1A3CA0A4FF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2572F2B-0D6F-4F95-A3F3-6864ECD75D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rgbClr val="000000"/>
                </a:solidFill>
                <a:latin typeface="Times New Roman" charset="0"/>
                <a:ea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95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  <p:sldLayoutId id="2147483834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100000"/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Arial" panose="020B0604020202020204" pitchFamily="34" charset="0"/>
        <a:buChar char="•"/>
        <a:defRPr sz="24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Rectangle 4"/>
          <p:cNvSpPr>
            <a:spLocks noChangeArrowheads="1"/>
          </p:cNvSpPr>
          <p:nvPr/>
        </p:nvSpPr>
        <p:spPr bwMode="auto">
          <a:xfrm>
            <a:off x="5608638" y="3489325"/>
            <a:ext cx="3260725" cy="286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eaLnBrk="1" hangingPunct="1">
              <a:lnSpc>
                <a:spcPts val="3063"/>
              </a:lnSpc>
            </a:pPr>
            <a:r>
              <a:rPr lang="en-US" sz="2800" i="1" dirty="0">
                <a:solidFill>
                  <a:srgbClr val="008000"/>
                </a:solidFill>
                <a:cs typeface="Arial" charset="0"/>
              </a:rPr>
              <a:t>Computer Networking: A Top </a:t>
            </a:r>
            <a:r>
              <a:rPr lang="en-US" sz="2800" i="1">
                <a:solidFill>
                  <a:srgbClr val="008000"/>
                </a:solidFill>
                <a:cs typeface="Arial" charset="0"/>
              </a:rPr>
              <a:t>Down Approach </a:t>
            </a:r>
            <a:br>
              <a:rPr lang="en-US" sz="2800" dirty="0">
                <a:solidFill>
                  <a:srgbClr val="008000"/>
                </a:solidFill>
                <a:cs typeface="Arial" charset="0"/>
              </a:rPr>
            </a:br>
            <a:endParaRPr lang="en-US" sz="2000" dirty="0">
              <a:solidFill>
                <a:srgbClr val="008000"/>
              </a:solidFill>
              <a:cs typeface="Arial" charset="0"/>
            </a:endParaRPr>
          </a:p>
        </p:txBody>
      </p:sp>
      <p:sp>
        <p:nvSpPr>
          <p:cNvPr id="40962" name="Text Box 6"/>
          <p:cNvSpPr txBox="1">
            <a:spLocks noChangeArrowheads="1"/>
          </p:cNvSpPr>
          <p:nvPr/>
        </p:nvSpPr>
        <p:spPr bwMode="auto">
          <a:xfrm>
            <a:off x="369888" y="3241675"/>
            <a:ext cx="5378450" cy="1481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800" dirty="0"/>
              <a:t>A note on the use of these Powerpoint slides:</a:t>
            </a:r>
          </a:p>
          <a:p>
            <a:r>
              <a:rPr lang="en-US" sz="1200" dirty="0"/>
              <a:t>We</a:t>
            </a:r>
            <a:r>
              <a:rPr lang="ja-JP" altLang="en-US" sz="1200" dirty="0"/>
              <a:t>’</a:t>
            </a:r>
            <a:r>
              <a:rPr lang="en-US" altLang="ja-JP" sz="1200" dirty="0"/>
              <a:t>re making these slides freely available to all (faculty, students, readers). They’re in PowerPoint form so you see the animations; and can add, modify, and delete slides  (including this one) and slide content to suit your needs. They obviously represent a </a:t>
            </a:r>
            <a:r>
              <a:rPr lang="en-US" altLang="ja-JP" sz="1200" i="1" dirty="0"/>
              <a:t>lot</a:t>
            </a:r>
            <a:r>
              <a:rPr lang="en-US" altLang="ja-JP" sz="1200" dirty="0"/>
              <a:t> of work on our part. In return for use, we only ask the following:</a:t>
            </a:r>
          </a:p>
          <a:p>
            <a:pPr>
              <a:lnSpc>
                <a:spcPct val="85000"/>
              </a:lnSpc>
            </a:pPr>
            <a:endParaRPr lang="en-US" sz="1400" dirty="0"/>
          </a:p>
        </p:txBody>
      </p:sp>
      <p:sp>
        <p:nvSpPr>
          <p:cNvPr id="29702" name="Text Box 7"/>
          <p:cNvSpPr txBox="1">
            <a:spLocks noChangeArrowheads="1"/>
          </p:cNvSpPr>
          <p:nvPr/>
        </p:nvSpPr>
        <p:spPr bwMode="auto">
          <a:xfrm>
            <a:off x="390525" y="4370388"/>
            <a:ext cx="5378450" cy="209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endParaRPr lang="en-US" sz="1400" dirty="0">
              <a:latin typeface="Gill Sans MT" charset="0"/>
            </a:endParaRPr>
          </a:p>
          <a:p>
            <a:pPr marL="231775" indent="-177800"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1200" dirty="0"/>
              <a:t>If you use these slides (e.g., in a class) that you mention their source (after all, we</a:t>
            </a:r>
            <a:r>
              <a:rPr lang="ja-JP" altLang="en-US" sz="1200" dirty="0"/>
              <a:t>’</a:t>
            </a:r>
            <a:r>
              <a:rPr lang="en-US" altLang="ja-JP" sz="1200" dirty="0"/>
              <a:t>d like people to use our book!)</a:t>
            </a:r>
          </a:p>
          <a:p>
            <a:pPr marL="231775" indent="-177800"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sz="1200" dirty="0"/>
              <a:t>If you post any slides on a www site, that you note that they are adapted from (or perhaps identical to) our slides, and note our copyright of this material.</a:t>
            </a:r>
          </a:p>
          <a:p>
            <a:pPr>
              <a:buClr>
                <a:schemeClr val="accent2"/>
              </a:buClr>
              <a:buFont typeface="Wingdings" charset="0"/>
              <a:buChar char="q"/>
              <a:defRPr/>
            </a:pPr>
            <a:endParaRPr lang="en-US" sz="1200" dirty="0"/>
          </a:p>
          <a:p>
            <a:pPr>
              <a:lnSpc>
                <a:spcPct val="85000"/>
              </a:lnSpc>
              <a:buClr>
                <a:schemeClr val="accent2"/>
              </a:buClr>
              <a:buFont typeface="Wingdings" charset="0"/>
              <a:buNone/>
              <a:defRPr/>
            </a:pPr>
            <a:r>
              <a:rPr lang="en-US" sz="1200" dirty="0"/>
              <a:t>Thanks and enjoy!  JFK/KWR</a:t>
            </a:r>
          </a:p>
          <a:p>
            <a:pPr>
              <a:lnSpc>
                <a:spcPct val="85000"/>
              </a:lnSpc>
              <a:defRPr/>
            </a:pPr>
            <a:endParaRPr lang="en-US" sz="1200" dirty="0"/>
          </a:p>
          <a:p>
            <a:pPr>
              <a:defRPr/>
            </a:pPr>
            <a:r>
              <a:rPr lang="en-US" sz="1200" dirty="0"/>
              <a:t>     All material copyright 1996-2016</a:t>
            </a:r>
          </a:p>
          <a:p>
            <a:pPr>
              <a:defRPr/>
            </a:pPr>
            <a:r>
              <a:rPr lang="en-US" sz="1200" dirty="0"/>
              <a:t>     J.F Kurose and K.W. Ross, All Rights Reserved</a:t>
            </a:r>
          </a:p>
        </p:txBody>
      </p:sp>
      <p:pic>
        <p:nvPicPr>
          <p:cNvPr id="40964" name="Picture 8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963" y="6146800"/>
            <a:ext cx="187325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66" name="Rectangle 4"/>
          <p:cNvSpPr>
            <a:spLocks noChangeArrowheads="1"/>
          </p:cNvSpPr>
          <p:nvPr/>
        </p:nvSpPr>
        <p:spPr bwMode="auto">
          <a:xfrm>
            <a:off x="5634038" y="4510088"/>
            <a:ext cx="3260725" cy="286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eaLnBrk="1" hangingPunct="1"/>
            <a:r>
              <a:rPr lang="en-US" dirty="0">
                <a:solidFill>
                  <a:srgbClr val="008000"/>
                </a:solidFill>
                <a:cs typeface="Arial" charset="0"/>
              </a:rPr>
              <a:t>7</a:t>
            </a:r>
            <a:r>
              <a:rPr lang="en-US" baseline="30000" dirty="0">
                <a:solidFill>
                  <a:srgbClr val="008000"/>
                </a:solidFill>
                <a:cs typeface="Arial" charset="0"/>
              </a:rPr>
              <a:t>th</a:t>
            </a:r>
            <a:r>
              <a:rPr lang="en-US" dirty="0">
                <a:solidFill>
                  <a:srgbClr val="008000"/>
                </a:solidFill>
                <a:cs typeface="Arial" charset="0"/>
              </a:rPr>
              <a:t> Edition, </a:t>
            </a:r>
            <a:r>
              <a:rPr lang="en-US" dirty="0">
                <a:solidFill>
                  <a:srgbClr val="008000"/>
                </a:solidFill>
              </a:rPr>
              <a:t>Global Edition</a:t>
            </a:r>
            <a:r>
              <a:rPr lang="en-US" dirty="0">
                <a:solidFill>
                  <a:srgbClr val="008000"/>
                </a:solidFill>
                <a:cs typeface="Arial" charset="0"/>
              </a:rPr>
              <a:t> </a:t>
            </a:r>
            <a:br>
              <a:rPr lang="en-US" dirty="0">
                <a:solidFill>
                  <a:srgbClr val="008000"/>
                </a:solidFill>
                <a:cs typeface="Arial" charset="0"/>
              </a:rPr>
            </a:br>
            <a:r>
              <a:rPr lang="en-US" dirty="0">
                <a:solidFill>
                  <a:srgbClr val="008000"/>
                </a:solidFill>
                <a:cs typeface="Arial" charset="0"/>
              </a:rPr>
              <a:t>Jim Kurose, Keith Ross</a:t>
            </a:r>
            <a:br>
              <a:rPr lang="en-US">
                <a:solidFill>
                  <a:srgbClr val="008000"/>
                </a:solidFill>
                <a:cs typeface="Arial" charset="0"/>
              </a:rPr>
            </a:br>
            <a:r>
              <a:rPr lang="en-US" sz="1400">
                <a:solidFill>
                  <a:srgbClr val="008000"/>
                </a:solidFill>
                <a:cs typeface="Arial" charset="0"/>
              </a:rPr>
              <a:t>Pearson</a:t>
            </a:r>
            <a:br>
              <a:rPr lang="en-US" sz="1400" dirty="0">
                <a:solidFill>
                  <a:srgbClr val="008000"/>
                </a:solidFill>
                <a:cs typeface="Arial" charset="0"/>
              </a:rPr>
            </a:br>
            <a:r>
              <a:rPr lang="en-US" sz="1400" dirty="0">
                <a:solidFill>
                  <a:srgbClr val="008000"/>
                </a:solidFill>
                <a:cs typeface="Arial" charset="0"/>
              </a:rPr>
              <a:t>April 2016</a:t>
            </a:r>
          </a:p>
        </p:txBody>
      </p:sp>
      <p:sp>
        <p:nvSpPr>
          <p:cNvPr id="40967" name="Rectangle 3"/>
          <p:cNvSpPr>
            <a:spLocks noChangeArrowheads="1"/>
          </p:cNvSpPr>
          <p:nvPr/>
        </p:nvSpPr>
        <p:spPr bwMode="auto">
          <a:xfrm>
            <a:off x="371475" y="715963"/>
            <a:ext cx="4487863" cy="172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eaLnBrk="1" hangingPunct="1">
              <a:lnSpc>
                <a:spcPct val="85000"/>
              </a:lnSpc>
            </a:pPr>
            <a:r>
              <a:rPr lang="en-US" sz="4400" dirty="0">
                <a:solidFill>
                  <a:srgbClr val="000099"/>
                </a:solidFill>
                <a:latin typeface="Gill Sans MT" charset="0"/>
                <a:cs typeface="Arial" charset="0"/>
              </a:rPr>
              <a:t>Chapter 5</a:t>
            </a:r>
            <a:br>
              <a:rPr lang="en-US" sz="4800" dirty="0">
                <a:solidFill>
                  <a:srgbClr val="000099"/>
                </a:solidFill>
                <a:latin typeface="Gill Sans MT" charset="0"/>
                <a:cs typeface="Arial" charset="0"/>
              </a:rPr>
            </a:br>
            <a:r>
              <a:rPr lang="en-US" sz="4400" dirty="0">
                <a:solidFill>
                  <a:srgbClr val="000099"/>
                </a:solidFill>
                <a:latin typeface="Gill Sans MT" charset="0"/>
                <a:cs typeface="Arial" charset="0"/>
              </a:rPr>
              <a:t>Network Layer:</a:t>
            </a:r>
          </a:p>
          <a:p>
            <a:pPr eaLnBrk="1" hangingPunct="1">
              <a:lnSpc>
                <a:spcPct val="85000"/>
              </a:lnSpc>
            </a:pPr>
            <a:r>
              <a:rPr lang="en-US" sz="4400" dirty="0">
                <a:solidFill>
                  <a:srgbClr val="000099"/>
                </a:solidFill>
                <a:latin typeface="Gill Sans MT" charset="0"/>
                <a:cs typeface="Arial" charset="0"/>
              </a:rPr>
              <a:t>The Control Plane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1</a:t>
            </a:fld>
            <a:endParaRPr lang="en-US" sz="1200" dirty="0">
              <a:latin typeface="Tahoma" charset="0"/>
            </a:endParaRPr>
          </a:p>
        </p:txBody>
      </p:sp>
      <p:sp>
        <p:nvSpPr>
          <p:cNvPr id="1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  <p:pic>
        <p:nvPicPr>
          <p:cNvPr id="14" name="Picture 1" descr="kurose7e_cover_small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712715" y="325438"/>
            <a:ext cx="3082733" cy="3819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9" descr="underline_base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2543936"/>
            <a:ext cx="3890962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矩形 10">
            <a:extLst>
              <a:ext uri="{FF2B5EF4-FFF2-40B4-BE49-F238E27FC236}">
                <a16:creationId xmlns:a16="http://schemas.microsoft.com/office/drawing/2014/main" id="{506B143A-7DA0-4478-8B17-EE3C7DAF32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425" y="6387316"/>
            <a:ext cx="2787650" cy="473075"/>
          </a:xfrm>
          <a:prstGeom prst="rect">
            <a:avLst/>
          </a:prstGeom>
          <a:noFill/>
          <a:ln w="9525" algn="ctr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500">
                <a:solidFill>
                  <a:srgbClr val="000099"/>
                </a:solidFill>
                <a:latin typeface="Tahoma" panose="020B0604030504040204" pitchFamily="34" charset="0"/>
              </a:rPr>
              <a:t>Modified by Man Hon Cheung</a:t>
            </a:r>
            <a:endParaRPr lang="zh-TW" altLang="en-US" sz="1500">
              <a:solidFill>
                <a:srgbClr val="000099"/>
              </a:solidFill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019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7" name="Picture 7" descr="underline_base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00" y="1027113"/>
            <a:ext cx="7324366" cy="2293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Chapter 5: </a:t>
            </a:r>
            <a:r>
              <a:rPr lang="en-US" sz="3600" dirty="0">
                <a:cs typeface="+mj-cs"/>
              </a:rPr>
              <a:t>network layer control plane</a:t>
            </a:r>
          </a:p>
        </p:txBody>
      </p:sp>
      <p:sp>
        <p:nvSpPr>
          <p:cNvPr id="205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8064500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3200" i="1" dirty="0">
                <a:solidFill>
                  <a:srgbClr val="CC0000"/>
                </a:solidFill>
                <a:cs typeface="+mn-cs"/>
              </a:rPr>
              <a:t>chapter goals:</a:t>
            </a:r>
            <a:r>
              <a:rPr lang="en-US" sz="3200" dirty="0">
                <a:solidFill>
                  <a:srgbClr val="CC0000"/>
                </a:solidFill>
                <a:cs typeface="+mn-cs"/>
              </a:rPr>
              <a:t>  </a:t>
            </a:r>
            <a:r>
              <a:rPr lang="en-US" dirty="0">
                <a:cs typeface="+mn-cs"/>
              </a:rPr>
              <a:t>understand principles behind network control plane</a:t>
            </a:r>
          </a:p>
          <a:p>
            <a:pPr>
              <a:defRPr/>
            </a:pPr>
            <a:r>
              <a:rPr lang="en-US" dirty="0">
                <a:cs typeface="+mn-cs"/>
              </a:rPr>
              <a:t>traditional routing algorithms</a:t>
            </a:r>
          </a:p>
          <a:p>
            <a:pPr>
              <a:defRPr/>
            </a:pPr>
            <a:r>
              <a:rPr lang="en-US" dirty="0">
                <a:cs typeface="+mn-cs"/>
              </a:rPr>
              <a:t>SDN </a:t>
            </a:r>
            <a:r>
              <a:rPr lang="en-US" dirty="0" err="1">
                <a:cs typeface="+mn-cs"/>
              </a:rPr>
              <a:t>controlllers</a:t>
            </a: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/>
              <a:t>Internet Control Message Protocol</a:t>
            </a: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>
                <a:cs typeface="+mn-cs"/>
              </a:rPr>
              <a:t>network management</a:t>
            </a:r>
          </a:p>
          <a:p>
            <a:pPr marL="0" indent="0">
              <a:buNone/>
              <a:defRPr/>
            </a:pPr>
            <a:endParaRPr lang="en-US" dirty="0">
              <a:cs typeface="+mn-cs"/>
            </a:endParaRPr>
          </a:p>
          <a:p>
            <a:pPr marL="0" indent="0">
              <a:buNone/>
              <a:defRPr/>
            </a:pPr>
            <a:r>
              <a:rPr lang="en-US" dirty="0">
                <a:cs typeface="+mn-cs"/>
              </a:rPr>
              <a:t>and their instantiation, implementation in the Internet:</a:t>
            </a:r>
          </a:p>
          <a:p>
            <a:pPr>
              <a:defRPr/>
            </a:pPr>
            <a:r>
              <a:rPr lang="en-US" dirty="0">
                <a:cs typeface="+mn-cs"/>
              </a:rPr>
              <a:t>OSPF, BGP, OpenFlow, ODL and ONOS controllers, ICMP, SNMP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5" y="6475895"/>
            <a:ext cx="458808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2</a:t>
            </a:fld>
            <a:endParaRPr lang="en-US" sz="1200" dirty="0">
              <a:latin typeface="Tahoma" charset="0"/>
            </a:endParaRPr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5.2 routing protocols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link state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5.4 routing among the ISPs: BGP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5.6 ICMP: The Internet Control Message Protocol 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5.7 Network management and SNMP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5" y="6475895"/>
            <a:ext cx="458808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3</a:t>
            </a:fld>
            <a:endParaRPr lang="en-US" sz="1200" dirty="0">
              <a:latin typeface="Tahoma" charset="0"/>
            </a:endParaRPr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9" name="Picture 6" descr="underline_base"/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6" y="1035050"/>
            <a:ext cx="5659786" cy="1773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Network-layer functions</a:t>
            </a:r>
          </a:p>
        </p:txBody>
      </p:sp>
      <p:sp>
        <p:nvSpPr>
          <p:cNvPr id="4506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25474" y="2001352"/>
            <a:ext cx="4184626" cy="1308577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sz="2400" i="1" dirty="0">
                <a:solidFill>
                  <a:srgbClr val="000099"/>
                </a:solidFill>
                <a:latin typeface="Gill Sans MT" charset="0"/>
              </a:rPr>
              <a:t>forwarding:</a:t>
            </a:r>
            <a:r>
              <a:rPr lang="en-US" sz="2400" dirty="0">
                <a:latin typeface="Gill Sans MT" charset="0"/>
              </a:rPr>
              <a:t> move packets from router</a:t>
            </a:r>
            <a:r>
              <a:rPr lang="ja-JP" altLang="en-US" sz="2400" dirty="0">
                <a:latin typeface="Gill Sans MT" charset="0"/>
              </a:rPr>
              <a:t>’</a:t>
            </a:r>
            <a:r>
              <a:rPr lang="en-US" altLang="ja-JP" sz="2400" dirty="0">
                <a:latin typeface="Gill Sans MT" charset="0"/>
              </a:rPr>
              <a:t>s input to appropriate router output</a:t>
            </a:r>
          </a:p>
          <a:p>
            <a:pPr>
              <a:buFont typeface="Wingdings" charset="0"/>
              <a:buNone/>
              <a:defRPr/>
            </a:pPr>
            <a:endParaRPr lang="en-US" dirty="0">
              <a:latin typeface="Gill Sans MT" charset="0"/>
            </a:endParaRPr>
          </a:p>
        </p:txBody>
      </p:sp>
      <p:sp>
        <p:nvSpPr>
          <p:cNvPr id="45062" name="Rectangle 4"/>
          <p:cNvSpPr>
            <a:spLocks noChangeArrowheads="1"/>
          </p:cNvSpPr>
          <p:nvPr/>
        </p:nvSpPr>
        <p:spPr bwMode="auto">
          <a:xfrm>
            <a:off x="4904354" y="2211504"/>
            <a:ext cx="2888003" cy="6943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342900" indent="-342900">
              <a:lnSpc>
                <a:spcPct val="85000"/>
              </a:lnSpc>
              <a:spcBef>
                <a:spcPts val="600"/>
              </a:spcBef>
              <a:buClr>
                <a:srgbClr val="000099"/>
              </a:buClr>
              <a:buSzPct val="65000"/>
              <a:buFont typeface="Wingdings" charset="0"/>
              <a:buNone/>
              <a:defRPr/>
            </a:pPr>
            <a:r>
              <a:rPr lang="en-US" sz="3600" i="1" dirty="0">
                <a:solidFill>
                  <a:srgbClr val="000090"/>
                </a:solidFill>
                <a:latin typeface="Gill Sans MT" charset="0"/>
              </a:rPr>
              <a:t>data plane</a:t>
            </a:r>
          </a:p>
          <a:p>
            <a:pPr marL="342900" indent="-342900">
              <a:lnSpc>
                <a:spcPct val="85000"/>
              </a:lnSpc>
              <a:spcBef>
                <a:spcPts val="600"/>
              </a:spcBef>
              <a:buClr>
                <a:srgbClr val="000099"/>
              </a:buClr>
              <a:buSzPct val="65000"/>
              <a:buFont typeface="Wingdings" charset="0"/>
              <a:buNone/>
              <a:defRPr/>
            </a:pPr>
            <a:endParaRPr lang="en-US" sz="2800" dirty="0">
              <a:latin typeface="Gill Sans MT" charset="0"/>
            </a:endParaRPr>
          </a:p>
          <a:p>
            <a: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endParaRPr lang="en-US" sz="2800" dirty="0">
              <a:latin typeface="Gill Sans MT" charset="0"/>
            </a:endParaRPr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4941818" y="3342607"/>
            <a:ext cx="3293068" cy="8140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85000"/>
              </a:lnSpc>
              <a:spcBef>
                <a:spcPts val="600"/>
              </a:spcBef>
              <a:buClr>
                <a:srgbClr val="000099"/>
              </a:buClr>
              <a:buSzPct val="100000"/>
              <a:defRPr/>
            </a:pPr>
            <a:r>
              <a:rPr lang="en-US" sz="3600" i="1" dirty="0">
                <a:solidFill>
                  <a:srgbClr val="000099"/>
                </a:solidFill>
                <a:latin typeface="Gill Sans MT" charset="0"/>
              </a:rPr>
              <a:t>control</a:t>
            </a:r>
            <a:r>
              <a:rPr lang="en-US" sz="3600" b="1" i="1" dirty="0">
                <a:solidFill>
                  <a:srgbClr val="000099"/>
                </a:solidFill>
                <a:latin typeface="Gill Sans MT" charset="0"/>
              </a:rPr>
              <a:t> </a:t>
            </a:r>
            <a:r>
              <a:rPr lang="en-US" sz="3600" i="1" dirty="0">
                <a:solidFill>
                  <a:srgbClr val="000099"/>
                </a:solidFill>
                <a:latin typeface="Gill Sans MT" charset="0"/>
              </a:rPr>
              <a:t>plane</a:t>
            </a:r>
            <a:endParaRPr lang="en-US" sz="3600" i="1" dirty="0">
              <a:latin typeface="Gill Sans MT" charset="0"/>
            </a:endParaRPr>
          </a:p>
          <a:p>
            <a:pPr marL="342900" indent="-342900">
              <a:lnSpc>
                <a:spcPct val="85000"/>
              </a:lnSpc>
              <a:spcBef>
                <a:spcPct val="70000"/>
              </a:spcBef>
              <a:buClr>
                <a:srgbClr val="000099"/>
              </a:buClr>
              <a:buSzPct val="65000"/>
              <a:buFont typeface="Wingdings" charset="0"/>
              <a:buChar char="v"/>
              <a:defRPr/>
            </a:pPr>
            <a:endParaRPr lang="en-US" sz="2800" dirty="0">
              <a:latin typeface="Gill Sans MT" charset="0"/>
            </a:endParaRPr>
          </a:p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defRPr/>
            </a:pPr>
            <a:endParaRPr lang="en-US" sz="2800" dirty="0">
              <a:latin typeface="Gill Sans MT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96449" y="4426071"/>
            <a:ext cx="7725192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C0000"/>
                </a:solidFill>
                <a:latin typeface="Gill Sans MT"/>
                <a:cs typeface="Gill Sans MT"/>
              </a:rPr>
              <a:t>Two approaches to structuring network control plane:</a:t>
            </a:r>
          </a:p>
          <a:p>
            <a:pPr marL="346075" indent="-346075">
              <a:buClr>
                <a:srgbClr val="000090"/>
              </a:buClr>
              <a:buFont typeface="Wingdings" charset="2"/>
              <a:buChar char="§"/>
            </a:pPr>
            <a:r>
              <a:rPr lang="en-US" sz="2400" dirty="0">
                <a:latin typeface="Gill Sans MT"/>
                <a:cs typeface="Gill Sans MT"/>
              </a:rPr>
              <a:t>per-router control (traditional)</a:t>
            </a:r>
          </a:p>
          <a:p>
            <a:pPr marL="346075" indent="-346075">
              <a:buClr>
                <a:srgbClr val="000090"/>
              </a:buClr>
              <a:buFont typeface="Wingdings" charset="2"/>
              <a:buChar char="§"/>
            </a:pPr>
            <a:r>
              <a:rPr lang="en-US" sz="2400" dirty="0">
                <a:latin typeface="Gill Sans MT"/>
                <a:cs typeface="Gill Sans MT"/>
              </a:rPr>
              <a:t>logically centralized control (software defined networking)</a:t>
            </a:r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 bwMode="auto">
          <a:xfrm>
            <a:off x="681672" y="1480083"/>
            <a:ext cx="5783102" cy="579001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spcBef>
                <a:spcPts val="600"/>
              </a:spcBef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latin typeface="Gill Sans MT" charset="0"/>
              </a:rPr>
              <a:t>Recall: two network-layer functions:</a:t>
            </a:r>
            <a:endParaRPr lang="en-US" dirty="0">
              <a:latin typeface="Gill Sans MT" charset="0"/>
            </a:endParaRPr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5" y="6475895"/>
            <a:ext cx="458808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4</a:t>
            </a:fld>
            <a:endParaRPr lang="en-US" sz="1200" dirty="0">
              <a:latin typeface="Tahoma" charset="0"/>
            </a:endParaRPr>
          </a:p>
        </p:txBody>
      </p:sp>
      <p:sp>
        <p:nvSpPr>
          <p:cNvPr id="14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623952" y="3135187"/>
            <a:ext cx="4184626" cy="132937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sz="2400" i="1" dirty="0">
                <a:solidFill>
                  <a:srgbClr val="000099"/>
                </a:solidFill>
                <a:latin typeface="Gill Sans MT" charset="0"/>
              </a:rPr>
              <a:t>routing:</a:t>
            </a:r>
            <a:r>
              <a:rPr lang="en-US" sz="2400" dirty="0">
                <a:latin typeface="Gill Sans MT" charset="0"/>
              </a:rPr>
              <a:t> determine route taken by packets from source to destination</a:t>
            </a:r>
          </a:p>
          <a:p>
            <a:pPr>
              <a:buFont typeface="Wingdings" charset="0"/>
              <a:buNone/>
              <a:defRPr/>
            </a:pPr>
            <a:endParaRPr lang="en-US" dirty="0">
              <a:latin typeface="Gill Sans M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581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" dur="500"/>
                                        <p:tgtEl>
                                          <p:spTgt spid="450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0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3" dur="500"/>
                                        <p:tgtEl>
                                          <p:spTgt spid="450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 build="p"/>
      <p:bldP spid="45062" grpId="0"/>
      <p:bldP spid="2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43" name="Picture 5" descr="underline_base"/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863" y="819150"/>
            <a:ext cx="4727928" cy="181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105" name="Freeform 2"/>
          <p:cNvSpPr>
            <a:spLocks/>
          </p:cNvSpPr>
          <p:nvPr/>
        </p:nvSpPr>
        <p:spPr bwMode="auto">
          <a:xfrm>
            <a:off x="2592388" y="5766426"/>
            <a:ext cx="4027487" cy="939800"/>
          </a:xfrm>
          <a:custGeom>
            <a:avLst/>
            <a:gdLst>
              <a:gd name="T0" fmla="*/ 648763 w 10001"/>
              <a:gd name="T1" fmla="*/ 34777612 h 10125"/>
              <a:gd name="T2" fmla="*/ 115976403 w 10001"/>
              <a:gd name="T3" fmla="*/ 13733703 h 10125"/>
              <a:gd name="T4" fmla="*/ 507700960 w 10001"/>
              <a:gd name="T5" fmla="*/ 8662125 h 10125"/>
              <a:gd name="T6" fmla="*/ 810212713 w 10001"/>
              <a:gd name="T7" fmla="*/ 0 h 10125"/>
              <a:gd name="T8" fmla="*/ 1090015738 w 10001"/>
              <a:gd name="T9" fmla="*/ 8687929 h 10125"/>
              <a:gd name="T10" fmla="*/ 1310938763 w 10001"/>
              <a:gd name="T11" fmla="*/ 4279362 h 10125"/>
              <a:gd name="T12" fmla="*/ 1620263134 w 10001"/>
              <a:gd name="T13" fmla="*/ 25736690 h 10125"/>
              <a:gd name="T14" fmla="*/ 1394798364 w 10001"/>
              <a:gd name="T15" fmla="*/ 58525268 h 10125"/>
              <a:gd name="T16" fmla="*/ 1134622140 w 10001"/>
              <a:gd name="T17" fmla="*/ 80266624 h 10125"/>
              <a:gd name="T18" fmla="*/ 860820276 w 10001"/>
              <a:gd name="T19" fmla="*/ 76142271 h 10125"/>
              <a:gd name="T20" fmla="*/ 708996782 w 10001"/>
              <a:gd name="T21" fmla="*/ 85346835 h 10125"/>
              <a:gd name="T22" fmla="*/ 509322667 w 10001"/>
              <a:gd name="T23" fmla="*/ 86268164 h 10125"/>
              <a:gd name="T24" fmla="*/ 353443899 w 10001"/>
              <a:gd name="T25" fmla="*/ 67979516 h 10125"/>
              <a:gd name="T26" fmla="*/ 192536914 w 10001"/>
              <a:gd name="T27" fmla="*/ 64535347 h 10125"/>
              <a:gd name="T28" fmla="*/ 648763 w 10001"/>
              <a:gd name="T29" fmla="*/ 34777612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cxnSp>
        <p:nvCxnSpPr>
          <p:cNvPr id="148" name="Straight Connector 147"/>
          <p:cNvCxnSpPr/>
          <p:nvPr/>
        </p:nvCxnSpPr>
        <p:spPr>
          <a:xfrm flipV="1">
            <a:off x="3222625" y="5918826"/>
            <a:ext cx="1316038" cy="13176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/>
          <p:cNvCxnSpPr/>
          <p:nvPr/>
        </p:nvCxnSpPr>
        <p:spPr>
          <a:xfrm>
            <a:off x="3111500" y="6104563"/>
            <a:ext cx="2259013" cy="30003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>
            <a:off x="3124200" y="6210926"/>
            <a:ext cx="714375" cy="27463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 flipV="1">
            <a:off x="4141788" y="6404601"/>
            <a:ext cx="1247775" cy="8096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/>
          <p:nvPr/>
        </p:nvCxnSpPr>
        <p:spPr>
          <a:xfrm>
            <a:off x="4802188" y="5950576"/>
            <a:ext cx="1057275" cy="12382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/>
          <p:cNvCxnSpPr/>
          <p:nvPr/>
        </p:nvCxnSpPr>
        <p:spPr>
          <a:xfrm flipV="1">
            <a:off x="4086225" y="6104563"/>
            <a:ext cx="1790700" cy="30003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 flipV="1">
            <a:off x="5413375" y="6133138"/>
            <a:ext cx="588963" cy="271463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/>
          <p:cNvCxnSpPr/>
          <p:nvPr/>
        </p:nvCxnSpPr>
        <p:spPr>
          <a:xfrm>
            <a:off x="4556125" y="5918826"/>
            <a:ext cx="814388" cy="4000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128" name="Group 7"/>
          <p:cNvGrpSpPr>
            <a:grpSpLocks/>
          </p:cNvGrpSpPr>
          <p:nvPr/>
        </p:nvGrpSpPr>
        <p:grpSpPr bwMode="auto">
          <a:xfrm>
            <a:off x="3681413" y="6344276"/>
            <a:ext cx="563562" cy="293687"/>
            <a:chOff x="1871277" y="1576300"/>
            <a:chExt cx="1128371" cy="437861"/>
          </a:xfrm>
        </p:grpSpPr>
        <p:sp>
          <p:nvSpPr>
            <p:cNvPr id="318" name="Oval 317"/>
            <p:cNvSpPr/>
            <p:nvPr/>
          </p:nvSpPr>
          <p:spPr bwMode="auto">
            <a:xfrm flipV="1">
              <a:off x="1874455" y="1694641"/>
              <a:ext cx="1125193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19" name="Rectangle 318"/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20" name="Oval 319"/>
            <p:cNvSpPr/>
            <p:nvPr/>
          </p:nvSpPr>
          <p:spPr bwMode="auto">
            <a:xfrm flipV="1">
              <a:off x="1871277" y="1576300"/>
              <a:ext cx="1125193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24" name="Freeform 323"/>
            <p:cNvSpPr/>
            <p:nvPr/>
          </p:nvSpPr>
          <p:spPr bwMode="auto">
            <a:xfrm>
              <a:off x="2160521" y="1673339"/>
              <a:ext cx="546704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25" name="Freeform 324"/>
            <p:cNvSpPr/>
            <p:nvPr/>
          </p:nvSpPr>
          <p:spPr bwMode="auto">
            <a:xfrm>
              <a:off x="2103307" y="1633104"/>
              <a:ext cx="661131" cy="111240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26" name="Freeform 325"/>
            <p:cNvSpPr/>
            <p:nvPr/>
          </p:nvSpPr>
          <p:spPr bwMode="auto">
            <a:xfrm>
              <a:off x="2538765" y="1727776"/>
              <a:ext cx="241567" cy="97039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27" name="Freeform 326"/>
            <p:cNvSpPr/>
            <p:nvPr/>
          </p:nvSpPr>
          <p:spPr bwMode="auto">
            <a:xfrm>
              <a:off x="2090593" y="1730143"/>
              <a:ext cx="238389" cy="97040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22" name="Straight Connector 321"/>
            <p:cNvCxnSpPr>
              <a:endCxn id="320" idx="2"/>
            </p:cNvCxnSpPr>
            <p:nvPr/>
          </p:nvCxnSpPr>
          <p:spPr bwMode="auto">
            <a:xfrm flipH="1" flipV="1">
              <a:off x="1871277" y="1737244"/>
              <a:ext cx="3178" cy="123075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/>
            <p:cNvCxnSpPr/>
            <p:nvPr/>
          </p:nvCxnSpPr>
          <p:spPr bwMode="auto">
            <a:xfrm flipH="1" flipV="1">
              <a:off x="2996470" y="1734876"/>
              <a:ext cx="3178" cy="123075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129" name="Group 327"/>
          <p:cNvGrpSpPr>
            <a:grpSpLocks/>
          </p:cNvGrpSpPr>
          <p:nvPr/>
        </p:nvGrpSpPr>
        <p:grpSpPr bwMode="auto">
          <a:xfrm>
            <a:off x="4376738" y="5802938"/>
            <a:ext cx="565150" cy="292100"/>
            <a:chOff x="1871277" y="1576300"/>
            <a:chExt cx="1128371" cy="437861"/>
          </a:xfrm>
        </p:grpSpPr>
        <p:sp>
          <p:nvSpPr>
            <p:cNvPr id="329" name="Oval 328"/>
            <p:cNvSpPr/>
            <p:nvPr/>
          </p:nvSpPr>
          <p:spPr bwMode="auto">
            <a:xfrm flipV="1">
              <a:off x="1874446" y="1692905"/>
              <a:ext cx="1125202" cy="321256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30" name="Rectangle 329"/>
            <p:cNvSpPr/>
            <p:nvPr/>
          </p:nvSpPr>
          <p:spPr bwMode="auto">
            <a:xfrm>
              <a:off x="1871277" y="1740499"/>
              <a:ext cx="1128371" cy="114225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31" name="Oval 330"/>
            <p:cNvSpPr/>
            <p:nvPr/>
          </p:nvSpPr>
          <p:spPr bwMode="auto">
            <a:xfrm flipV="1">
              <a:off x="1871277" y="1576300"/>
              <a:ext cx="1125200" cy="32125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32" name="Freeform 331"/>
            <p:cNvSpPr/>
            <p:nvPr/>
          </p:nvSpPr>
          <p:spPr bwMode="auto">
            <a:xfrm>
              <a:off x="2159708" y="1673868"/>
              <a:ext cx="548339" cy="159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33" name="Freeform 332"/>
            <p:cNvSpPr/>
            <p:nvPr/>
          </p:nvSpPr>
          <p:spPr bwMode="auto">
            <a:xfrm>
              <a:off x="2102655" y="1633412"/>
              <a:ext cx="662444" cy="111846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34" name="Freeform 333"/>
            <p:cNvSpPr/>
            <p:nvPr/>
          </p:nvSpPr>
          <p:spPr bwMode="auto">
            <a:xfrm>
              <a:off x="2536889" y="1728599"/>
              <a:ext cx="244057" cy="97568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35" name="Freeform 334"/>
            <p:cNvSpPr/>
            <p:nvPr/>
          </p:nvSpPr>
          <p:spPr bwMode="auto">
            <a:xfrm>
              <a:off x="2089977" y="1730980"/>
              <a:ext cx="240888" cy="95187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36" name="Straight Connector 335"/>
            <p:cNvCxnSpPr>
              <a:endCxn id="331" idx="2"/>
            </p:cNvCxnSpPr>
            <p:nvPr/>
          </p:nvCxnSpPr>
          <p:spPr bwMode="auto">
            <a:xfrm flipH="1" flipV="1">
              <a:off x="1871277" y="1735739"/>
              <a:ext cx="3169" cy="123743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/>
            <p:cNvCxnSpPr/>
            <p:nvPr/>
          </p:nvCxnSpPr>
          <p:spPr bwMode="auto">
            <a:xfrm flipH="1" flipV="1">
              <a:off x="2996477" y="1733359"/>
              <a:ext cx="3171" cy="123743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130" name="Group 337"/>
          <p:cNvGrpSpPr>
            <a:grpSpLocks/>
          </p:cNvGrpSpPr>
          <p:nvPr/>
        </p:nvGrpSpPr>
        <p:grpSpPr bwMode="auto">
          <a:xfrm>
            <a:off x="5019675" y="6256963"/>
            <a:ext cx="563563" cy="293688"/>
            <a:chOff x="1871277" y="1576300"/>
            <a:chExt cx="1128371" cy="437861"/>
          </a:xfrm>
        </p:grpSpPr>
        <p:sp>
          <p:nvSpPr>
            <p:cNvPr id="339" name="Oval 338"/>
            <p:cNvSpPr/>
            <p:nvPr/>
          </p:nvSpPr>
          <p:spPr bwMode="auto">
            <a:xfrm flipV="1">
              <a:off x="1874457" y="1694641"/>
              <a:ext cx="1125191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40" name="Rectangle 339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41" name="Oval 340"/>
            <p:cNvSpPr/>
            <p:nvPr/>
          </p:nvSpPr>
          <p:spPr bwMode="auto">
            <a:xfrm flipV="1">
              <a:off x="1871277" y="1576300"/>
              <a:ext cx="1125191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42" name="Freeform 341"/>
            <p:cNvSpPr/>
            <p:nvPr/>
          </p:nvSpPr>
          <p:spPr bwMode="auto">
            <a:xfrm>
              <a:off x="2160522" y="1673340"/>
              <a:ext cx="546703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43" name="Freeform 342"/>
            <p:cNvSpPr/>
            <p:nvPr/>
          </p:nvSpPr>
          <p:spPr bwMode="auto">
            <a:xfrm>
              <a:off x="2103309" y="1633103"/>
              <a:ext cx="661129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44" name="Freeform 343"/>
            <p:cNvSpPr/>
            <p:nvPr/>
          </p:nvSpPr>
          <p:spPr bwMode="auto">
            <a:xfrm>
              <a:off x="2538763" y="1727776"/>
              <a:ext cx="24156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45" name="Freeform 344"/>
            <p:cNvSpPr/>
            <p:nvPr/>
          </p:nvSpPr>
          <p:spPr bwMode="auto">
            <a:xfrm>
              <a:off x="2090595" y="1730144"/>
              <a:ext cx="238387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46" name="Straight Connector 345"/>
            <p:cNvCxnSpPr>
              <a:endCxn id="341" idx="2"/>
            </p:cNvCxnSpPr>
            <p:nvPr/>
          </p:nvCxnSpPr>
          <p:spPr bwMode="auto">
            <a:xfrm flipH="1" flipV="1">
              <a:off x="1871277" y="1737243"/>
              <a:ext cx="3180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/>
            <p:cNvCxnSpPr/>
            <p:nvPr/>
          </p:nvCxnSpPr>
          <p:spPr bwMode="auto">
            <a:xfrm flipH="1" flipV="1">
              <a:off x="2996468" y="1734877"/>
              <a:ext cx="3180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131" name="Group 347"/>
          <p:cNvGrpSpPr>
            <a:grpSpLocks/>
          </p:cNvGrpSpPr>
          <p:nvPr/>
        </p:nvGrpSpPr>
        <p:grpSpPr bwMode="auto">
          <a:xfrm>
            <a:off x="5741988" y="5942638"/>
            <a:ext cx="565150" cy="293688"/>
            <a:chOff x="1871277" y="1576300"/>
            <a:chExt cx="1128371" cy="437861"/>
          </a:xfrm>
        </p:grpSpPr>
        <p:sp>
          <p:nvSpPr>
            <p:cNvPr id="349" name="Oval 348"/>
            <p:cNvSpPr/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50" name="Rectangle 349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1" name="Oval 350"/>
            <p:cNvSpPr/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52" name="Freeform 351"/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3" name="Freeform 352"/>
            <p:cNvSpPr/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4" name="Freeform 353"/>
            <p:cNvSpPr/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5" name="Freeform 354"/>
            <p:cNvSpPr/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56" name="Straight Connector 355"/>
            <p:cNvCxnSpPr>
              <a:endCxn id="351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/>
            <p:cNvCxnSpPr/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132" name="Group 357"/>
          <p:cNvGrpSpPr>
            <a:grpSpLocks/>
          </p:cNvGrpSpPr>
          <p:nvPr/>
        </p:nvGrpSpPr>
        <p:grpSpPr bwMode="auto">
          <a:xfrm>
            <a:off x="2714625" y="5988676"/>
            <a:ext cx="565150" cy="293687"/>
            <a:chOff x="1871277" y="1576300"/>
            <a:chExt cx="1128371" cy="437861"/>
          </a:xfrm>
        </p:grpSpPr>
        <p:sp>
          <p:nvSpPr>
            <p:cNvPr id="359" name="Oval 358"/>
            <p:cNvSpPr/>
            <p:nvPr/>
          </p:nvSpPr>
          <p:spPr bwMode="auto">
            <a:xfrm flipV="1">
              <a:off x="1874448" y="1694641"/>
              <a:ext cx="1125200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60" name="Rectangle 359"/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1" name="Oval 360"/>
            <p:cNvSpPr/>
            <p:nvPr/>
          </p:nvSpPr>
          <p:spPr bwMode="auto">
            <a:xfrm flipV="1">
              <a:off x="1871277" y="1576300"/>
              <a:ext cx="1125202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62" name="Freeform 361"/>
            <p:cNvSpPr/>
            <p:nvPr/>
          </p:nvSpPr>
          <p:spPr bwMode="auto">
            <a:xfrm>
              <a:off x="2159710" y="1673339"/>
              <a:ext cx="548337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3" name="Freeform 362"/>
            <p:cNvSpPr/>
            <p:nvPr/>
          </p:nvSpPr>
          <p:spPr bwMode="auto">
            <a:xfrm>
              <a:off x="2102657" y="1633104"/>
              <a:ext cx="662442" cy="111240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4" name="Freeform 363"/>
            <p:cNvSpPr/>
            <p:nvPr/>
          </p:nvSpPr>
          <p:spPr bwMode="auto">
            <a:xfrm>
              <a:off x="2536889" y="1727776"/>
              <a:ext cx="244059" cy="97039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5" name="Freeform 364"/>
            <p:cNvSpPr/>
            <p:nvPr/>
          </p:nvSpPr>
          <p:spPr bwMode="auto">
            <a:xfrm>
              <a:off x="2089979" y="1730143"/>
              <a:ext cx="240888" cy="97040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66" name="Straight Connector 365"/>
            <p:cNvCxnSpPr>
              <a:endCxn id="361" idx="2"/>
            </p:cNvCxnSpPr>
            <p:nvPr/>
          </p:nvCxnSpPr>
          <p:spPr bwMode="auto">
            <a:xfrm flipH="1" flipV="1">
              <a:off x="1871277" y="1737244"/>
              <a:ext cx="3171" cy="123075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/>
            <p:cNvCxnSpPr/>
            <p:nvPr/>
          </p:nvCxnSpPr>
          <p:spPr bwMode="auto">
            <a:xfrm flipH="1" flipV="1">
              <a:off x="2996479" y="1734876"/>
              <a:ext cx="3169" cy="123075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757805" y="2660292"/>
            <a:ext cx="5270058" cy="3804634"/>
            <a:chOff x="1757805" y="2331054"/>
            <a:chExt cx="5270058" cy="3804634"/>
          </a:xfrm>
        </p:grpSpPr>
        <p:sp>
          <p:nvSpPr>
            <p:cNvPr id="268" name="Freeform 267"/>
            <p:cNvSpPr/>
            <p:nvPr/>
          </p:nvSpPr>
          <p:spPr>
            <a:xfrm>
              <a:off x="1776413" y="4829175"/>
              <a:ext cx="1220787" cy="920750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0510" h="921649">
                  <a:moveTo>
                    <a:pt x="1060159" y="921649"/>
                  </a:moveTo>
                  <a:cubicBezTo>
                    <a:pt x="166591" y="183345"/>
                    <a:pt x="908943" y="790884"/>
                    <a:pt x="0" y="51716"/>
                  </a:cubicBezTo>
                  <a:cubicBezTo>
                    <a:pt x="346878" y="57311"/>
                    <a:pt x="712340" y="-5240"/>
                    <a:pt x="1059218" y="355"/>
                  </a:cubicBezTo>
                  <a:cubicBezTo>
                    <a:pt x="1192967" y="751903"/>
                    <a:pt x="1090859" y="157699"/>
                    <a:pt x="1220510" y="849923"/>
                  </a:cubicBezTo>
                  <a:cubicBezTo>
                    <a:pt x="1126090" y="855456"/>
                    <a:pt x="1222187" y="863235"/>
                    <a:pt x="1060159" y="921649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2" name="Freeform 271"/>
            <p:cNvSpPr/>
            <p:nvPr/>
          </p:nvSpPr>
          <p:spPr>
            <a:xfrm>
              <a:off x="6102350" y="4916488"/>
              <a:ext cx="925513" cy="75723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6304" h="758185">
                  <a:moveTo>
                    <a:pt x="0" y="735614"/>
                  </a:moveTo>
                  <a:cubicBezTo>
                    <a:pt x="309918" y="169731"/>
                    <a:pt x="59088" y="622691"/>
                    <a:pt x="405840" y="13939"/>
                  </a:cubicBezTo>
                  <a:cubicBezTo>
                    <a:pt x="580581" y="18247"/>
                    <a:pt x="751563" y="-3745"/>
                    <a:pt x="926304" y="563"/>
                  </a:cubicBezTo>
                  <a:cubicBezTo>
                    <a:pt x="312762" y="607705"/>
                    <a:pt x="474902" y="459041"/>
                    <a:pt x="183705" y="758185"/>
                  </a:cubicBezTo>
                  <a:cubicBezTo>
                    <a:pt x="49420" y="729549"/>
                    <a:pt x="196198" y="734148"/>
                    <a:pt x="0" y="735614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3" name="Freeform 272"/>
            <p:cNvSpPr/>
            <p:nvPr/>
          </p:nvSpPr>
          <p:spPr>
            <a:xfrm>
              <a:off x="5287963" y="4937125"/>
              <a:ext cx="725487" cy="110013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5009" h="1101479">
                  <a:moveTo>
                    <a:pt x="0" y="1073986"/>
                  </a:moveTo>
                  <a:cubicBezTo>
                    <a:pt x="95638" y="589814"/>
                    <a:pt x="96800" y="618448"/>
                    <a:pt x="206612" y="1724"/>
                  </a:cubicBezTo>
                  <a:cubicBezTo>
                    <a:pt x="451440" y="14348"/>
                    <a:pt x="499346" y="35256"/>
                    <a:pt x="725009" y="0"/>
                  </a:cubicBezTo>
                  <a:cubicBezTo>
                    <a:pt x="326141" y="749497"/>
                    <a:pt x="642687" y="159790"/>
                    <a:pt x="159092" y="1101479"/>
                  </a:cubicBezTo>
                  <a:cubicBezTo>
                    <a:pt x="24807" y="1072843"/>
                    <a:pt x="92525" y="1088071"/>
                    <a:pt x="0" y="1073986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4" name="Freeform 273"/>
            <p:cNvSpPr/>
            <p:nvPr/>
          </p:nvSpPr>
          <p:spPr>
            <a:xfrm>
              <a:off x="4300538" y="4956175"/>
              <a:ext cx="514350" cy="577850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578353">
                  <a:moveTo>
                    <a:pt x="135770" y="577341"/>
                  </a:moveTo>
                  <a:cubicBezTo>
                    <a:pt x="50587" y="214237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26658" y="280104"/>
                    <a:pt x="339280" y="576561"/>
                  </a:cubicBezTo>
                  <a:cubicBezTo>
                    <a:pt x="292835" y="580865"/>
                    <a:pt x="203869" y="575875"/>
                    <a:pt x="135770" y="577341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5" name="Freeform 274"/>
            <p:cNvSpPr/>
            <p:nvPr/>
          </p:nvSpPr>
          <p:spPr>
            <a:xfrm>
              <a:off x="3521075" y="4919663"/>
              <a:ext cx="593725" cy="1216025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4113" h="1215612">
                  <a:moveTo>
                    <a:pt x="403236" y="1215612"/>
                  </a:moveTo>
                  <a:cubicBezTo>
                    <a:pt x="223947" y="663007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57486" y="515061"/>
                    <a:pt x="594113" y="1179818"/>
                  </a:cubicBezTo>
                  <a:cubicBezTo>
                    <a:pt x="496428" y="1184123"/>
                    <a:pt x="599434" y="1214146"/>
                    <a:pt x="403236" y="1215612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grpSp>
          <p:nvGrpSpPr>
            <p:cNvPr id="18" name="Group 17"/>
            <p:cNvGrpSpPr/>
            <p:nvPr/>
          </p:nvGrpSpPr>
          <p:grpSpPr>
            <a:xfrm>
              <a:off x="1757805" y="2331054"/>
              <a:ext cx="1079500" cy="2674334"/>
              <a:chOff x="1757805" y="2331054"/>
              <a:chExt cx="1079500" cy="2674334"/>
            </a:xfrm>
          </p:grpSpPr>
          <p:sp>
            <p:nvSpPr>
              <p:cNvPr id="108" name="Rectangle 107"/>
              <p:cNvSpPr/>
              <p:nvPr/>
            </p:nvSpPr>
            <p:spPr bwMode="auto">
              <a:xfrm rot="10800000">
                <a:off x="1789113" y="2580876"/>
                <a:ext cx="1027112" cy="1083074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grpSp>
            <p:nvGrpSpPr>
              <p:cNvPr id="47266" name="Group 104"/>
              <p:cNvGrpSpPr>
                <a:grpSpLocks/>
              </p:cNvGrpSpPr>
              <p:nvPr/>
            </p:nvGrpSpPr>
            <p:grpSpPr bwMode="auto">
              <a:xfrm>
                <a:off x="1782739" y="4616206"/>
                <a:ext cx="1034710" cy="389182"/>
                <a:chOff x="4128636" y="3606589"/>
                <a:chExt cx="568145" cy="338667"/>
              </a:xfrm>
            </p:grpSpPr>
            <p:sp>
              <p:nvSpPr>
                <p:cNvPr id="119" name="Oval 118"/>
                <p:cNvSpPr/>
                <p:nvPr/>
              </p:nvSpPr>
              <p:spPr>
                <a:xfrm>
                  <a:off x="4128649" y="3720080"/>
                  <a:ext cx="568332" cy="225176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120" name="Rectangle 119"/>
                <p:cNvSpPr/>
                <p:nvPr/>
              </p:nvSpPr>
              <p:spPr>
                <a:xfrm>
                  <a:off x="4128649" y="3720080"/>
                  <a:ext cx="568332" cy="111898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121" name="Oval 120"/>
                <p:cNvSpPr/>
                <p:nvPr/>
              </p:nvSpPr>
              <p:spPr>
                <a:xfrm>
                  <a:off x="4128649" y="3606801"/>
                  <a:ext cx="568332" cy="22517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122" name="Straight Connector 121"/>
                <p:cNvCxnSpPr/>
                <p:nvPr/>
              </p:nvCxnSpPr>
              <p:spPr>
                <a:xfrm>
                  <a:off x="4696981" y="3720080"/>
                  <a:ext cx="0" cy="11189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/>
                <p:cNvCxnSpPr/>
                <p:nvPr/>
              </p:nvCxnSpPr>
              <p:spPr>
                <a:xfrm>
                  <a:off x="4128649" y="3720080"/>
                  <a:ext cx="0" cy="11189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7" name="Rectangle 146"/>
              <p:cNvSpPr/>
              <p:nvPr/>
            </p:nvSpPr>
            <p:spPr bwMode="auto">
              <a:xfrm>
                <a:off x="1801813" y="3602038"/>
                <a:ext cx="1027112" cy="1163637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  <a:alpha val="62000"/>
                    </a:schemeClr>
                  </a:gs>
                  <a:gs pos="54000">
                    <a:schemeClr val="accent2">
                      <a:lumMod val="40000"/>
                      <a:lumOff val="6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13" name="Straight Connector 112"/>
              <p:cNvCxnSpPr/>
              <p:nvPr/>
            </p:nvCxnSpPr>
            <p:spPr bwMode="auto">
              <a:xfrm>
                <a:off x="1781175" y="2805113"/>
                <a:ext cx="20638" cy="202088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/>
              <p:cNvCxnSpPr/>
              <p:nvPr/>
            </p:nvCxnSpPr>
            <p:spPr bwMode="auto">
              <a:xfrm flipH="1">
                <a:off x="2817813" y="2805113"/>
                <a:ext cx="4762" cy="197643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272" name="Group 9"/>
              <p:cNvGrpSpPr>
                <a:grpSpLocks/>
              </p:cNvGrpSpPr>
              <p:nvPr/>
            </p:nvGrpSpPr>
            <p:grpSpPr bwMode="auto">
              <a:xfrm>
                <a:off x="1757805" y="2331054"/>
                <a:ext cx="1079500" cy="430213"/>
                <a:chOff x="2183302" y="1574638"/>
                <a:chExt cx="1200154" cy="430181"/>
              </a:xfrm>
            </p:grpSpPr>
            <p:sp>
              <p:nvSpPr>
                <p:cNvPr id="369" name="Oval 368"/>
                <p:cNvSpPr/>
                <p:nvPr/>
              </p:nvSpPr>
              <p:spPr bwMode="auto">
                <a:xfrm flipV="1">
                  <a:off x="2186832" y="1690517"/>
                  <a:ext cx="1194859" cy="31430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20000"/>
                        <a:lumOff val="80000"/>
                      </a:schemeClr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370" name="Rectangle 369"/>
                <p:cNvSpPr/>
                <p:nvPr/>
              </p:nvSpPr>
              <p:spPr bwMode="auto">
                <a:xfrm>
                  <a:off x="2183302" y="1734964"/>
                  <a:ext cx="1198389" cy="112704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71" name="Oval 370"/>
                <p:cNvSpPr/>
                <p:nvPr/>
              </p:nvSpPr>
              <p:spPr bwMode="auto">
                <a:xfrm flipV="1">
                  <a:off x="2183302" y="1574638"/>
                  <a:ext cx="1196624" cy="314302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372" name="Freeform 371"/>
                <p:cNvSpPr/>
                <p:nvPr/>
              </p:nvSpPr>
              <p:spPr bwMode="auto">
                <a:xfrm>
                  <a:off x="2490400" y="1671469"/>
                  <a:ext cx="582428" cy="15715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73" name="Freeform 372"/>
                <p:cNvSpPr/>
                <p:nvPr/>
              </p:nvSpPr>
              <p:spPr bwMode="auto">
                <a:xfrm>
                  <a:off x="2430393" y="1630197"/>
                  <a:ext cx="702443" cy="10952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74" name="Freeform 373"/>
                <p:cNvSpPr/>
                <p:nvPr/>
              </p:nvSpPr>
              <p:spPr bwMode="auto">
                <a:xfrm>
                  <a:off x="2892805" y="1723852"/>
                  <a:ext cx="257680" cy="9524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75" name="Freeform 374"/>
                <p:cNvSpPr/>
                <p:nvPr/>
              </p:nvSpPr>
              <p:spPr bwMode="auto">
                <a:xfrm>
                  <a:off x="2418037" y="1725440"/>
                  <a:ext cx="254150" cy="95243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376" name="Straight Connector 375"/>
                <p:cNvCxnSpPr>
                  <a:endCxn id="371" idx="2"/>
                </p:cNvCxnSpPr>
                <p:nvPr/>
              </p:nvCxnSpPr>
              <p:spPr bwMode="auto">
                <a:xfrm flipH="1" flipV="1">
                  <a:off x="2183302" y="1731787"/>
                  <a:ext cx="3530" cy="122228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7" name="Straight Connector 376"/>
                <p:cNvCxnSpPr/>
                <p:nvPr/>
              </p:nvCxnSpPr>
              <p:spPr bwMode="auto">
                <a:xfrm flipH="1" flipV="1">
                  <a:off x="3379926" y="1728615"/>
                  <a:ext cx="3530" cy="122228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9" name="Group 18"/>
            <p:cNvGrpSpPr/>
            <p:nvPr/>
          </p:nvGrpSpPr>
          <p:grpSpPr>
            <a:xfrm>
              <a:off x="3500438" y="3174091"/>
              <a:ext cx="522287" cy="1831297"/>
              <a:chOff x="3500438" y="3174091"/>
              <a:chExt cx="522287" cy="1831297"/>
            </a:xfrm>
          </p:grpSpPr>
          <p:sp>
            <p:nvSpPr>
              <p:cNvPr id="171" name="Rectangle 170"/>
              <p:cNvSpPr/>
              <p:nvPr/>
            </p:nvSpPr>
            <p:spPr bwMode="auto">
              <a:xfrm rot="10800000">
                <a:off x="3507320" y="3287221"/>
                <a:ext cx="498349" cy="306623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90" name="Straight Connector 89"/>
              <p:cNvCxnSpPr/>
              <p:nvPr/>
            </p:nvCxnSpPr>
            <p:spPr bwMode="auto">
              <a:xfrm flipH="1">
                <a:off x="4019550" y="3321180"/>
                <a:ext cx="1059" cy="153657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7247" name="Picture 86" descr="router_top.png"/>
              <p:cNvPicPr>
                <a:picLocks noChangeAspect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00438" y="3194292"/>
                <a:ext cx="522287" cy="2204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47249" name="Group 82"/>
              <p:cNvGrpSpPr>
                <a:grpSpLocks/>
              </p:cNvGrpSpPr>
              <p:nvPr/>
            </p:nvGrpSpPr>
            <p:grpSpPr bwMode="auto">
              <a:xfrm>
                <a:off x="3511442" y="4783543"/>
                <a:ext cx="507858" cy="221845"/>
                <a:chOff x="4128636" y="3606589"/>
                <a:chExt cx="568145" cy="338667"/>
              </a:xfrm>
            </p:grpSpPr>
            <p:sp>
              <p:nvSpPr>
                <p:cNvPr id="97" name="Oval 96"/>
                <p:cNvSpPr/>
                <p:nvPr/>
              </p:nvSpPr>
              <p:spPr>
                <a:xfrm>
                  <a:off x="4128757" y="3719873"/>
                  <a:ext cx="568304" cy="225383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98" name="Rectangle 97"/>
                <p:cNvSpPr/>
                <p:nvPr/>
              </p:nvSpPr>
              <p:spPr>
                <a:xfrm>
                  <a:off x="4128757" y="3719873"/>
                  <a:ext cx="568304" cy="111479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>
                  <a:off x="4128757" y="3605971"/>
                  <a:ext cx="568304" cy="225382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100" name="Straight Connector 99"/>
                <p:cNvCxnSpPr/>
                <p:nvPr/>
              </p:nvCxnSpPr>
              <p:spPr>
                <a:xfrm>
                  <a:off x="4697061" y="3719873"/>
                  <a:ext cx="0" cy="111479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/>
                <p:cNvCxnSpPr/>
                <p:nvPr/>
              </p:nvCxnSpPr>
              <p:spPr>
                <a:xfrm>
                  <a:off x="4128757" y="3719873"/>
                  <a:ext cx="0" cy="111479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5" name="Rectangle 154"/>
              <p:cNvSpPr/>
              <p:nvPr/>
            </p:nvSpPr>
            <p:spPr bwMode="auto">
              <a:xfrm>
                <a:off x="3516313" y="3697288"/>
                <a:ext cx="498475" cy="1163637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74" name="Straight Connector 173"/>
              <p:cNvCxnSpPr>
                <a:stCxn id="381" idx="2"/>
              </p:cNvCxnSpPr>
              <p:nvPr/>
            </p:nvCxnSpPr>
            <p:spPr bwMode="auto">
              <a:xfrm flipH="1">
                <a:off x="3506788" y="3262991"/>
                <a:ext cx="4762" cy="1688422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233" name="Group 377"/>
              <p:cNvGrpSpPr>
                <a:grpSpLocks/>
              </p:cNvGrpSpPr>
              <p:nvPr/>
            </p:nvGrpSpPr>
            <p:grpSpPr bwMode="auto">
              <a:xfrm>
                <a:off x="3511057" y="3174091"/>
                <a:ext cx="504096" cy="242719"/>
                <a:chOff x="2183302" y="1574638"/>
                <a:chExt cx="1200154" cy="430218"/>
              </a:xfrm>
            </p:grpSpPr>
            <p:sp>
              <p:nvSpPr>
                <p:cNvPr id="379" name="Oval 378"/>
                <p:cNvSpPr/>
                <p:nvPr/>
              </p:nvSpPr>
              <p:spPr bwMode="auto">
                <a:xfrm flipV="1">
                  <a:off x="2188256" y="1690004"/>
                  <a:ext cx="1194331" cy="31514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380" name="Rectangle 379"/>
                <p:cNvSpPr/>
                <p:nvPr/>
              </p:nvSpPr>
              <p:spPr bwMode="auto">
                <a:xfrm>
                  <a:off x="2184476" y="1735026"/>
                  <a:ext cx="1198111" cy="112553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81" name="Oval 380"/>
                <p:cNvSpPr/>
                <p:nvPr/>
              </p:nvSpPr>
              <p:spPr bwMode="auto">
                <a:xfrm flipV="1">
                  <a:off x="2184476" y="1574638"/>
                  <a:ext cx="1194331" cy="315149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382" name="Freeform 381"/>
                <p:cNvSpPr/>
                <p:nvPr/>
              </p:nvSpPr>
              <p:spPr bwMode="auto">
                <a:xfrm>
                  <a:off x="2490619" y="1670308"/>
                  <a:ext cx="582047" cy="15757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83" name="Freeform 382"/>
                <p:cNvSpPr/>
                <p:nvPr/>
              </p:nvSpPr>
              <p:spPr bwMode="auto">
                <a:xfrm>
                  <a:off x="2430146" y="1630915"/>
                  <a:ext cx="702992" cy="10973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84" name="Freeform 383"/>
                <p:cNvSpPr/>
                <p:nvPr/>
              </p:nvSpPr>
              <p:spPr bwMode="auto">
                <a:xfrm>
                  <a:off x="2891248" y="1723770"/>
                  <a:ext cx="260786" cy="9567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85" name="Freeform 384"/>
                <p:cNvSpPr/>
                <p:nvPr/>
              </p:nvSpPr>
              <p:spPr bwMode="auto">
                <a:xfrm>
                  <a:off x="2418806" y="1726585"/>
                  <a:ext cx="253230" cy="92856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386" name="Straight Connector 385"/>
                <p:cNvCxnSpPr>
                  <a:endCxn id="381" idx="2"/>
                </p:cNvCxnSpPr>
                <p:nvPr/>
              </p:nvCxnSpPr>
              <p:spPr bwMode="auto">
                <a:xfrm flipH="1" flipV="1">
                  <a:off x="2184476" y="1732213"/>
                  <a:ext cx="3781" cy="120994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7" name="Straight Connector 386"/>
                <p:cNvCxnSpPr/>
                <p:nvPr/>
              </p:nvCxnSpPr>
              <p:spPr bwMode="auto">
                <a:xfrm flipH="1" flipV="1">
                  <a:off x="3378806" y="1729398"/>
                  <a:ext cx="3781" cy="120996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" name="Group 19"/>
            <p:cNvGrpSpPr/>
            <p:nvPr/>
          </p:nvGrpSpPr>
          <p:grpSpPr>
            <a:xfrm>
              <a:off x="4299212" y="2486508"/>
              <a:ext cx="528376" cy="2517292"/>
              <a:chOff x="4299212" y="2486508"/>
              <a:chExt cx="528376" cy="2517292"/>
            </a:xfrm>
          </p:grpSpPr>
          <p:sp>
            <p:nvSpPr>
              <p:cNvPr id="439" name="Rectangle 438"/>
              <p:cNvSpPr/>
              <p:nvPr/>
            </p:nvSpPr>
            <p:spPr bwMode="auto">
              <a:xfrm rot="10800000">
                <a:off x="4315358" y="2675960"/>
                <a:ext cx="498350" cy="916575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40" name="Straight Connector 439"/>
              <p:cNvCxnSpPr/>
              <p:nvPr/>
            </p:nvCxnSpPr>
            <p:spPr bwMode="auto">
              <a:xfrm>
                <a:off x="4822015" y="2642002"/>
                <a:ext cx="5573" cy="2214161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218" name="Group 442"/>
              <p:cNvGrpSpPr>
                <a:grpSpLocks/>
              </p:cNvGrpSpPr>
              <p:nvPr/>
            </p:nvGrpSpPr>
            <p:grpSpPr bwMode="auto">
              <a:xfrm>
                <a:off x="4319479" y="4781999"/>
                <a:ext cx="507859" cy="221801"/>
                <a:chOff x="4128636" y="3606589"/>
                <a:chExt cx="568145" cy="338667"/>
              </a:xfrm>
            </p:grpSpPr>
            <p:sp>
              <p:nvSpPr>
                <p:cNvPr id="452" name="Oval 451"/>
                <p:cNvSpPr/>
                <p:nvPr/>
              </p:nvSpPr>
              <p:spPr>
                <a:xfrm>
                  <a:off x="4128758" y="3719830"/>
                  <a:ext cx="568303" cy="225426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53" name="Rectangle 452"/>
                <p:cNvSpPr/>
                <p:nvPr/>
              </p:nvSpPr>
              <p:spPr>
                <a:xfrm>
                  <a:off x="4128758" y="3719830"/>
                  <a:ext cx="568303" cy="111502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54" name="Oval 453"/>
                <p:cNvSpPr/>
                <p:nvPr/>
              </p:nvSpPr>
              <p:spPr>
                <a:xfrm>
                  <a:off x="4128758" y="3605903"/>
                  <a:ext cx="568303" cy="225428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55" name="Straight Connector 454"/>
                <p:cNvCxnSpPr/>
                <p:nvPr/>
              </p:nvCxnSpPr>
              <p:spPr>
                <a:xfrm>
                  <a:off x="4697061" y="3719830"/>
                  <a:ext cx="0" cy="11150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6" name="Straight Connector 455"/>
                <p:cNvCxnSpPr/>
                <p:nvPr/>
              </p:nvCxnSpPr>
              <p:spPr>
                <a:xfrm>
                  <a:off x="4128758" y="3719830"/>
                  <a:ext cx="0" cy="11150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4" name="Rectangle 443"/>
              <p:cNvSpPr/>
              <p:nvPr/>
            </p:nvSpPr>
            <p:spPr bwMode="auto">
              <a:xfrm>
                <a:off x="4324350" y="3695700"/>
                <a:ext cx="498475" cy="116363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47" name="Straight Connector 446"/>
              <p:cNvCxnSpPr>
                <a:stCxn id="458" idx="2"/>
              </p:cNvCxnSpPr>
              <p:nvPr/>
            </p:nvCxnSpPr>
            <p:spPr bwMode="auto">
              <a:xfrm>
                <a:off x="4300799" y="2640496"/>
                <a:ext cx="14026" cy="2309329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137" name="Group 456"/>
              <p:cNvGrpSpPr>
                <a:grpSpLocks/>
              </p:cNvGrpSpPr>
              <p:nvPr/>
            </p:nvGrpSpPr>
            <p:grpSpPr bwMode="auto">
              <a:xfrm>
                <a:off x="4299212" y="2486508"/>
                <a:ext cx="504825" cy="242888"/>
                <a:chOff x="2183302" y="1574638"/>
                <a:chExt cx="1200154" cy="430218"/>
              </a:xfrm>
            </p:grpSpPr>
            <p:sp>
              <p:nvSpPr>
                <p:cNvPr id="458" name="Oval 457"/>
                <p:cNvSpPr/>
                <p:nvPr/>
              </p:nvSpPr>
              <p:spPr bwMode="auto">
                <a:xfrm flipV="1">
                  <a:off x="2187075" y="1689926"/>
                  <a:ext cx="1196381" cy="3149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459" name="Rectangle 458"/>
                <p:cNvSpPr/>
                <p:nvPr/>
              </p:nvSpPr>
              <p:spPr bwMode="auto">
                <a:xfrm>
                  <a:off x="2183302" y="1734916"/>
                  <a:ext cx="1200154" cy="11247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0" name="Oval 459"/>
                <p:cNvSpPr/>
                <p:nvPr/>
              </p:nvSpPr>
              <p:spPr bwMode="auto">
                <a:xfrm flipV="1">
                  <a:off x="2183302" y="1574638"/>
                  <a:ext cx="1196379" cy="31493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461" name="Freeform 460"/>
                <p:cNvSpPr/>
                <p:nvPr/>
              </p:nvSpPr>
              <p:spPr bwMode="auto">
                <a:xfrm>
                  <a:off x="2489000" y="1670242"/>
                  <a:ext cx="584982" cy="15746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2" name="Freeform 461"/>
                <p:cNvSpPr/>
                <p:nvPr/>
              </p:nvSpPr>
              <p:spPr bwMode="auto">
                <a:xfrm>
                  <a:off x="2428615" y="1630876"/>
                  <a:ext cx="705752" cy="10966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3" name="Freeform 462"/>
                <p:cNvSpPr/>
                <p:nvPr/>
              </p:nvSpPr>
              <p:spPr bwMode="auto">
                <a:xfrm>
                  <a:off x="2892827" y="1723668"/>
                  <a:ext cx="256637" cy="95604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4" name="Freeform 463"/>
                <p:cNvSpPr/>
                <p:nvPr/>
              </p:nvSpPr>
              <p:spPr bwMode="auto">
                <a:xfrm>
                  <a:off x="2417294" y="1726479"/>
                  <a:ext cx="252861" cy="92793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65" name="Straight Connector 464"/>
                <p:cNvCxnSpPr>
                  <a:endCxn id="460" idx="2"/>
                </p:cNvCxnSpPr>
                <p:nvPr/>
              </p:nvCxnSpPr>
              <p:spPr bwMode="auto">
                <a:xfrm flipH="1" flipV="1">
                  <a:off x="2183302" y="1732103"/>
                  <a:ext cx="3773" cy="120912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6" name="Straight Connector 465"/>
                <p:cNvCxnSpPr/>
                <p:nvPr/>
              </p:nvCxnSpPr>
              <p:spPr bwMode="auto">
                <a:xfrm flipH="1" flipV="1">
                  <a:off x="3379681" y="1729292"/>
                  <a:ext cx="3775" cy="12091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1" name="Group 20"/>
            <p:cNvGrpSpPr/>
            <p:nvPr/>
          </p:nvGrpSpPr>
          <p:grpSpPr>
            <a:xfrm>
              <a:off x="5491163" y="3179295"/>
              <a:ext cx="522287" cy="1824505"/>
              <a:chOff x="5491163" y="3179295"/>
              <a:chExt cx="522287" cy="1824505"/>
            </a:xfrm>
          </p:grpSpPr>
          <p:sp>
            <p:nvSpPr>
              <p:cNvPr id="468" name="Rectangle 467"/>
              <p:cNvSpPr/>
              <p:nvPr/>
            </p:nvSpPr>
            <p:spPr bwMode="auto">
              <a:xfrm rot="10800000">
                <a:off x="5498044" y="3266845"/>
                <a:ext cx="498349" cy="325689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69" name="Straight Connector 468"/>
              <p:cNvCxnSpPr>
                <a:stCxn id="489" idx="6"/>
              </p:cNvCxnSpPr>
              <p:nvPr/>
            </p:nvCxnSpPr>
            <p:spPr bwMode="auto">
              <a:xfrm>
                <a:off x="6003925" y="3268195"/>
                <a:ext cx="6350" cy="1581176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7187" name="Picture 469" descr="router_top.png"/>
              <p:cNvPicPr>
                <a:picLocks noChangeAspect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91163" y="3206725"/>
                <a:ext cx="522287" cy="220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47189" name="Group 471"/>
              <p:cNvGrpSpPr>
                <a:grpSpLocks/>
              </p:cNvGrpSpPr>
              <p:nvPr/>
            </p:nvGrpSpPr>
            <p:grpSpPr bwMode="auto">
              <a:xfrm>
                <a:off x="5502167" y="4781999"/>
                <a:ext cx="507858" cy="221801"/>
                <a:chOff x="4128636" y="3606589"/>
                <a:chExt cx="568145" cy="338667"/>
              </a:xfrm>
            </p:grpSpPr>
            <p:sp>
              <p:nvSpPr>
                <p:cNvPr id="481" name="Oval 480"/>
                <p:cNvSpPr/>
                <p:nvPr/>
              </p:nvSpPr>
              <p:spPr>
                <a:xfrm>
                  <a:off x="4128757" y="3719830"/>
                  <a:ext cx="568304" cy="225426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82" name="Rectangle 481"/>
                <p:cNvSpPr/>
                <p:nvPr/>
              </p:nvSpPr>
              <p:spPr>
                <a:xfrm>
                  <a:off x="4128757" y="3719830"/>
                  <a:ext cx="568304" cy="111502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83" name="Oval 482"/>
                <p:cNvSpPr/>
                <p:nvPr/>
              </p:nvSpPr>
              <p:spPr>
                <a:xfrm>
                  <a:off x="4128757" y="3605903"/>
                  <a:ext cx="568304" cy="225428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84" name="Straight Connector 483"/>
                <p:cNvCxnSpPr/>
                <p:nvPr/>
              </p:nvCxnSpPr>
              <p:spPr>
                <a:xfrm>
                  <a:off x="4697061" y="3719830"/>
                  <a:ext cx="0" cy="11150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5" name="Straight Connector 484"/>
                <p:cNvCxnSpPr/>
                <p:nvPr/>
              </p:nvCxnSpPr>
              <p:spPr>
                <a:xfrm>
                  <a:off x="4128757" y="3719830"/>
                  <a:ext cx="0" cy="11150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3" name="Rectangle 472"/>
              <p:cNvSpPr/>
              <p:nvPr/>
            </p:nvSpPr>
            <p:spPr bwMode="auto">
              <a:xfrm>
                <a:off x="5507038" y="3695700"/>
                <a:ext cx="498475" cy="116363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76" name="Straight Connector 475"/>
              <p:cNvCxnSpPr>
                <a:stCxn id="47187" idx="1"/>
              </p:cNvCxnSpPr>
              <p:nvPr/>
            </p:nvCxnSpPr>
            <p:spPr bwMode="auto">
              <a:xfrm>
                <a:off x="5491163" y="3316941"/>
                <a:ext cx="6350" cy="163288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139" name="Group 485"/>
              <p:cNvGrpSpPr>
                <a:grpSpLocks/>
              </p:cNvGrpSpPr>
              <p:nvPr/>
            </p:nvGrpSpPr>
            <p:grpSpPr bwMode="auto">
              <a:xfrm>
                <a:off x="5500688" y="3179295"/>
                <a:ext cx="504825" cy="242888"/>
                <a:chOff x="2183302" y="1574638"/>
                <a:chExt cx="1200154" cy="430218"/>
              </a:xfrm>
            </p:grpSpPr>
            <p:sp>
              <p:nvSpPr>
                <p:cNvPr id="487" name="Oval 486"/>
                <p:cNvSpPr/>
                <p:nvPr/>
              </p:nvSpPr>
              <p:spPr bwMode="auto">
                <a:xfrm flipV="1">
                  <a:off x="2187075" y="1689926"/>
                  <a:ext cx="1196381" cy="3149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488" name="Rectangle 487"/>
                <p:cNvSpPr/>
                <p:nvPr/>
              </p:nvSpPr>
              <p:spPr bwMode="auto">
                <a:xfrm>
                  <a:off x="2183302" y="1734916"/>
                  <a:ext cx="1200154" cy="11247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89" name="Oval 488"/>
                <p:cNvSpPr/>
                <p:nvPr/>
              </p:nvSpPr>
              <p:spPr bwMode="auto">
                <a:xfrm flipV="1">
                  <a:off x="2183302" y="1574638"/>
                  <a:ext cx="1196379" cy="314930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490" name="Freeform 489"/>
                <p:cNvSpPr/>
                <p:nvPr/>
              </p:nvSpPr>
              <p:spPr bwMode="auto">
                <a:xfrm>
                  <a:off x="2489000" y="1670242"/>
                  <a:ext cx="584982" cy="15746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91" name="Freeform 490"/>
                <p:cNvSpPr/>
                <p:nvPr/>
              </p:nvSpPr>
              <p:spPr bwMode="auto">
                <a:xfrm>
                  <a:off x="2428615" y="1630876"/>
                  <a:ext cx="705752" cy="10966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92" name="Freeform 491"/>
                <p:cNvSpPr/>
                <p:nvPr/>
              </p:nvSpPr>
              <p:spPr bwMode="auto">
                <a:xfrm>
                  <a:off x="2892827" y="1723668"/>
                  <a:ext cx="256637" cy="95604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93" name="Freeform 492"/>
                <p:cNvSpPr/>
                <p:nvPr/>
              </p:nvSpPr>
              <p:spPr bwMode="auto">
                <a:xfrm>
                  <a:off x="2417294" y="1726479"/>
                  <a:ext cx="252861" cy="92793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94" name="Straight Connector 493"/>
                <p:cNvCxnSpPr>
                  <a:endCxn id="489" idx="2"/>
                </p:cNvCxnSpPr>
                <p:nvPr/>
              </p:nvCxnSpPr>
              <p:spPr bwMode="auto">
                <a:xfrm flipH="1" flipV="1">
                  <a:off x="2183302" y="1732103"/>
                  <a:ext cx="3773" cy="120912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5" name="Straight Connector 494"/>
                <p:cNvCxnSpPr/>
                <p:nvPr/>
              </p:nvCxnSpPr>
              <p:spPr bwMode="auto">
                <a:xfrm flipH="1" flipV="1">
                  <a:off x="3379681" y="1729292"/>
                  <a:ext cx="3775" cy="12091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" name="Group 21"/>
            <p:cNvGrpSpPr/>
            <p:nvPr/>
          </p:nvGrpSpPr>
          <p:grpSpPr>
            <a:xfrm>
              <a:off x="6472366" y="2647932"/>
              <a:ext cx="522159" cy="2354282"/>
              <a:chOff x="6472366" y="2647932"/>
              <a:chExt cx="522159" cy="2354282"/>
            </a:xfrm>
          </p:grpSpPr>
          <p:sp>
            <p:nvSpPr>
              <p:cNvPr id="497" name="Rectangle 496"/>
              <p:cNvSpPr/>
              <p:nvPr/>
            </p:nvSpPr>
            <p:spPr bwMode="auto">
              <a:xfrm rot="10800000">
                <a:off x="6482296" y="2777838"/>
                <a:ext cx="498349" cy="72203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98" name="Straight Connector 497"/>
              <p:cNvCxnSpPr/>
              <p:nvPr/>
            </p:nvCxnSpPr>
            <p:spPr bwMode="auto">
              <a:xfrm>
                <a:off x="6994525" y="2845840"/>
                <a:ext cx="0" cy="1999208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160" name="Group 500"/>
              <p:cNvGrpSpPr>
                <a:grpSpLocks/>
              </p:cNvGrpSpPr>
              <p:nvPr/>
            </p:nvGrpSpPr>
            <p:grpSpPr bwMode="auto">
              <a:xfrm>
                <a:off x="6486417" y="4766099"/>
                <a:ext cx="507858" cy="236115"/>
                <a:chOff x="4128636" y="3606589"/>
                <a:chExt cx="568145" cy="338667"/>
              </a:xfrm>
            </p:grpSpPr>
            <p:sp>
              <p:nvSpPr>
                <p:cNvPr id="510" name="Oval 509"/>
                <p:cNvSpPr/>
                <p:nvPr/>
              </p:nvSpPr>
              <p:spPr>
                <a:xfrm>
                  <a:off x="4128757" y="3719828"/>
                  <a:ext cx="568304" cy="225428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1" name="Rectangle 510"/>
                <p:cNvSpPr/>
                <p:nvPr/>
              </p:nvSpPr>
              <p:spPr>
                <a:xfrm>
                  <a:off x="4128757" y="3719828"/>
                  <a:ext cx="568304" cy="111502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2" name="Oval 511"/>
                <p:cNvSpPr/>
                <p:nvPr/>
              </p:nvSpPr>
              <p:spPr>
                <a:xfrm>
                  <a:off x="4128757" y="3605903"/>
                  <a:ext cx="568304" cy="22542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13" name="Straight Connector 512"/>
                <p:cNvCxnSpPr/>
                <p:nvPr/>
              </p:nvCxnSpPr>
              <p:spPr>
                <a:xfrm>
                  <a:off x="4697061" y="3719828"/>
                  <a:ext cx="0" cy="11150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4" name="Straight Connector 513"/>
                <p:cNvCxnSpPr/>
                <p:nvPr/>
              </p:nvCxnSpPr>
              <p:spPr>
                <a:xfrm>
                  <a:off x="4128757" y="3719828"/>
                  <a:ext cx="0" cy="11150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2" name="Rectangle 501"/>
              <p:cNvSpPr/>
              <p:nvPr/>
            </p:nvSpPr>
            <p:spPr bwMode="auto">
              <a:xfrm>
                <a:off x="6491288" y="3609696"/>
                <a:ext cx="498475" cy="1238732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05" name="Straight Connector 504"/>
              <p:cNvCxnSpPr/>
              <p:nvPr/>
            </p:nvCxnSpPr>
            <p:spPr bwMode="auto">
              <a:xfrm>
                <a:off x="6472366" y="2818589"/>
                <a:ext cx="9397" cy="2126166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141" name="Group 514"/>
              <p:cNvGrpSpPr>
                <a:grpSpLocks/>
              </p:cNvGrpSpPr>
              <p:nvPr/>
            </p:nvGrpSpPr>
            <p:grpSpPr bwMode="auto">
              <a:xfrm>
                <a:off x="6478146" y="2647932"/>
                <a:ext cx="504825" cy="242887"/>
                <a:chOff x="2183302" y="1574638"/>
                <a:chExt cx="1200154" cy="430218"/>
              </a:xfrm>
            </p:grpSpPr>
            <p:sp>
              <p:nvSpPr>
                <p:cNvPr id="516" name="Oval 515"/>
                <p:cNvSpPr/>
                <p:nvPr/>
              </p:nvSpPr>
              <p:spPr bwMode="auto">
                <a:xfrm flipV="1">
                  <a:off x="2187075" y="1689925"/>
                  <a:ext cx="1196381" cy="31493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17" name="Rectangle 516"/>
                <p:cNvSpPr/>
                <p:nvPr/>
              </p:nvSpPr>
              <p:spPr bwMode="auto">
                <a:xfrm>
                  <a:off x="2183302" y="1734915"/>
                  <a:ext cx="1200154" cy="112476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8" name="Oval 517"/>
                <p:cNvSpPr/>
                <p:nvPr/>
              </p:nvSpPr>
              <p:spPr bwMode="auto">
                <a:xfrm flipV="1">
                  <a:off x="2183302" y="1574638"/>
                  <a:ext cx="1196379" cy="314931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19" name="Freeform 518"/>
                <p:cNvSpPr/>
                <p:nvPr/>
              </p:nvSpPr>
              <p:spPr bwMode="auto">
                <a:xfrm>
                  <a:off x="2489000" y="1670242"/>
                  <a:ext cx="584982" cy="15746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20" name="Freeform 519"/>
                <p:cNvSpPr/>
                <p:nvPr/>
              </p:nvSpPr>
              <p:spPr bwMode="auto">
                <a:xfrm>
                  <a:off x="2428615" y="1630876"/>
                  <a:ext cx="705752" cy="109663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21" name="Freeform 520"/>
                <p:cNvSpPr/>
                <p:nvPr/>
              </p:nvSpPr>
              <p:spPr bwMode="auto">
                <a:xfrm>
                  <a:off x="2892827" y="1723667"/>
                  <a:ext cx="256637" cy="95604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22" name="Freeform 521"/>
                <p:cNvSpPr/>
                <p:nvPr/>
              </p:nvSpPr>
              <p:spPr bwMode="auto">
                <a:xfrm>
                  <a:off x="2417294" y="1726480"/>
                  <a:ext cx="252861" cy="92791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23" name="Straight Connector 522"/>
                <p:cNvCxnSpPr>
                  <a:endCxn id="518" idx="2"/>
                </p:cNvCxnSpPr>
                <p:nvPr/>
              </p:nvCxnSpPr>
              <p:spPr bwMode="auto">
                <a:xfrm flipH="1" flipV="1">
                  <a:off x="2183302" y="1732104"/>
                  <a:ext cx="3773" cy="12091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4" name="Straight Connector 523"/>
                <p:cNvCxnSpPr/>
                <p:nvPr/>
              </p:nvCxnSpPr>
              <p:spPr bwMode="auto">
                <a:xfrm flipH="1" flipV="1">
                  <a:off x="3379681" y="1729291"/>
                  <a:ext cx="3775" cy="120912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7142" name="Text Box 167"/>
          <p:cNvSpPr txBox="1">
            <a:spLocks noChangeArrowheads="1"/>
          </p:cNvSpPr>
          <p:nvPr/>
        </p:nvSpPr>
        <p:spPr bwMode="auto">
          <a:xfrm>
            <a:off x="563563" y="277813"/>
            <a:ext cx="4745635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3600" dirty="0">
                <a:solidFill>
                  <a:srgbClr val="000099"/>
                </a:solidFill>
                <a:latin typeface="Gill Sans MT" charset="0"/>
              </a:rPr>
              <a:t>Per-router control plane</a:t>
            </a:r>
          </a:p>
        </p:txBody>
      </p:sp>
      <p:grpSp>
        <p:nvGrpSpPr>
          <p:cNvPr id="229" name="Group 228"/>
          <p:cNvGrpSpPr/>
          <p:nvPr/>
        </p:nvGrpSpPr>
        <p:grpSpPr>
          <a:xfrm>
            <a:off x="1828233" y="3016011"/>
            <a:ext cx="5112820" cy="879389"/>
            <a:chOff x="1866825" y="707349"/>
            <a:chExt cx="5112820" cy="879389"/>
          </a:xfrm>
        </p:grpSpPr>
        <p:sp>
          <p:nvSpPr>
            <p:cNvPr id="233" name="Oval 232"/>
            <p:cNvSpPr/>
            <p:nvPr/>
          </p:nvSpPr>
          <p:spPr>
            <a:xfrm>
              <a:off x="1866825" y="785347"/>
              <a:ext cx="954705" cy="491476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1891781" y="783191"/>
              <a:ext cx="910613" cy="4761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1480"/>
                </a:lnSpc>
              </a:pPr>
              <a:r>
                <a:rPr lang="en-US" sz="1400" dirty="0"/>
                <a:t>Routing</a:t>
              </a:r>
            </a:p>
            <a:p>
              <a:pPr algn="ctr">
                <a:lnSpc>
                  <a:spcPts val="1480"/>
                </a:lnSpc>
              </a:pPr>
              <a:r>
                <a:rPr lang="en-US" sz="1400" dirty="0"/>
                <a:t>Algorithm</a:t>
              </a:r>
            </a:p>
          </p:txBody>
        </p:sp>
        <p:cxnSp>
          <p:nvCxnSpPr>
            <p:cNvPr id="235" name="Straight Arrow Connector 234"/>
            <p:cNvCxnSpPr/>
            <p:nvPr/>
          </p:nvCxnSpPr>
          <p:spPr>
            <a:xfrm flipV="1">
              <a:off x="2833714" y="807908"/>
              <a:ext cx="1517851" cy="213379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/>
            <p:cNvCxnSpPr/>
            <p:nvPr/>
          </p:nvCxnSpPr>
          <p:spPr>
            <a:xfrm>
              <a:off x="2750618" y="1201670"/>
              <a:ext cx="797027" cy="279264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Arrow Connector 236"/>
            <p:cNvCxnSpPr/>
            <p:nvPr/>
          </p:nvCxnSpPr>
          <p:spPr>
            <a:xfrm>
              <a:off x="4684666" y="894080"/>
              <a:ext cx="893541" cy="510629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Arrow Connector 237"/>
            <p:cNvCxnSpPr/>
            <p:nvPr/>
          </p:nvCxnSpPr>
          <p:spPr>
            <a:xfrm>
              <a:off x="4800837" y="800746"/>
              <a:ext cx="1695897" cy="130795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Oval 238"/>
            <p:cNvSpPr/>
            <p:nvPr/>
          </p:nvSpPr>
          <p:spPr>
            <a:xfrm>
              <a:off x="6558622" y="894080"/>
              <a:ext cx="421023" cy="182029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/>
            <p:cNvSpPr/>
            <p:nvPr/>
          </p:nvSpPr>
          <p:spPr>
            <a:xfrm>
              <a:off x="5572329" y="1404709"/>
              <a:ext cx="421023" cy="182029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/>
            <p:cNvSpPr/>
            <p:nvPr/>
          </p:nvSpPr>
          <p:spPr>
            <a:xfrm>
              <a:off x="4367082" y="707349"/>
              <a:ext cx="421023" cy="182029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Oval 241"/>
            <p:cNvSpPr/>
            <p:nvPr/>
          </p:nvSpPr>
          <p:spPr>
            <a:xfrm>
              <a:off x="3571953" y="1402071"/>
              <a:ext cx="421023" cy="182029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3" name="Straight Arrow Connector 242"/>
            <p:cNvCxnSpPr/>
            <p:nvPr/>
          </p:nvCxnSpPr>
          <p:spPr>
            <a:xfrm>
              <a:off x="2821560" y="1106261"/>
              <a:ext cx="2738615" cy="338776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Arrow Connector 243"/>
            <p:cNvCxnSpPr>
              <a:endCxn id="239" idx="2"/>
            </p:cNvCxnSpPr>
            <p:nvPr/>
          </p:nvCxnSpPr>
          <p:spPr>
            <a:xfrm flipV="1">
              <a:off x="3997124" y="985095"/>
              <a:ext cx="2561498" cy="469120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Arrow Connector 244"/>
            <p:cNvCxnSpPr/>
            <p:nvPr/>
          </p:nvCxnSpPr>
          <p:spPr>
            <a:xfrm flipV="1">
              <a:off x="3992124" y="1509221"/>
              <a:ext cx="1580205" cy="2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Arrow Connector 245"/>
            <p:cNvCxnSpPr/>
            <p:nvPr/>
          </p:nvCxnSpPr>
          <p:spPr>
            <a:xfrm flipV="1">
              <a:off x="5997500" y="1083737"/>
              <a:ext cx="751103" cy="397197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8" name="TextBox 257"/>
          <p:cNvSpPr txBox="1"/>
          <p:nvPr/>
        </p:nvSpPr>
        <p:spPr>
          <a:xfrm>
            <a:off x="517479" y="1154626"/>
            <a:ext cx="8209014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Individual routing algorithm components </a:t>
            </a:r>
            <a:r>
              <a:rPr lang="en-US" sz="2400" i="1" dirty="0">
                <a:solidFill>
                  <a:srgbClr val="000090"/>
                </a:solidFill>
              </a:rPr>
              <a:t>in each and every router </a:t>
            </a:r>
            <a:r>
              <a:rPr lang="en-US" sz="2400" dirty="0"/>
              <a:t>interact with each other in control plane to compute forwarding tables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1557338" y="3404226"/>
            <a:ext cx="6375400" cy="1047750"/>
            <a:chOff x="1557338" y="3074988"/>
            <a:chExt cx="6375400" cy="1047750"/>
          </a:xfrm>
        </p:grpSpPr>
        <p:sp>
          <p:nvSpPr>
            <p:cNvPr id="47115" name="TextBox 232"/>
            <p:cNvSpPr txBox="1">
              <a:spLocks noChangeArrowheads="1"/>
            </p:cNvSpPr>
            <p:nvPr/>
          </p:nvSpPr>
          <p:spPr bwMode="auto">
            <a:xfrm>
              <a:off x="7292975" y="3651250"/>
              <a:ext cx="595313" cy="47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sz="1400"/>
                <a:t>data</a:t>
              </a:r>
            </a:p>
            <a:p>
              <a:pPr algn="ctr">
                <a:lnSpc>
                  <a:spcPts val="1463"/>
                </a:lnSpc>
              </a:pPr>
              <a:r>
                <a:rPr lang="en-US" sz="1400"/>
                <a:t>plane</a:t>
              </a:r>
            </a:p>
          </p:txBody>
        </p:sp>
        <p:sp>
          <p:nvSpPr>
            <p:cNvPr id="47116" name="TextBox 233"/>
            <p:cNvSpPr txBox="1">
              <a:spLocks noChangeArrowheads="1"/>
            </p:cNvSpPr>
            <p:nvPr/>
          </p:nvSpPr>
          <p:spPr bwMode="auto">
            <a:xfrm>
              <a:off x="7224713" y="3074988"/>
              <a:ext cx="708025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sz="1400"/>
                <a:t>control</a:t>
              </a:r>
            </a:p>
            <a:p>
              <a:pPr algn="ctr">
                <a:lnSpc>
                  <a:spcPts val="1463"/>
                </a:lnSpc>
              </a:pPr>
              <a:r>
                <a:rPr lang="en-US" sz="1400"/>
                <a:t>plane</a:t>
              </a:r>
            </a:p>
          </p:txBody>
        </p:sp>
        <p:cxnSp>
          <p:nvCxnSpPr>
            <p:cNvPr id="232" name="Straight Connector 231"/>
            <p:cNvCxnSpPr/>
            <p:nvPr/>
          </p:nvCxnSpPr>
          <p:spPr>
            <a:xfrm>
              <a:off x="1557338" y="3613150"/>
              <a:ext cx="6207125" cy="0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1829356" y="4031984"/>
            <a:ext cx="5126173" cy="1120753"/>
            <a:chOff x="-4746102" y="4471477"/>
            <a:chExt cx="5126173" cy="1120753"/>
          </a:xfrm>
        </p:grpSpPr>
        <p:pic>
          <p:nvPicPr>
            <p:cNvPr id="47268" name="Picture 10" descr="fig42_table.pdf"/>
            <p:cNvPicPr>
              <a:picLocks noChangeAspect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46102" y="4471477"/>
              <a:ext cx="966463" cy="966962"/>
            </a:xfrm>
            <a:prstGeom prst="rect">
              <a:avLst/>
            </a:prstGeom>
            <a:noFill/>
            <a:ln w="952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6" name="Group 25"/>
            <p:cNvGrpSpPr/>
            <p:nvPr/>
          </p:nvGrpSpPr>
          <p:grpSpPr>
            <a:xfrm>
              <a:off x="-3025264" y="5228984"/>
              <a:ext cx="3405335" cy="363246"/>
              <a:chOff x="-3025264" y="5228984"/>
              <a:chExt cx="3405335" cy="363246"/>
            </a:xfrm>
          </p:grpSpPr>
          <p:grpSp>
            <p:nvGrpSpPr>
              <p:cNvPr id="47251" name="Group 241"/>
              <p:cNvGrpSpPr>
                <a:grpSpLocks/>
              </p:cNvGrpSpPr>
              <p:nvPr/>
            </p:nvGrpSpPr>
            <p:grpSpPr bwMode="auto">
              <a:xfrm>
                <a:off x="-3025264" y="5262858"/>
                <a:ext cx="430360" cy="329372"/>
                <a:chOff x="2931664" y="3912603"/>
                <a:chExt cx="430450" cy="329314"/>
              </a:xfrm>
            </p:grpSpPr>
            <p:sp>
              <p:nvSpPr>
                <p:cNvPr id="92" name="Rectangle 91"/>
                <p:cNvSpPr/>
                <p:nvPr/>
              </p:nvSpPr>
              <p:spPr>
                <a:xfrm>
                  <a:off x="2935837" y="3912034"/>
                  <a:ext cx="425539" cy="330142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93" name="Straight Connector 92"/>
                <p:cNvCxnSpPr/>
                <p:nvPr/>
              </p:nvCxnSpPr>
              <p:spPr>
                <a:xfrm>
                  <a:off x="2931074" y="4004093"/>
                  <a:ext cx="42553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/>
                <p:cNvCxnSpPr/>
                <p:nvPr/>
              </p:nvCxnSpPr>
              <p:spPr>
                <a:xfrm>
                  <a:off x="2931074" y="4067582"/>
                  <a:ext cx="42553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/>
                <p:cNvCxnSpPr>
                  <a:stCxn id="92" idx="2"/>
                </p:cNvCxnSpPr>
                <p:nvPr/>
              </p:nvCxnSpPr>
              <p:spPr>
                <a:xfrm flipH="1" flipV="1">
                  <a:off x="3147019" y="4004093"/>
                  <a:ext cx="1587" cy="238083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220" name="Group 444"/>
              <p:cNvGrpSpPr>
                <a:grpSpLocks/>
              </p:cNvGrpSpPr>
              <p:nvPr/>
            </p:nvGrpSpPr>
            <p:grpSpPr bwMode="auto">
              <a:xfrm>
                <a:off x="-2217227" y="5261364"/>
                <a:ext cx="430361" cy="329307"/>
                <a:chOff x="2931664" y="3912603"/>
                <a:chExt cx="430450" cy="329314"/>
              </a:xfrm>
            </p:grpSpPr>
            <p:sp>
              <p:nvSpPr>
                <p:cNvPr id="448" name="Rectangle 447"/>
                <p:cNvSpPr/>
                <p:nvPr/>
              </p:nvSpPr>
              <p:spPr>
                <a:xfrm>
                  <a:off x="2935838" y="3911941"/>
                  <a:ext cx="425538" cy="33020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49" name="Straight Connector 448"/>
                <p:cNvCxnSpPr/>
                <p:nvPr/>
              </p:nvCxnSpPr>
              <p:spPr>
                <a:xfrm>
                  <a:off x="2931074" y="4004018"/>
                  <a:ext cx="425538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Connector 449"/>
                <p:cNvCxnSpPr/>
                <p:nvPr/>
              </p:nvCxnSpPr>
              <p:spPr>
                <a:xfrm>
                  <a:off x="2931074" y="4067519"/>
                  <a:ext cx="425538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1" name="Straight Connector 450"/>
                <p:cNvCxnSpPr>
                  <a:stCxn id="448" idx="2"/>
                </p:cNvCxnSpPr>
                <p:nvPr/>
              </p:nvCxnSpPr>
              <p:spPr>
                <a:xfrm flipH="1" flipV="1">
                  <a:off x="3147019" y="4004018"/>
                  <a:ext cx="1588" cy="23813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191" name="Group 473"/>
              <p:cNvGrpSpPr>
                <a:grpSpLocks/>
              </p:cNvGrpSpPr>
              <p:nvPr/>
            </p:nvGrpSpPr>
            <p:grpSpPr bwMode="auto">
              <a:xfrm>
                <a:off x="-1034539" y="5261364"/>
                <a:ext cx="430360" cy="329307"/>
                <a:chOff x="2931664" y="3912603"/>
                <a:chExt cx="430450" cy="329314"/>
              </a:xfrm>
            </p:grpSpPr>
            <p:sp>
              <p:nvSpPr>
                <p:cNvPr id="477" name="Rectangle 476"/>
                <p:cNvSpPr/>
                <p:nvPr/>
              </p:nvSpPr>
              <p:spPr>
                <a:xfrm>
                  <a:off x="2935837" y="3911941"/>
                  <a:ext cx="425539" cy="33020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78" name="Straight Connector 477"/>
                <p:cNvCxnSpPr/>
                <p:nvPr/>
              </p:nvCxnSpPr>
              <p:spPr>
                <a:xfrm>
                  <a:off x="2931074" y="4004018"/>
                  <a:ext cx="42553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9" name="Straight Connector 478"/>
                <p:cNvCxnSpPr/>
                <p:nvPr/>
              </p:nvCxnSpPr>
              <p:spPr>
                <a:xfrm>
                  <a:off x="2931074" y="4067519"/>
                  <a:ext cx="42553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0" name="Straight Connector 479"/>
                <p:cNvCxnSpPr>
                  <a:stCxn id="477" idx="2"/>
                </p:cNvCxnSpPr>
                <p:nvPr/>
              </p:nvCxnSpPr>
              <p:spPr>
                <a:xfrm flipH="1" flipV="1">
                  <a:off x="3147019" y="4004018"/>
                  <a:ext cx="1587" cy="23813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162" name="Group 502"/>
              <p:cNvGrpSpPr>
                <a:grpSpLocks/>
              </p:cNvGrpSpPr>
              <p:nvPr/>
            </p:nvGrpSpPr>
            <p:grpSpPr bwMode="auto">
              <a:xfrm>
                <a:off x="-50289" y="5228984"/>
                <a:ext cx="430360" cy="350559"/>
                <a:chOff x="2931664" y="3912603"/>
                <a:chExt cx="430450" cy="329314"/>
              </a:xfrm>
            </p:grpSpPr>
            <p:sp>
              <p:nvSpPr>
                <p:cNvPr id="506" name="Rectangle 505"/>
                <p:cNvSpPr/>
                <p:nvPr/>
              </p:nvSpPr>
              <p:spPr>
                <a:xfrm>
                  <a:off x="2935837" y="3911940"/>
                  <a:ext cx="425539" cy="330207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07" name="Straight Connector 506"/>
                <p:cNvCxnSpPr/>
                <p:nvPr/>
              </p:nvCxnSpPr>
              <p:spPr>
                <a:xfrm>
                  <a:off x="2931074" y="4004017"/>
                  <a:ext cx="42553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8" name="Straight Connector 507"/>
                <p:cNvCxnSpPr/>
                <p:nvPr/>
              </p:nvCxnSpPr>
              <p:spPr>
                <a:xfrm>
                  <a:off x="2931074" y="4067518"/>
                  <a:ext cx="42553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9" name="Straight Connector 508"/>
                <p:cNvCxnSpPr>
                  <a:stCxn id="506" idx="2"/>
                </p:cNvCxnSpPr>
                <p:nvPr/>
              </p:nvCxnSpPr>
              <p:spPr>
                <a:xfrm flipH="1" flipV="1">
                  <a:off x="3147019" y="4004017"/>
                  <a:ext cx="1587" cy="23813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5" name="Group 24"/>
          <p:cNvGrpSpPr/>
          <p:nvPr/>
        </p:nvGrpSpPr>
        <p:grpSpPr>
          <a:xfrm>
            <a:off x="2282487" y="3212142"/>
            <a:ext cx="4437063" cy="1906161"/>
            <a:chOff x="-4267279" y="3655204"/>
            <a:chExt cx="4437063" cy="1906161"/>
          </a:xfrm>
        </p:grpSpPr>
        <p:cxnSp>
          <p:nvCxnSpPr>
            <p:cNvPr id="111" name="Straight Arrow Connector 110"/>
            <p:cNvCxnSpPr/>
            <p:nvPr/>
          </p:nvCxnSpPr>
          <p:spPr bwMode="auto">
            <a:xfrm>
              <a:off x="-4267279" y="4046968"/>
              <a:ext cx="0" cy="422275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/>
            <p:cNvCxnSpPr/>
            <p:nvPr/>
          </p:nvCxnSpPr>
          <p:spPr bwMode="auto">
            <a:xfrm flipH="1">
              <a:off x="-2808366" y="4361550"/>
              <a:ext cx="154" cy="872164"/>
            </a:xfrm>
            <a:prstGeom prst="straightConnector1">
              <a:avLst/>
            </a:prstGeom>
            <a:ln w="6350">
              <a:solidFill>
                <a:srgbClr val="CC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Arrow Connector 445"/>
            <p:cNvCxnSpPr/>
            <p:nvPr/>
          </p:nvCxnSpPr>
          <p:spPr bwMode="auto">
            <a:xfrm>
              <a:off x="-2006807" y="3655204"/>
              <a:ext cx="6479" cy="1576923"/>
            </a:xfrm>
            <a:prstGeom prst="straightConnector1">
              <a:avLst/>
            </a:prstGeom>
            <a:ln w="6350">
              <a:solidFill>
                <a:srgbClr val="CC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Arrow Connector 474"/>
            <p:cNvCxnSpPr>
              <a:stCxn id="468" idx="0"/>
            </p:cNvCxnSpPr>
            <p:nvPr/>
          </p:nvCxnSpPr>
          <p:spPr bwMode="auto">
            <a:xfrm>
              <a:off x="-823524" y="4656511"/>
              <a:ext cx="5883" cy="904854"/>
            </a:xfrm>
            <a:prstGeom prst="straightConnector1">
              <a:avLst/>
            </a:prstGeom>
            <a:ln w="6350">
              <a:solidFill>
                <a:srgbClr val="CC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Straight Arrow Connector 503"/>
            <p:cNvCxnSpPr/>
            <p:nvPr/>
          </p:nvCxnSpPr>
          <p:spPr bwMode="auto">
            <a:xfrm flipH="1">
              <a:off x="166609" y="3798581"/>
              <a:ext cx="3175" cy="1399277"/>
            </a:xfrm>
            <a:prstGeom prst="straightConnector1">
              <a:avLst/>
            </a:prstGeom>
            <a:ln w="6350">
              <a:solidFill>
                <a:srgbClr val="CC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5" y="6475895"/>
            <a:ext cx="458808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5</a:t>
            </a:fld>
            <a:endParaRPr lang="en-US" sz="1200" dirty="0">
              <a:latin typeface="Tahoma" charset="0"/>
            </a:endParaRPr>
          </a:p>
        </p:txBody>
      </p:sp>
      <p:sp>
        <p:nvSpPr>
          <p:cNvPr id="271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320197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1453484" y="2021024"/>
            <a:ext cx="6027737" cy="1440135"/>
            <a:chOff x="1492879" y="2061336"/>
            <a:chExt cx="6027737" cy="1440135"/>
          </a:xfrm>
        </p:grpSpPr>
        <p:sp>
          <p:nvSpPr>
            <p:cNvPr id="388" name="Rectangle 387"/>
            <p:cNvSpPr/>
            <p:nvPr/>
          </p:nvSpPr>
          <p:spPr bwMode="auto">
            <a:xfrm>
              <a:off x="1929251" y="2064703"/>
              <a:ext cx="5043488" cy="101758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396" name="Freeform 395"/>
            <p:cNvSpPr/>
            <p:nvPr/>
          </p:nvSpPr>
          <p:spPr bwMode="auto">
            <a:xfrm>
              <a:off x="1739747" y="2067585"/>
              <a:ext cx="198437" cy="1385888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9855" h="1385496">
                  <a:moveTo>
                    <a:pt x="0" y="745656"/>
                  </a:moveTo>
                  <a:lnTo>
                    <a:pt x="193920" y="0"/>
                  </a:lnTo>
                  <a:cubicBezTo>
                    <a:pt x="195898" y="342623"/>
                    <a:pt x="197877" y="685246"/>
                    <a:pt x="199855" y="1027869"/>
                  </a:cubicBezTo>
                  <a:lnTo>
                    <a:pt x="4471" y="1385496"/>
                  </a:lnTo>
                  <a:cubicBezTo>
                    <a:pt x="2981" y="1172216"/>
                    <a:pt x="1490" y="958936"/>
                    <a:pt x="0" y="745656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lin ang="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398" name="Freeform 397"/>
            <p:cNvSpPr/>
            <p:nvPr/>
          </p:nvSpPr>
          <p:spPr bwMode="auto">
            <a:xfrm flipH="1">
              <a:off x="6969078" y="2061336"/>
              <a:ext cx="220427" cy="1370587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  <a:gd name="connsiteX0" fmla="*/ 0 w 219519"/>
                <a:gd name="connsiteY0" fmla="*/ 730359 h 1370199"/>
                <a:gd name="connsiteX1" fmla="*/ 219401 w 219519"/>
                <a:gd name="connsiteY1" fmla="*/ 0 h 1370199"/>
                <a:gd name="connsiteX2" fmla="*/ 199855 w 219519"/>
                <a:gd name="connsiteY2" fmla="*/ 1012572 h 1370199"/>
                <a:gd name="connsiteX3" fmla="*/ 4471 w 219519"/>
                <a:gd name="connsiteY3" fmla="*/ 1370199 h 1370199"/>
                <a:gd name="connsiteX4" fmla="*/ 0 w 219519"/>
                <a:gd name="connsiteY4" fmla="*/ 730359 h 1370199"/>
                <a:gd name="connsiteX0" fmla="*/ 0 w 219602"/>
                <a:gd name="connsiteY0" fmla="*/ 730359 h 1370199"/>
                <a:gd name="connsiteX1" fmla="*/ 219401 w 219602"/>
                <a:gd name="connsiteY1" fmla="*/ 0 h 1370199"/>
                <a:gd name="connsiteX2" fmla="*/ 210047 w 219602"/>
                <a:gd name="connsiteY2" fmla="*/ 1007473 h 1370199"/>
                <a:gd name="connsiteX3" fmla="*/ 4471 w 219602"/>
                <a:gd name="connsiteY3" fmla="*/ 1370199 h 1370199"/>
                <a:gd name="connsiteX4" fmla="*/ 0 w 219602"/>
                <a:gd name="connsiteY4" fmla="*/ 730359 h 1370199"/>
                <a:gd name="connsiteX0" fmla="*/ 0 w 220239"/>
                <a:gd name="connsiteY0" fmla="*/ 730359 h 1370199"/>
                <a:gd name="connsiteX1" fmla="*/ 219401 w 220239"/>
                <a:gd name="connsiteY1" fmla="*/ 0 h 1370199"/>
                <a:gd name="connsiteX2" fmla="*/ 220239 w 220239"/>
                <a:gd name="connsiteY2" fmla="*/ 1007473 h 1370199"/>
                <a:gd name="connsiteX3" fmla="*/ 4471 w 220239"/>
                <a:gd name="connsiteY3" fmla="*/ 1370199 h 1370199"/>
                <a:gd name="connsiteX4" fmla="*/ 0 w 220239"/>
                <a:gd name="connsiteY4" fmla="*/ 730359 h 137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239" h="1370199">
                  <a:moveTo>
                    <a:pt x="0" y="730359"/>
                  </a:moveTo>
                  <a:cubicBezTo>
                    <a:pt x="64640" y="481807"/>
                    <a:pt x="154761" y="248552"/>
                    <a:pt x="219401" y="0"/>
                  </a:cubicBezTo>
                  <a:cubicBezTo>
                    <a:pt x="221379" y="342623"/>
                    <a:pt x="218261" y="664850"/>
                    <a:pt x="220239" y="1007473"/>
                  </a:cubicBezTo>
                  <a:lnTo>
                    <a:pt x="4471" y="1370199"/>
                  </a:lnTo>
                  <a:cubicBezTo>
                    <a:pt x="2981" y="1156919"/>
                    <a:pt x="1490" y="943639"/>
                    <a:pt x="0" y="730359"/>
                  </a:cubicBezTo>
                  <a:close/>
                </a:path>
              </a:pathLst>
            </a:custGeom>
            <a:gradFill>
              <a:gsLst>
                <a:gs pos="0">
                  <a:schemeClr val="accent6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1080000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grpSp>
          <p:nvGrpSpPr>
            <p:cNvPr id="48316" name="Group 950"/>
            <p:cNvGrpSpPr>
              <a:grpSpLocks/>
            </p:cNvGrpSpPr>
            <p:nvPr/>
          </p:nvGrpSpPr>
          <p:grpSpPr bwMode="auto">
            <a:xfrm>
              <a:off x="1492879" y="2820676"/>
              <a:ext cx="338137" cy="653816"/>
              <a:chOff x="4140" y="429"/>
              <a:chExt cx="1425" cy="2396"/>
            </a:xfrm>
          </p:grpSpPr>
          <p:sp>
            <p:nvSpPr>
              <p:cNvPr id="48350" name="Freeform 951"/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51" name="Rectangle 952"/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52" name="Freeform 953"/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53" name="Freeform 954"/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54" name="Rectangle 955"/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8355" name="Group 956"/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8380" name="AutoShape 957"/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81" name="AutoShape 958"/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56" name="Rectangle 959"/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8357" name="Group 960"/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8378" name="AutoShape 961"/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79" name="AutoShape 962"/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58" name="Rectangle 963"/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59" name="Rectangle 964"/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8360" name="Group 965"/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8376" name="AutoShape 966"/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77" name="AutoShape 967"/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61" name="Freeform 968"/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8362" name="Group 969"/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8374" name="AutoShape 970"/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75" name="AutoShape 971"/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63" name="Rectangle 972"/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64" name="Freeform 973"/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65" name="Freeform 974"/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66" name="Oval 975"/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67" name="Freeform 976"/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68" name="AutoShape 977"/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69" name="AutoShape 978"/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70" name="Oval 979"/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71" name="Oval 980"/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algn="ctr" eaLnBrk="1" hangingPunct="1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48372" name="Oval 981"/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73" name="Rectangle 982"/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48317" name="Group 950"/>
            <p:cNvGrpSpPr>
              <a:grpSpLocks/>
            </p:cNvGrpSpPr>
            <p:nvPr/>
          </p:nvGrpSpPr>
          <p:grpSpPr bwMode="auto">
            <a:xfrm>
              <a:off x="7182479" y="2847655"/>
              <a:ext cx="338137" cy="653816"/>
              <a:chOff x="4140" y="429"/>
              <a:chExt cx="1425" cy="2396"/>
            </a:xfrm>
          </p:grpSpPr>
          <p:sp>
            <p:nvSpPr>
              <p:cNvPr id="48318" name="Freeform 951"/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3 w 354"/>
                  <a:gd name="T1" fmla="*/ 0 h 2742"/>
                  <a:gd name="T2" fmla="*/ 15 w 354"/>
                  <a:gd name="T3" fmla="*/ 27 h 2742"/>
                  <a:gd name="T4" fmla="*/ 15 w 354"/>
                  <a:gd name="T5" fmla="*/ 205 h 2742"/>
                  <a:gd name="T6" fmla="*/ 0 w 354"/>
                  <a:gd name="T7" fmla="*/ 215 h 2742"/>
                  <a:gd name="T8" fmla="*/ 3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19" name="Rectangle 952"/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20" name="Freeform 953"/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9 w 211"/>
                  <a:gd name="T3" fmla="*/ 18 h 2537"/>
                  <a:gd name="T4" fmla="*/ 2 w 211"/>
                  <a:gd name="T5" fmla="*/ 196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21" name="Freeform 954"/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1 h 226"/>
                  <a:gd name="T4" fmla="*/ 14 w 328"/>
                  <a:gd name="T5" fmla="*/ 19 h 226"/>
                  <a:gd name="T6" fmla="*/ 0 w 328"/>
                  <a:gd name="T7" fmla="*/ 8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22" name="Rectangle 955"/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8323" name="Group 956"/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8348" name="AutoShape 957"/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49" name="AutoShape 958"/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24" name="Rectangle 959"/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8325" name="Group 960"/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8346" name="AutoShape 961"/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47" name="AutoShape 962"/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26" name="Rectangle 963"/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27" name="Rectangle 964"/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8328" name="Group 965"/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8344" name="AutoShape 966"/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45" name="AutoShape 967"/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29" name="Freeform 968"/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14 w 328"/>
                  <a:gd name="T3" fmla="*/ 10 h 226"/>
                  <a:gd name="T4" fmla="*/ 14 w 328"/>
                  <a:gd name="T5" fmla="*/ 17 h 226"/>
                  <a:gd name="T6" fmla="*/ 0 w 328"/>
                  <a:gd name="T7" fmla="*/ 7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8330" name="Group 969"/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8342" name="AutoShape 970"/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8343" name="AutoShape 971"/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8331" name="Rectangle 972"/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32" name="Freeform 973"/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14 w 296"/>
                  <a:gd name="T3" fmla="*/ 10 h 256"/>
                  <a:gd name="T4" fmla="*/ 14 w 296"/>
                  <a:gd name="T5" fmla="*/ 19 h 256"/>
                  <a:gd name="T6" fmla="*/ 0 w 296"/>
                  <a:gd name="T7" fmla="*/ 7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33" name="Freeform 974"/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14 w 304"/>
                  <a:gd name="T3" fmla="*/ 13 h 288"/>
                  <a:gd name="T4" fmla="*/ 13 w 304"/>
                  <a:gd name="T5" fmla="*/ 23 h 288"/>
                  <a:gd name="T6" fmla="*/ 2 w 304"/>
                  <a:gd name="T7" fmla="*/ 10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34" name="Oval 975"/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35" name="Freeform 976"/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9 h 240"/>
                  <a:gd name="T2" fmla="*/ 2 w 306"/>
                  <a:gd name="T3" fmla="*/ 19 h 240"/>
                  <a:gd name="T4" fmla="*/ 14 w 306"/>
                  <a:gd name="T5" fmla="*/ 9 h 240"/>
                  <a:gd name="T6" fmla="*/ 14 w 306"/>
                  <a:gd name="T7" fmla="*/ 0 h 240"/>
                  <a:gd name="T8" fmla="*/ 0 w 306"/>
                  <a:gd name="T9" fmla="*/ 9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336" name="AutoShape 977"/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37" name="AutoShape 978"/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38" name="Oval 979"/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39" name="Oval 980"/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algn="ctr" eaLnBrk="1" hangingPunct="1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48340" name="Oval 981"/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8341" name="Rectangle 982"/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48129" name="Freeform 2"/>
          <p:cNvSpPr>
            <a:spLocks/>
          </p:cNvSpPr>
          <p:nvPr/>
        </p:nvSpPr>
        <p:spPr bwMode="auto">
          <a:xfrm>
            <a:off x="2592388" y="5749925"/>
            <a:ext cx="4027487" cy="939800"/>
          </a:xfrm>
          <a:custGeom>
            <a:avLst/>
            <a:gdLst>
              <a:gd name="T0" fmla="*/ 648763 w 10001"/>
              <a:gd name="T1" fmla="*/ 34777612 h 10125"/>
              <a:gd name="T2" fmla="*/ 115976403 w 10001"/>
              <a:gd name="T3" fmla="*/ 13733703 h 10125"/>
              <a:gd name="T4" fmla="*/ 507700960 w 10001"/>
              <a:gd name="T5" fmla="*/ 8662125 h 10125"/>
              <a:gd name="T6" fmla="*/ 810212713 w 10001"/>
              <a:gd name="T7" fmla="*/ 0 h 10125"/>
              <a:gd name="T8" fmla="*/ 1090015738 w 10001"/>
              <a:gd name="T9" fmla="*/ 8687929 h 10125"/>
              <a:gd name="T10" fmla="*/ 1310938763 w 10001"/>
              <a:gd name="T11" fmla="*/ 4279362 h 10125"/>
              <a:gd name="T12" fmla="*/ 1620263134 w 10001"/>
              <a:gd name="T13" fmla="*/ 25736690 h 10125"/>
              <a:gd name="T14" fmla="*/ 1394798364 w 10001"/>
              <a:gd name="T15" fmla="*/ 58525268 h 10125"/>
              <a:gd name="T16" fmla="*/ 1134622140 w 10001"/>
              <a:gd name="T17" fmla="*/ 80266624 h 10125"/>
              <a:gd name="T18" fmla="*/ 860820276 w 10001"/>
              <a:gd name="T19" fmla="*/ 76142271 h 10125"/>
              <a:gd name="T20" fmla="*/ 708996782 w 10001"/>
              <a:gd name="T21" fmla="*/ 85346835 h 10125"/>
              <a:gd name="T22" fmla="*/ 509322667 w 10001"/>
              <a:gd name="T23" fmla="*/ 86268164 h 10125"/>
              <a:gd name="T24" fmla="*/ 353443899 w 10001"/>
              <a:gd name="T25" fmla="*/ 67979516 h 10125"/>
              <a:gd name="T26" fmla="*/ 192536914 w 10001"/>
              <a:gd name="T27" fmla="*/ 64535347 h 10125"/>
              <a:gd name="T28" fmla="*/ 648763 w 10001"/>
              <a:gd name="T29" fmla="*/ 34777612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cxnSp>
        <p:nvCxnSpPr>
          <p:cNvPr id="148" name="Straight Connector 147"/>
          <p:cNvCxnSpPr/>
          <p:nvPr/>
        </p:nvCxnSpPr>
        <p:spPr>
          <a:xfrm flipV="1">
            <a:off x="3262941" y="5900738"/>
            <a:ext cx="1316038" cy="13176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/>
          <p:cNvCxnSpPr/>
          <p:nvPr/>
        </p:nvCxnSpPr>
        <p:spPr>
          <a:xfrm>
            <a:off x="3151816" y="6088063"/>
            <a:ext cx="2259013" cy="2984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>
            <a:off x="3164516" y="6192838"/>
            <a:ext cx="714375" cy="27622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 flipV="1">
            <a:off x="4182104" y="6386513"/>
            <a:ext cx="1247775" cy="825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/>
          <p:nvPr/>
        </p:nvCxnSpPr>
        <p:spPr>
          <a:xfrm>
            <a:off x="4842504" y="5934075"/>
            <a:ext cx="1057275" cy="12382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/>
          <p:cNvCxnSpPr/>
          <p:nvPr/>
        </p:nvCxnSpPr>
        <p:spPr>
          <a:xfrm flipV="1">
            <a:off x="4126541" y="6088063"/>
            <a:ext cx="1790700" cy="2984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 flipV="1">
            <a:off x="5453691" y="6116638"/>
            <a:ext cx="588963" cy="26987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/>
          <p:cNvCxnSpPr/>
          <p:nvPr/>
        </p:nvCxnSpPr>
        <p:spPr>
          <a:xfrm>
            <a:off x="4596441" y="5900738"/>
            <a:ext cx="814388" cy="40163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261" name="Group 48260"/>
          <p:cNvGrpSpPr/>
          <p:nvPr/>
        </p:nvGrpSpPr>
        <p:grpSpPr>
          <a:xfrm>
            <a:off x="1526216" y="3003498"/>
            <a:ext cx="6978041" cy="1096962"/>
            <a:chOff x="1526216" y="3003498"/>
            <a:chExt cx="6978041" cy="1096962"/>
          </a:xfrm>
        </p:grpSpPr>
        <p:sp>
          <p:nvSpPr>
            <p:cNvPr id="48156" name="TextBox 399"/>
            <p:cNvSpPr txBox="1">
              <a:spLocks noChangeArrowheads="1"/>
            </p:cNvSpPr>
            <p:nvPr/>
          </p:nvSpPr>
          <p:spPr bwMode="auto">
            <a:xfrm>
              <a:off x="7714291" y="3628973"/>
              <a:ext cx="595313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sz="1400"/>
                <a:t>data</a:t>
              </a:r>
            </a:p>
            <a:p>
              <a:pPr algn="ctr">
                <a:lnSpc>
                  <a:spcPts val="1463"/>
                </a:lnSpc>
              </a:pPr>
              <a:r>
                <a:rPr lang="en-US" sz="1400"/>
                <a:t>plane</a:t>
              </a:r>
            </a:p>
          </p:txBody>
        </p:sp>
        <p:sp>
          <p:nvSpPr>
            <p:cNvPr id="48157" name="TextBox 400"/>
            <p:cNvSpPr txBox="1">
              <a:spLocks noChangeArrowheads="1"/>
            </p:cNvSpPr>
            <p:nvPr/>
          </p:nvSpPr>
          <p:spPr bwMode="auto">
            <a:xfrm>
              <a:off x="7728579" y="3003498"/>
              <a:ext cx="709612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sz="1400"/>
                <a:t>control</a:t>
              </a:r>
            </a:p>
            <a:p>
              <a:pPr algn="ctr">
                <a:lnSpc>
                  <a:spcPts val="1463"/>
                </a:lnSpc>
              </a:pPr>
              <a:r>
                <a:rPr lang="en-US" sz="1400"/>
                <a:t>plane</a:t>
              </a:r>
            </a:p>
          </p:txBody>
        </p:sp>
        <p:cxnSp>
          <p:nvCxnSpPr>
            <p:cNvPr id="302" name="Straight Connector 301"/>
            <p:cNvCxnSpPr/>
            <p:nvPr/>
          </p:nvCxnSpPr>
          <p:spPr bwMode="auto">
            <a:xfrm flipV="1">
              <a:off x="1526216" y="3579342"/>
              <a:ext cx="6978041" cy="12155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2436115" y="2735108"/>
            <a:ext cx="4296530" cy="320561"/>
            <a:chOff x="2433511" y="2792111"/>
            <a:chExt cx="4296530" cy="320561"/>
          </a:xfrm>
        </p:grpSpPr>
        <p:grpSp>
          <p:nvGrpSpPr>
            <p:cNvPr id="48311" name="Group 401"/>
            <p:cNvGrpSpPr>
              <a:grpSpLocks/>
            </p:cNvGrpSpPr>
            <p:nvPr/>
          </p:nvGrpSpPr>
          <p:grpSpPr bwMode="auto">
            <a:xfrm>
              <a:off x="2433511" y="2794083"/>
              <a:ext cx="349250" cy="317387"/>
              <a:chOff x="2931664" y="3912603"/>
              <a:chExt cx="430450" cy="329314"/>
            </a:xfrm>
          </p:grpSpPr>
          <p:sp>
            <p:nvSpPr>
              <p:cNvPr id="403" name="Rectangle 402"/>
              <p:cNvSpPr/>
              <p:nvPr/>
            </p:nvSpPr>
            <p:spPr>
              <a:xfrm>
                <a:off x="2937534" y="3912858"/>
                <a:ext cx="424580" cy="3294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04" name="Straight Connector 403"/>
              <p:cNvCxnSpPr/>
              <p:nvPr/>
            </p:nvCxnSpPr>
            <p:spPr>
              <a:xfrm>
                <a:off x="2931664" y="4005099"/>
                <a:ext cx="42458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/>
              <p:cNvCxnSpPr/>
              <p:nvPr/>
            </p:nvCxnSpPr>
            <p:spPr>
              <a:xfrm>
                <a:off x="2931664" y="4067691"/>
                <a:ext cx="42458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/>
              <p:cNvCxnSpPr>
                <a:stCxn id="403" idx="2"/>
              </p:cNvCxnSpPr>
              <p:nvPr/>
            </p:nvCxnSpPr>
            <p:spPr>
              <a:xfrm flipH="1" flipV="1">
                <a:off x="3148846" y="4005099"/>
                <a:ext cx="0" cy="23719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312" name="Group 406"/>
            <p:cNvGrpSpPr>
              <a:grpSpLocks/>
            </p:cNvGrpSpPr>
            <p:nvPr/>
          </p:nvGrpSpPr>
          <p:grpSpPr bwMode="auto">
            <a:xfrm>
              <a:off x="3348666" y="2792111"/>
              <a:ext cx="350838" cy="317387"/>
              <a:chOff x="2931664" y="3912603"/>
              <a:chExt cx="430450" cy="329314"/>
            </a:xfrm>
          </p:grpSpPr>
          <p:sp>
            <p:nvSpPr>
              <p:cNvPr id="408" name="Rectangle 407"/>
              <p:cNvSpPr/>
              <p:nvPr/>
            </p:nvSpPr>
            <p:spPr>
              <a:xfrm>
                <a:off x="2937508" y="3912861"/>
                <a:ext cx="424606" cy="3294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09" name="Straight Connector 408"/>
              <p:cNvCxnSpPr/>
              <p:nvPr/>
            </p:nvCxnSpPr>
            <p:spPr>
              <a:xfrm>
                <a:off x="2931664" y="4005102"/>
                <a:ext cx="42460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Straight Connector 409"/>
              <p:cNvCxnSpPr/>
              <p:nvPr/>
            </p:nvCxnSpPr>
            <p:spPr>
              <a:xfrm>
                <a:off x="2931664" y="4067694"/>
                <a:ext cx="42460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/>
              <p:cNvCxnSpPr>
                <a:stCxn id="408" idx="2"/>
              </p:cNvCxnSpPr>
              <p:nvPr/>
            </p:nvCxnSpPr>
            <p:spPr>
              <a:xfrm flipH="1" flipV="1">
                <a:off x="3147863" y="4005102"/>
                <a:ext cx="1947" cy="23719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313" name="Group 411"/>
            <p:cNvGrpSpPr>
              <a:grpSpLocks/>
            </p:cNvGrpSpPr>
            <p:nvPr/>
          </p:nvGrpSpPr>
          <p:grpSpPr bwMode="auto">
            <a:xfrm>
              <a:off x="4182104" y="2792111"/>
              <a:ext cx="350837" cy="317387"/>
              <a:chOff x="2931664" y="3912603"/>
              <a:chExt cx="430450" cy="329314"/>
            </a:xfrm>
          </p:grpSpPr>
          <p:sp>
            <p:nvSpPr>
              <p:cNvPr id="413" name="Rectangle 412"/>
              <p:cNvSpPr/>
              <p:nvPr/>
            </p:nvSpPr>
            <p:spPr>
              <a:xfrm>
                <a:off x="2937507" y="3912861"/>
                <a:ext cx="424607" cy="3294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14" name="Straight Connector 413"/>
              <p:cNvCxnSpPr/>
              <p:nvPr/>
            </p:nvCxnSpPr>
            <p:spPr>
              <a:xfrm>
                <a:off x="2931664" y="4005102"/>
                <a:ext cx="424607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Straight Connector 414"/>
              <p:cNvCxnSpPr/>
              <p:nvPr/>
            </p:nvCxnSpPr>
            <p:spPr>
              <a:xfrm>
                <a:off x="2931664" y="4067694"/>
                <a:ext cx="424607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/>
              <p:cNvCxnSpPr>
                <a:stCxn id="413" idx="2"/>
              </p:cNvCxnSpPr>
              <p:nvPr/>
            </p:nvCxnSpPr>
            <p:spPr>
              <a:xfrm flipH="1" flipV="1">
                <a:off x="3147863" y="4005102"/>
                <a:ext cx="1948" cy="23719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314" name="Group 416"/>
            <p:cNvGrpSpPr>
              <a:grpSpLocks/>
            </p:cNvGrpSpPr>
            <p:nvPr/>
          </p:nvGrpSpPr>
          <p:grpSpPr bwMode="auto">
            <a:xfrm>
              <a:off x="5374316" y="2795285"/>
              <a:ext cx="349250" cy="317387"/>
              <a:chOff x="2931664" y="3912603"/>
              <a:chExt cx="430450" cy="329314"/>
            </a:xfrm>
          </p:grpSpPr>
          <p:sp>
            <p:nvSpPr>
              <p:cNvPr id="418" name="Rectangle 417"/>
              <p:cNvSpPr/>
              <p:nvPr/>
            </p:nvSpPr>
            <p:spPr>
              <a:xfrm>
                <a:off x="2937534" y="3912862"/>
                <a:ext cx="424580" cy="3294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19" name="Straight Connector 418"/>
              <p:cNvCxnSpPr/>
              <p:nvPr/>
            </p:nvCxnSpPr>
            <p:spPr>
              <a:xfrm>
                <a:off x="2931664" y="4005103"/>
                <a:ext cx="42458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419"/>
              <p:cNvCxnSpPr/>
              <p:nvPr/>
            </p:nvCxnSpPr>
            <p:spPr>
              <a:xfrm>
                <a:off x="2931664" y="4067695"/>
                <a:ext cx="42458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Straight Connector 420"/>
              <p:cNvCxnSpPr>
                <a:stCxn id="418" idx="2"/>
              </p:cNvCxnSpPr>
              <p:nvPr/>
            </p:nvCxnSpPr>
            <p:spPr>
              <a:xfrm flipH="1" flipV="1">
                <a:off x="3148846" y="4005103"/>
                <a:ext cx="0" cy="23719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315" name="Group 421"/>
            <p:cNvGrpSpPr>
              <a:grpSpLocks/>
            </p:cNvGrpSpPr>
            <p:nvPr/>
          </p:nvGrpSpPr>
          <p:grpSpPr bwMode="auto">
            <a:xfrm>
              <a:off x="6379204" y="2792111"/>
              <a:ext cx="350837" cy="317387"/>
              <a:chOff x="2931664" y="3912603"/>
              <a:chExt cx="430450" cy="329314"/>
            </a:xfrm>
          </p:grpSpPr>
          <p:sp>
            <p:nvSpPr>
              <p:cNvPr id="423" name="Rectangle 422"/>
              <p:cNvSpPr/>
              <p:nvPr/>
            </p:nvSpPr>
            <p:spPr>
              <a:xfrm>
                <a:off x="2937507" y="3912861"/>
                <a:ext cx="424607" cy="3294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24" name="Straight Connector 423"/>
              <p:cNvCxnSpPr/>
              <p:nvPr/>
            </p:nvCxnSpPr>
            <p:spPr>
              <a:xfrm>
                <a:off x="2931664" y="4005102"/>
                <a:ext cx="424607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/>
              <p:cNvCxnSpPr/>
              <p:nvPr/>
            </p:nvCxnSpPr>
            <p:spPr>
              <a:xfrm>
                <a:off x="2931664" y="4067694"/>
                <a:ext cx="424607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Straight Connector 425"/>
              <p:cNvCxnSpPr>
                <a:stCxn id="423" idx="2"/>
              </p:cNvCxnSpPr>
              <p:nvPr/>
            </p:nvCxnSpPr>
            <p:spPr>
              <a:xfrm flipH="1" flipV="1">
                <a:off x="3147863" y="4005102"/>
                <a:ext cx="1948" cy="23719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8260" name="Group 48259"/>
          <p:cNvGrpSpPr/>
          <p:nvPr/>
        </p:nvGrpSpPr>
        <p:grpSpPr>
          <a:xfrm>
            <a:off x="1856416" y="3709935"/>
            <a:ext cx="5211763" cy="2739614"/>
            <a:chOff x="1856416" y="3709935"/>
            <a:chExt cx="5211763" cy="2739614"/>
          </a:xfrm>
        </p:grpSpPr>
        <p:sp>
          <p:nvSpPr>
            <p:cNvPr id="268" name="Freeform 267"/>
            <p:cNvSpPr/>
            <p:nvPr/>
          </p:nvSpPr>
          <p:spPr>
            <a:xfrm>
              <a:off x="1876731" y="5330139"/>
              <a:ext cx="1280789" cy="75908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99" h="759828">
                  <a:moveTo>
                    <a:pt x="965179" y="759828"/>
                  </a:moveTo>
                  <a:cubicBezTo>
                    <a:pt x="301565" y="231725"/>
                    <a:pt x="628999" y="498939"/>
                    <a:pt x="0" y="0"/>
                  </a:cubicBezTo>
                  <a:lnTo>
                    <a:pt x="999231" y="13701"/>
                  </a:lnTo>
                  <a:cubicBezTo>
                    <a:pt x="1112985" y="379881"/>
                    <a:pt x="1055867" y="236107"/>
                    <a:pt x="1280499" y="723135"/>
                  </a:cubicBezTo>
                  <a:cubicBezTo>
                    <a:pt x="1186079" y="728668"/>
                    <a:pt x="1127207" y="701414"/>
                    <a:pt x="965179" y="75982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2" name="Freeform 271"/>
            <p:cNvSpPr/>
            <p:nvPr/>
          </p:nvSpPr>
          <p:spPr>
            <a:xfrm>
              <a:off x="6202668" y="5429198"/>
              <a:ext cx="865511" cy="55382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1011379"/>
                <a:gd name="connsiteY0" fmla="*/ 605727 h 758185"/>
                <a:gd name="connsiteX1" fmla="*/ 490915 w 1011379"/>
                <a:gd name="connsiteY1" fmla="*/ 13939 h 758185"/>
                <a:gd name="connsiteX2" fmla="*/ 1011379 w 1011379"/>
                <a:gd name="connsiteY2" fmla="*/ 563 h 758185"/>
                <a:gd name="connsiteX3" fmla="*/ 268780 w 1011379"/>
                <a:gd name="connsiteY3" fmla="*/ 758185 h 758185"/>
                <a:gd name="connsiteX4" fmla="*/ 0 w 1011379"/>
                <a:gd name="connsiteY4" fmla="*/ 605727 h 758185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05727"/>
                <a:gd name="connsiteX1" fmla="*/ 490915 w 1011379"/>
                <a:gd name="connsiteY1" fmla="*/ 13939 h 605727"/>
                <a:gd name="connsiteX2" fmla="*/ 1011379 w 1011379"/>
                <a:gd name="connsiteY2" fmla="*/ 563 h 605727"/>
                <a:gd name="connsiteX3" fmla="*/ 318823 w 1011379"/>
                <a:gd name="connsiteY3" fmla="*/ 553361 h 605727"/>
                <a:gd name="connsiteX4" fmla="*/ 0 w 1011379"/>
                <a:gd name="connsiteY4" fmla="*/ 605727 h 605727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6251" h="553361">
                  <a:moveTo>
                    <a:pt x="0" y="540783"/>
                  </a:moveTo>
                  <a:cubicBezTo>
                    <a:pt x="274887" y="134762"/>
                    <a:pt x="159176" y="337938"/>
                    <a:pt x="345787" y="13939"/>
                  </a:cubicBezTo>
                  <a:cubicBezTo>
                    <a:pt x="520528" y="18247"/>
                    <a:pt x="691510" y="-3745"/>
                    <a:pt x="866251" y="563"/>
                  </a:cubicBezTo>
                  <a:cubicBezTo>
                    <a:pt x="252709" y="502795"/>
                    <a:pt x="640047" y="209256"/>
                    <a:pt x="173695" y="553361"/>
                  </a:cubicBezTo>
                  <a:cubicBezTo>
                    <a:pt x="39410" y="524725"/>
                    <a:pt x="196198" y="539317"/>
                    <a:pt x="0" y="54078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3" name="Freeform 272"/>
            <p:cNvSpPr/>
            <p:nvPr/>
          </p:nvSpPr>
          <p:spPr>
            <a:xfrm>
              <a:off x="5378281" y="5449835"/>
              <a:ext cx="675485" cy="89677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675040"/>
                <a:gd name="connsiteY0" fmla="*/ 894029 h 896577"/>
                <a:gd name="connsiteX1" fmla="*/ 15664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  <a:gd name="connsiteX0" fmla="*/ 0 w 675040"/>
                <a:gd name="connsiteY0" fmla="*/ 894029 h 896577"/>
                <a:gd name="connsiteX1" fmla="*/ 18662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40" h="896577">
                  <a:moveTo>
                    <a:pt x="0" y="894029"/>
                  </a:moveTo>
                  <a:cubicBezTo>
                    <a:pt x="95638" y="409857"/>
                    <a:pt x="76811" y="618448"/>
                    <a:pt x="186623" y="1724"/>
                  </a:cubicBezTo>
                  <a:cubicBezTo>
                    <a:pt x="431451" y="14348"/>
                    <a:pt x="449377" y="35256"/>
                    <a:pt x="675040" y="0"/>
                  </a:cubicBezTo>
                  <a:cubicBezTo>
                    <a:pt x="276172" y="749497"/>
                    <a:pt x="462801" y="344746"/>
                    <a:pt x="179079" y="886531"/>
                  </a:cubicBezTo>
                  <a:cubicBezTo>
                    <a:pt x="44794" y="857895"/>
                    <a:pt x="92525" y="908114"/>
                    <a:pt x="0" y="894029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4" name="Freeform 273"/>
            <p:cNvSpPr/>
            <p:nvPr/>
          </p:nvSpPr>
          <p:spPr>
            <a:xfrm>
              <a:off x="4340854" y="5470471"/>
              <a:ext cx="514350" cy="401843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7341"/>
                <a:gd name="connsiteX1" fmla="*/ 0 w 514180"/>
                <a:gd name="connsiteY1" fmla="*/ 0 h 577341"/>
                <a:gd name="connsiteX2" fmla="*/ 514180 w 514180"/>
                <a:gd name="connsiteY2" fmla="*/ 10891 h 577341"/>
                <a:gd name="connsiteX3" fmla="*/ 404259 w 514180"/>
                <a:gd name="connsiteY3" fmla="*/ 386400 h 577341"/>
                <a:gd name="connsiteX4" fmla="*/ 135770 w 514180"/>
                <a:gd name="connsiteY4" fmla="*/ 577341 h 577341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02193 h 402193"/>
                <a:gd name="connsiteX1" fmla="*/ 0 w 514180"/>
                <a:gd name="connsiteY1" fmla="*/ 0 h 402193"/>
                <a:gd name="connsiteX2" fmla="*/ 514180 w 514180"/>
                <a:gd name="connsiteY2" fmla="*/ 10891 h 402193"/>
                <a:gd name="connsiteX3" fmla="*/ 404259 w 514180"/>
                <a:gd name="connsiteY3" fmla="*/ 386400 h 402193"/>
                <a:gd name="connsiteX4" fmla="*/ 100781 w 514180"/>
                <a:gd name="connsiteY4" fmla="*/ 402193 h 402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402193">
                  <a:moveTo>
                    <a:pt x="100781" y="402193"/>
                  </a:moveTo>
                  <a:cubicBezTo>
                    <a:pt x="60584" y="194221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91637" y="89943"/>
                    <a:pt x="404259" y="386400"/>
                  </a:cubicBezTo>
                  <a:cubicBezTo>
                    <a:pt x="357814" y="390704"/>
                    <a:pt x="168880" y="400727"/>
                    <a:pt x="100781" y="40219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5" name="Freeform 274"/>
            <p:cNvSpPr/>
            <p:nvPr/>
          </p:nvSpPr>
          <p:spPr>
            <a:xfrm>
              <a:off x="3561391" y="5433960"/>
              <a:ext cx="573725" cy="1015589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  <a:gd name="connsiteX0" fmla="*/ 403236 w 574100"/>
                <a:gd name="connsiteY0" fmla="*/ 1215612 h 1215612"/>
                <a:gd name="connsiteX1" fmla="*/ 0 w 574100"/>
                <a:gd name="connsiteY1" fmla="*/ 4757 h 1215612"/>
                <a:gd name="connsiteX2" fmla="*/ 502783 w 574100"/>
                <a:gd name="connsiteY2" fmla="*/ 0 h 1215612"/>
                <a:gd name="connsiteX3" fmla="*/ 574100 w 574100"/>
                <a:gd name="connsiteY3" fmla="*/ 1014877 h 1215612"/>
                <a:gd name="connsiteX4" fmla="*/ 403236 w 574100"/>
                <a:gd name="connsiteY4" fmla="*/ 1215612 h 1215612"/>
                <a:gd name="connsiteX0" fmla="*/ 333190 w 574100"/>
                <a:gd name="connsiteY0" fmla="*/ 985695 h 1015244"/>
                <a:gd name="connsiteX1" fmla="*/ 0 w 574100"/>
                <a:gd name="connsiteY1" fmla="*/ 4757 h 1015244"/>
                <a:gd name="connsiteX2" fmla="*/ 502783 w 574100"/>
                <a:gd name="connsiteY2" fmla="*/ 0 h 1015244"/>
                <a:gd name="connsiteX3" fmla="*/ 574100 w 574100"/>
                <a:gd name="connsiteY3" fmla="*/ 1014877 h 1015244"/>
                <a:gd name="connsiteX4" fmla="*/ 333190 w 574100"/>
                <a:gd name="connsiteY4" fmla="*/ 985695 h 101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4100" h="1015244">
                  <a:moveTo>
                    <a:pt x="333190" y="985695"/>
                  </a:moveTo>
                  <a:cubicBezTo>
                    <a:pt x="153901" y="433090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37473" y="350120"/>
                    <a:pt x="574100" y="1014877"/>
                  </a:cubicBezTo>
                  <a:cubicBezTo>
                    <a:pt x="476415" y="1019182"/>
                    <a:pt x="529388" y="984229"/>
                    <a:pt x="333190" y="985695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grpSp>
          <p:nvGrpSpPr>
            <p:cNvPr id="29" name="Group 28"/>
            <p:cNvGrpSpPr/>
            <p:nvPr/>
          </p:nvGrpSpPr>
          <p:grpSpPr>
            <a:xfrm>
              <a:off x="1856416" y="3709935"/>
              <a:ext cx="1049338" cy="1739900"/>
              <a:chOff x="1856416" y="3709935"/>
              <a:chExt cx="1049338" cy="1739900"/>
            </a:xfrm>
          </p:grpSpPr>
          <p:sp>
            <p:nvSpPr>
              <p:cNvPr id="496" name="Rectangle 495"/>
              <p:cNvSpPr/>
              <p:nvPr/>
            </p:nvSpPr>
            <p:spPr bwMode="auto">
              <a:xfrm rot="10800000">
                <a:off x="1867529" y="3957585"/>
                <a:ext cx="1027112" cy="61109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grpSp>
            <p:nvGrpSpPr>
              <p:cNvPr id="48285" name="Group 498"/>
              <p:cNvGrpSpPr>
                <a:grpSpLocks/>
              </p:cNvGrpSpPr>
              <p:nvPr/>
            </p:nvGrpSpPr>
            <p:grpSpPr bwMode="auto">
              <a:xfrm>
                <a:off x="1858805" y="5088863"/>
                <a:ext cx="1035373" cy="360972"/>
                <a:chOff x="4128636" y="3606589"/>
                <a:chExt cx="568145" cy="338667"/>
              </a:xfrm>
            </p:grpSpPr>
            <p:sp>
              <p:nvSpPr>
                <p:cNvPr id="515" name="Oval 514"/>
                <p:cNvSpPr/>
                <p:nvPr/>
              </p:nvSpPr>
              <p:spPr>
                <a:xfrm>
                  <a:off x="4129067" y="3720356"/>
                  <a:ext cx="567968" cy="224900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6" name="Rectangle 515"/>
                <p:cNvSpPr/>
                <p:nvPr/>
              </p:nvSpPr>
              <p:spPr>
                <a:xfrm>
                  <a:off x="4129067" y="3720356"/>
                  <a:ext cx="567968" cy="111705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7" name="Oval 516"/>
                <p:cNvSpPr/>
                <p:nvPr/>
              </p:nvSpPr>
              <p:spPr>
                <a:xfrm>
                  <a:off x="4129067" y="3607161"/>
                  <a:ext cx="567968" cy="224900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18" name="Straight Connector 517"/>
                <p:cNvCxnSpPr/>
                <p:nvPr/>
              </p:nvCxnSpPr>
              <p:spPr>
                <a:xfrm>
                  <a:off x="4697035" y="3720356"/>
                  <a:ext cx="0" cy="111705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9" name="Straight Connector 518"/>
                <p:cNvCxnSpPr/>
                <p:nvPr/>
              </p:nvCxnSpPr>
              <p:spPr>
                <a:xfrm>
                  <a:off x="4129067" y="3720356"/>
                  <a:ext cx="0" cy="111705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0" name="Rectangle 499"/>
              <p:cNvSpPr/>
              <p:nvPr/>
            </p:nvSpPr>
            <p:spPr bwMode="auto">
              <a:xfrm>
                <a:off x="1877054" y="4704509"/>
                <a:ext cx="1028700" cy="52307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  <a:alpha val="62000"/>
                    </a:schemeClr>
                  </a:gs>
                  <a:gs pos="54000">
                    <a:schemeClr val="accent2">
                      <a:lumMod val="40000"/>
                      <a:lumOff val="6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02" name="Straight Connector 501"/>
              <p:cNvCxnSpPr/>
              <p:nvPr/>
            </p:nvCxnSpPr>
            <p:spPr bwMode="auto">
              <a:xfrm>
                <a:off x="1861179" y="3981398"/>
                <a:ext cx="17462" cy="130175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Straight Connector 502"/>
              <p:cNvCxnSpPr/>
              <p:nvPr/>
            </p:nvCxnSpPr>
            <p:spPr bwMode="auto">
              <a:xfrm flipH="1">
                <a:off x="2894641" y="3971873"/>
                <a:ext cx="6350" cy="127000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90" name="Group 504"/>
              <p:cNvGrpSpPr>
                <a:grpSpLocks/>
              </p:cNvGrpSpPr>
              <p:nvPr/>
            </p:nvGrpSpPr>
            <p:grpSpPr bwMode="auto">
              <a:xfrm>
                <a:off x="1856416" y="3709935"/>
                <a:ext cx="1044712" cy="399063"/>
                <a:chOff x="2183302" y="1574638"/>
                <a:chExt cx="1200154" cy="430218"/>
              </a:xfrm>
            </p:grpSpPr>
            <p:sp>
              <p:nvSpPr>
                <p:cNvPr id="506" name="Oval 505"/>
                <p:cNvSpPr/>
                <p:nvPr/>
              </p:nvSpPr>
              <p:spPr bwMode="auto">
                <a:xfrm flipV="1">
                  <a:off x="2185126" y="1689305"/>
                  <a:ext cx="1196349" cy="31490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20000"/>
                        <a:lumOff val="80000"/>
                      </a:schemeClr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07" name="Rectangle 506"/>
                <p:cNvSpPr/>
                <p:nvPr/>
              </p:nvSpPr>
              <p:spPr bwMode="auto">
                <a:xfrm>
                  <a:off x="2183302" y="1735513"/>
                  <a:ext cx="1198173" cy="1129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08" name="Oval 507"/>
                <p:cNvSpPr/>
                <p:nvPr/>
              </p:nvSpPr>
              <p:spPr bwMode="auto">
                <a:xfrm flipV="1">
                  <a:off x="2183302" y="1574638"/>
                  <a:ext cx="1196349" cy="314904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09" name="Freeform 508"/>
                <p:cNvSpPr/>
                <p:nvPr/>
              </p:nvSpPr>
              <p:spPr bwMode="auto">
                <a:xfrm>
                  <a:off x="2489684" y="1670478"/>
                  <a:ext cx="581762" cy="15745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0" name="Freeform 509"/>
                <p:cNvSpPr/>
                <p:nvPr/>
              </p:nvSpPr>
              <p:spPr bwMode="auto">
                <a:xfrm>
                  <a:off x="2429502" y="1629404"/>
                  <a:ext cx="703949" cy="11124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1" name="Freeform 510"/>
                <p:cNvSpPr/>
                <p:nvPr/>
              </p:nvSpPr>
              <p:spPr bwMode="auto">
                <a:xfrm>
                  <a:off x="2892723" y="1723534"/>
                  <a:ext cx="257142" cy="9584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2" name="Freeform 511"/>
                <p:cNvSpPr/>
                <p:nvPr/>
              </p:nvSpPr>
              <p:spPr bwMode="auto">
                <a:xfrm>
                  <a:off x="2416736" y="1725244"/>
                  <a:ext cx="255318" cy="94130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13" name="Straight Connector 512"/>
                <p:cNvCxnSpPr>
                  <a:endCxn id="508" idx="2"/>
                </p:cNvCxnSpPr>
                <p:nvPr/>
              </p:nvCxnSpPr>
              <p:spPr bwMode="auto">
                <a:xfrm flipH="1" flipV="1">
                  <a:off x="2183302" y="1732090"/>
                  <a:ext cx="1824" cy="121513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4" name="Straight Connector 513"/>
                <p:cNvCxnSpPr/>
                <p:nvPr/>
              </p:nvCxnSpPr>
              <p:spPr bwMode="auto">
                <a:xfrm flipH="1" flipV="1">
                  <a:off x="3381475" y="1728667"/>
                  <a:ext cx="1823" cy="121513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0" name="Group 29"/>
            <p:cNvGrpSpPr/>
            <p:nvPr/>
          </p:nvGrpSpPr>
          <p:grpSpPr>
            <a:xfrm>
              <a:off x="3566154" y="3862335"/>
              <a:ext cx="514350" cy="1670050"/>
              <a:chOff x="3566154" y="3862335"/>
              <a:chExt cx="514350" cy="1670050"/>
            </a:xfrm>
          </p:grpSpPr>
          <p:sp>
            <p:nvSpPr>
              <p:cNvPr id="549" name="Rectangle 548"/>
              <p:cNvSpPr/>
              <p:nvPr/>
            </p:nvSpPr>
            <p:spPr bwMode="auto">
              <a:xfrm rot="10800000">
                <a:off x="3569201" y="3946092"/>
                <a:ext cx="498084" cy="62864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50" name="Straight Connector 549"/>
              <p:cNvCxnSpPr/>
              <p:nvPr/>
            </p:nvCxnSpPr>
            <p:spPr bwMode="auto">
              <a:xfrm flipH="1">
                <a:off x="4078916" y="4019498"/>
                <a:ext cx="1588" cy="136525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71" name="Group 552"/>
              <p:cNvGrpSpPr>
                <a:grpSpLocks/>
              </p:cNvGrpSpPr>
              <p:nvPr/>
            </p:nvGrpSpPr>
            <p:grpSpPr bwMode="auto">
              <a:xfrm>
                <a:off x="3571302" y="5310688"/>
                <a:ext cx="507588" cy="221697"/>
                <a:chOff x="4128636" y="3606589"/>
                <a:chExt cx="568145" cy="338667"/>
              </a:xfrm>
            </p:grpSpPr>
            <p:sp>
              <p:nvSpPr>
                <p:cNvPr id="562" name="Oval 561"/>
                <p:cNvSpPr/>
                <p:nvPr/>
              </p:nvSpPr>
              <p:spPr>
                <a:xfrm>
                  <a:off x="4128204" y="3719724"/>
                  <a:ext cx="568606" cy="225532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63" name="Rectangle 562"/>
                <p:cNvSpPr/>
                <p:nvPr/>
              </p:nvSpPr>
              <p:spPr>
                <a:xfrm>
                  <a:off x="4128204" y="3719724"/>
                  <a:ext cx="568606" cy="111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64" name="Oval 563"/>
                <p:cNvSpPr/>
                <p:nvPr/>
              </p:nvSpPr>
              <p:spPr>
                <a:xfrm>
                  <a:off x="4128204" y="3605744"/>
                  <a:ext cx="568606" cy="225534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65" name="Straight Connector 564"/>
                <p:cNvCxnSpPr/>
                <p:nvPr/>
              </p:nvCxnSpPr>
              <p:spPr>
                <a:xfrm>
                  <a:off x="4696810" y="3719724"/>
                  <a:ext cx="0" cy="11155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/>
                <p:cNvCxnSpPr/>
                <p:nvPr/>
              </p:nvCxnSpPr>
              <p:spPr>
                <a:xfrm>
                  <a:off x="4128204" y="3719724"/>
                  <a:ext cx="0" cy="11155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4" name="Rectangle 553"/>
              <p:cNvSpPr/>
              <p:nvPr/>
            </p:nvSpPr>
            <p:spPr bwMode="auto">
              <a:xfrm>
                <a:off x="3572504" y="4575123"/>
                <a:ext cx="496887" cy="81280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57" name="Straight Connector 556"/>
              <p:cNvCxnSpPr/>
              <p:nvPr/>
            </p:nvCxnSpPr>
            <p:spPr bwMode="auto">
              <a:xfrm flipH="1">
                <a:off x="3566154" y="4027435"/>
                <a:ext cx="3175" cy="145097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57" name="Group 538"/>
              <p:cNvGrpSpPr>
                <a:grpSpLocks/>
              </p:cNvGrpSpPr>
              <p:nvPr/>
            </p:nvGrpSpPr>
            <p:grpSpPr bwMode="auto">
              <a:xfrm>
                <a:off x="3568667" y="38623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540" name="Oval 539"/>
                <p:cNvSpPr/>
                <p:nvPr/>
              </p:nvSpPr>
              <p:spPr bwMode="auto">
                <a:xfrm flipV="1">
                  <a:off x="2188659" y="1691250"/>
                  <a:ext cx="1194966" cy="31254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41" name="Rectangle 540"/>
                <p:cNvSpPr/>
                <p:nvPr/>
              </p:nvSpPr>
              <p:spPr bwMode="auto">
                <a:xfrm>
                  <a:off x="2184879" y="1736302"/>
                  <a:ext cx="1198746" cy="112629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42" name="Oval 541"/>
                <p:cNvSpPr/>
                <p:nvPr/>
              </p:nvSpPr>
              <p:spPr bwMode="auto">
                <a:xfrm flipV="1">
                  <a:off x="2184879" y="1564542"/>
                  <a:ext cx="1194966" cy="312545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43" name="Freeform 542"/>
                <p:cNvSpPr/>
                <p:nvPr/>
              </p:nvSpPr>
              <p:spPr bwMode="auto">
                <a:xfrm>
                  <a:off x="2491182" y="1671539"/>
                  <a:ext cx="582357" cy="15486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44" name="Freeform 543"/>
                <p:cNvSpPr/>
                <p:nvPr/>
              </p:nvSpPr>
              <p:spPr bwMode="auto">
                <a:xfrm>
                  <a:off x="2430678" y="1629304"/>
                  <a:ext cx="703366" cy="109812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45" name="Freeform 544"/>
                <p:cNvSpPr/>
                <p:nvPr/>
              </p:nvSpPr>
              <p:spPr bwMode="auto">
                <a:xfrm>
                  <a:off x="2892025" y="1722222"/>
                  <a:ext cx="260927" cy="95734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46" name="Freeform 545"/>
                <p:cNvSpPr/>
                <p:nvPr/>
              </p:nvSpPr>
              <p:spPr bwMode="auto">
                <a:xfrm>
                  <a:off x="2419334" y="1725039"/>
                  <a:ext cx="253362" cy="9573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47" name="Straight Connector 546"/>
                <p:cNvCxnSpPr>
                  <a:endCxn id="542" idx="2"/>
                </p:cNvCxnSpPr>
                <p:nvPr/>
              </p:nvCxnSpPr>
              <p:spPr bwMode="auto">
                <a:xfrm flipH="1" flipV="1">
                  <a:off x="2184879" y="1722222"/>
                  <a:ext cx="3780" cy="12107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8" name="Straight Connector 547"/>
                <p:cNvCxnSpPr/>
                <p:nvPr/>
              </p:nvCxnSpPr>
              <p:spPr bwMode="auto">
                <a:xfrm flipH="1" flipV="1">
                  <a:off x="3379845" y="1727853"/>
                  <a:ext cx="3780" cy="12107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1" name="Group 30"/>
            <p:cNvGrpSpPr/>
            <p:nvPr/>
          </p:nvGrpSpPr>
          <p:grpSpPr>
            <a:xfrm>
              <a:off x="4348791" y="3867098"/>
              <a:ext cx="514350" cy="1670050"/>
              <a:chOff x="4348791" y="3867098"/>
              <a:chExt cx="514350" cy="1670050"/>
            </a:xfrm>
          </p:grpSpPr>
          <p:sp>
            <p:nvSpPr>
              <p:cNvPr id="579" name="Rectangle 578"/>
              <p:cNvSpPr/>
              <p:nvPr/>
            </p:nvSpPr>
            <p:spPr bwMode="auto">
              <a:xfrm rot="10800000">
                <a:off x="4351838" y="3950855"/>
                <a:ext cx="498084" cy="62864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80" name="Straight Connector 579"/>
              <p:cNvCxnSpPr/>
              <p:nvPr/>
            </p:nvCxnSpPr>
            <p:spPr bwMode="auto">
              <a:xfrm flipH="1">
                <a:off x="4861554" y="4024260"/>
                <a:ext cx="1587" cy="136525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43" name="Group 580"/>
              <p:cNvGrpSpPr>
                <a:grpSpLocks/>
              </p:cNvGrpSpPr>
              <p:nvPr/>
            </p:nvGrpSpPr>
            <p:grpSpPr bwMode="auto">
              <a:xfrm>
                <a:off x="4353939" y="5315451"/>
                <a:ext cx="507588" cy="221697"/>
                <a:chOff x="4128636" y="3606589"/>
                <a:chExt cx="568145" cy="338667"/>
              </a:xfrm>
            </p:grpSpPr>
            <p:sp>
              <p:nvSpPr>
                <p:cNvPr id="589" name="Oval 588"/>
                <p:cNvSpPr/>
                <p:nvPr/>
              </p:nvSpPr>
              <p:spPr>
                <a:xfrm>
                  <a:off x="4128205" y="3719722"/>
                  <a:ext cx="568606" cy="225534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90" name="Rectangle 589"/>
                <p:cNvSpPr/>
                <p:nvPr/>
              </p:nvSpPr>
              <p:spPr>
                <a:xfrm>
                  <a:off x="4128205" y="3719722"/>
                  <a:ext cx="568606" cy="111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91" name="Oval 590"/>
                <p:cNvSpPr/>
                <p:nvPr/>
              </p:nvSpPr>
              <p:spPr>
                <a:xfrm>
                  <a:off x="4128205" y="3605744"/>
                  <a:ext cx="568606" cy="225532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92" name="Straight Connector 591"/>
                <p:cNvCxnSpPr/>
                <p:nvPr/>
              </p:nvCxnSpPr>
              <p:spPr>
                <a:xfrm>
                  <a:off x="4696811" y="3719722"/>
                  <a:ext cx="0" cy="11155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/>
                <p:cNvCxnSpPr/>
                <p:nvPr/>
              </p:nvCxnSpPr>
              <p:spPr>
                <a:xfrm>
                  <a:off x="4128205" y="3719722"/>
                  <a:ext cx="0" cy="11155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2" name="Rectangle 581"/>
              <p:cNvSpPr/>
              <p:nvPr/>
            </p:nvSpPr>
            <p:spPr bwMode="auto">
              <a:xfrm>
                <a:off x="4355141" y="4579885"/>
                <a:ext cx="496888" cy="81280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84" name="Straight Connector 583"/>
              <p:cNvCxnSpPr/>
              <p:nvPr/>
            </p:nvCxnSpPr>
            <p:spPr bwMode="auto">
              <a:xfrm flipH="1">
                <a:off x="4348791" y="4032198"/>
                <a:ext cx="3175" cy="145097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29" name="Group 568"/>
              <p:cNvGrpSpPr>
                <a:grpSpLocks/>
              </p:cNvGrpSpPr>
              <p:nvPr/>
            </p:nvGrpSpPr>
            <p:grpSpPr bwMode="auto">
              <a:xfrm>
                <a:off x="4351304" y="3867098"/>
                <a:ext cx="503828" cy="248249"/>
                <a:chOff x="2183302" y="1564542"/>
                <a:chExt cx="1200154" cy="440314"/>
              </a:xfrm>
            </p:grpSpPr>
            <p:sp>
              <p:nvSpPr>
                <p:cNvPr id="570" name="Oval 569"/>
                <p:cNvSpPr/>
                <p:nvPr/>
              </p:nvSpPr>
              <p:spPr bwMode="auto">
                <a:xfrm flipV="1">
                  <a:off x="2188662" y="1691248"/>
                  <a:ext cx="1194966" cy="31254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71" name="Rectangle 570"/>
                <p:cNvSpPr/>
                <p:nvPr/>
              </p:nvSpPr>
              <p:spPr bwMode="auto">
                <a:xfrm>
                  <a:off x="2184879" y="1736300"/>
                  <a:ext cx="1198749" cy="112629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72" name="Oval 571"/>
                <p:cNvSpPr/>
                <p:nvPr/>
              </p:nvSpPr>
              <p:spPr bwMode="auto">
                <a:xfrm flipV="1">
                  <a:off x="2184879" y="1564542"/>
                  <a:ext cx="1194966" cy="312543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73" name="Freeform 572"/>
                <p:cNvSpPr/>
                <p:nvPr/>
              </p:nvSpPr>
              <p:spPr bwMode="auto">
                <a:xfrm>
                  <a:off x="2491185" y="1671539"/>
                  <a:ext cx="582357" cy="154863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74" name="Freeform 573"/>
                <p:cNvSpPr/>
                <p:nvPr/>
              </p:nvSpPr>
              <p:spPr bwMode="auto">
                <a:xfrm>
                  <a:off x="2430680" y="1629303"/>
                  <a:ext cx="703366" cy="10981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75" name="Freeform 574"/>
                <p:cNvSpPr/>
                <p:nvPr/>
              </p:nvSpPr>
              <p:spPr bwMode="auto">
                <a:xfrm>
                  <a:off x="2892028" y="1722222"/>
                  <a:ext cx="260925" cy="95734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76" name="Freeform 575"/>
                <p:cNvSpPr/>
                <p:nvPr/>
              </p:nvSpPr>
              <p:spPr bwMode="auto">
                <a:xfrm>
                  <a:off x="2419334" y="1725037"/>
                  <a:ext cx="253364" cy="9573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77" name="Straight Connector 576"/>
                <p:cNvCxnSpPr>
                  <a:endCxn id="572" idx="2"/>
                </p:cNvCxnSpPr>
                <p:nvPr/>
              </p:nvCxnSpPr>
              <p:spPr bwMode="auto">
                <a:xfrm flipH="1" flipV="1">
                  <a:off x="2184879" y="1722222"/>
                  <a:ext cx="3783" cy="121075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/>
                <p:cNvCxnSpPr/>
                <p:nvPr/>
              </p:nvCxnSpPr>
              <p:spPr bwMode="auto">
                <a:xfrm flipH="1" flipV="1">
                  <a:off x="3379845" y="1727853"/>
                  <a:ext cx="3783" cy="121075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8258" name="Group 48257"/>
            <p:cNvGrpSpPr/>
            <p:nvPr/>
          </p:nvGrpSpPr>
          <p:grpSpPr>
            <a:xfrm>
              <a:off x="5552116" y="3849635"/>
              <a:ext cx="514350" cy="1670050"/>
              <a:chOff x="5552116" y="3849635"/>
              <a:chExt cx="514350" cy="1670050"/>
            </a:xfrm>
          </p:grpSpPr>
          <p:sp>
            <p:nvSpPr>
              <p:cNvPr id="606" name="Rectangle 605"/>
              <p:cNvSpPr/>
              <p:nvPr/>
            </p:nvSpPr>
            <p:spPr bwMode="auto">
              <a:xfrm rot="10800000">
                <a:off x="5555163" y="3933392"/>
                <a:ext cx="498084" cy="62864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07" name="Straight Connector 606"/>
              <p:cNvCxnSpPr/>
              <p:nvPr/>
            </p:nvCxnSpPr>
            <p:spPr bwMode="auto">
              <a:xfrm flipH="1">
                <a:off x="6064879" y="4006798"/>
                <a:ext cx="1587" cy="136525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15" name="Group 607"/>
              <p:cNvGrpSpPr>
                <a:grpSpLocks/>
              </p:cNvGrpSpPr>
              <p:nvPr/>
            </p:nvGrpSpPr>
            <p:grpSpPr bwMode="auto">
              <a:xfrm>
                <a:off x="5557264" y="5297988"/>
                <a:ext cx="507588" cy="221697"/>
                <a:chOff x="4128636" y="3606589"/>
                <a:chExt cx="568145" cy="338667"/>
              </a:xfrm>
            </p:grpSpPr>
            <p:sp>
              <p:nvSpPr>
                <p:cNvPr id="616" name="Oval 615"/>
                <p:cNvSpPr/>
                <p:nvPr/>
              </p:nvSpPr>
              <p:spPr>
                <a:xfrm>
                  <a:off x="4128205" y="3719724"/>
                  <a:ext cx="568606" cy="225532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17" name="Rectangle 616"/>
                <p:cNvSpPr/>
                <p:nvPr/>
              </p:nvSpPr>
              <p:spPr>
                <a:xfrm>
                  <a:off x="4128205" y="3719724"/>
                  <a:ext cx="568606" cy="11155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18" name="Oval 617"/>
                <p:cNvSpPr/>
                <p:nvPr/>
              </p:nvSpPr>
              <p:spPr>
                <a:xfrm>
                  <a:off x="4128205" y="3605744"/>
                  <a:ext cx="568606" cy="225534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619" name="Straight Connector 618"/>
                <p:cNvCxnSpPr/>
                <p:nvPr/>
              </p:nvCxnSpPr>
              <p:spPr>
                <a:xfrm>
                  <a:off x="4696811" y="3719724"/>
                  <a:ext cx="0" cy="11155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Straight Connector 619"/>
                <p:cNvCxnSpPr/>
                <p:nvPr/>
              </p:nvCxnSpPr>
              <p:spPr>
                <a:xfrm>
                  <a:off x="4128205" y="3719724"/>
                  <a:ext cx="0" cy="11155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9" name="Rectangle 608"/>
              <p:cNvSpPr/>
              <p:nvPr/>
            </p:nvSpPr>
            <p:spPr bwMode="auto">
              <a:xfrm>
                <a:off x="5558466" y="4562423"/>
                <a:ext cx="496888" cy="81280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11" name="Straight Connector 610"/>
              <p:cNvCxnSpPr/>
              <p:nvPr/>
            </p:nvCxnSpPr>
            <p:spPr bwMode="auto">
              <a:xfrm flipH="1">
                <a:off x="5552116" y="4014735"/>
                <a:ext cx="3175" cy="145097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201" name="Group 595"/>
              <p:cNvGrpSpPr>
                <a:grpSpLocks/>
              </p:cNvGrpSpPr>
              <p:nvPr/>
            </p:nvGrpSpPr>
            <p:grpSpPr bwMode="auto">
              <a:xfrm>
                <a:off x="5554629" y="38496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597" name="Oval 596"/>
                <p:cNvSpPr/>
                <p:nvPr/>
              </p:nvSpPr>
              <p:spPr bwMode="auto">
                <a:xfrm flipV="1">
                  <a:off x="2188662" y="1691250"/>
                  <a:ext cx="1194966" cy="31254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98" name="Rectangle 597"/>
                <p:cNvSpPr/>
                <p:nvPr/>
              </p:nvSpPr>
              <p:spPr bwMode="auto">
                <a:xfrm>
                  <a:off x="2184879" y="1736302"/>
                  <a:ext cx="1198749" cy="112629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99" name="Oval 598"/>
                <p:cNvSpPr/>
                <p:nvPr/>
              </p:nvSpPr>
              <p:spPr bwMode="auto">
                <a:xfrm flipV="1">
                  <a:off x="2184879" y="1564542"/>
                  <a:ext cx="1194966" cy="312545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600" name="Freeform 599"/>
                <p:cNvSpPr/>
                <p:nvPr/>
              </p:nvSpPr>
              <p:spPr bwMode="auto">
                <a:xfrm>
                  <a:off x="2491185" y="1671539"/>
                  <a:ext cx="582357" cy="15486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01" name="Freeform 600"/>
                <p:cNvSpPr/>
                <p:nvPr/>
              </p:nvSpPr>
              <p:spPr bwMode="auto">
                <a:xfrm>
                  <a:off x="2430680" y="1629304"/>
                  <a:ext cx="703366" cy="109812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02" name="Freeform 601"/>
                <p:cNvSpPr/>
                <p:nvPr/>
              </p:nvSpPr>
              <p:spPr bwMode="auto">
                <a:xfrm>
                  <a:off x="2892028" y="1722222"/>
                  <a:ext cx="260925" cy="95734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03" name="Freeform 602"/>
                <p:cNvSpPr/>
                <p:nvPr/>
              </p:nvSpPr>
              <p:spPr bwMode="auto">
                <a:xfrm>
                  <a:off x="2419334" y="1725039"/>
                  <a:ext cx="253364" cy="9573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604" name="Straight Connector 603"/>
                <p:cNvCxnSpPr>
                  <a:endCxn id="599" idx="2"/>
                </p:cNvCxnSpPr>
                <p:nvPr/>
              </p:nvCxnSpPr>
              <p:spPr bwMode="auto">
                <a:xfrm flipH="1" flipV="1">
                  <a:off x="2184879" y="1722222"/>
                  <a:ext cx="3783" cy="12107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5" name="Straight Connector 604"/>
                <p:cNvCxnSpPr/>
                <p:nvPr/>
              </p:nvCxnSpPr>
              <p:spPr bwMode="auto">
                <a:xfrm flipH="1" flipV="1">
                  <a:off x="3379845" y="1727853"/>
                  <a:ext cx="3783" cy="12107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8259" name="Group 48258"/>
            <p:cNvGrpSpPr/>
            <p:nvPr/>
          </p:nvGrpSpPr>
          <p:grpSpPr>
            <a:xfrm>
              <a:off x="6547479" y="3836935"/>
              <a:ext cx="514350" cy="1671638"/>
              <a:chOff x="6547479" y="3836935"/>
              <a:chExt cx="514350" cy="1671638"/>
            </a:xfrm>
          </p:grpSpPr>
          <p:sp>
            <p:nvSpPr>
              <p:cNvPr id="633" name="Rectangle 632"/>
              <p:cNvSpPr/>
              <p:nvPr/>
            </p:nvSpPr>
            <p:spPr bwMode="auto">
              <a:xfrm rot="10800000">
                <a:off x="6550526" y="3920772"/>
                <a:ext cx="498084" cy="629245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34" name="Straight Connector 633"/>
              <p:cNvCxnSpPr/>
              <p:nvPr/>
            </p:nvCxnSpPr>
            <p:spPr bwMode="auto">
              <a:xfrm flipH="1">
                <a:off x="7060241" y="3994098"/>
                <a:ext cx="1588" cy="136683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187" name="Group 634"/>
              <p:cNvGrpSpPr>
                <a:grpSpLocks/>
              </p:cNvGrpSpPr>
              <p:nvPr/>
            </p:nvGrpSpPr>
            <p:grpSpPr bwMode="auto">
              <a:xfrm>
                <a:off x="6552627" y="5286665"/>
                <a:ext cx="507588" cy="221908"/>
                <a:chOff x="4128636" y="3606589"/>
                <a:chExt cx="568145" cy="338667"/>
              </a:xfrm>
            </p:grpSpPr>
            <p:sp>
              <p:nvSpPr>
                <p:cNvPr id="643" name="Oval 642"/>
                <p:cNvSpPr/>
                <p:nvPr/>
              </p:nvSpPr>
              <p:spPr>
                <a:xfrm>
                  <a:off x="4128204" y="3719937"/>
                  <a:ext cx="568606" cy="225319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44" name="Rectangle 643"/>
                <p:cNvSpPr/>
                <p:nvPr/>
              </p:nvSpPr>
              <p:spPr>
                <a:xfrm>
                  <a:off x="4128204" y="3719937"/>
                  <a:ext cx="568606" cy="111448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45" name="Oval 644"/>
                <p:cNvSpPr/>
                <p:nvPr/>
              </p:nvSpPr>
              <p:spPr>
                <a:xfrm>
                  <a:off x="4128204" y="3606067"/>
                  <a:ext cx="568606" cy="225318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646" name="Straight Connector 645"/>
                <p:cNvCxnSpPr/>
                <p:nvPr/>
              </p:nvCxnSpPr>
              <p:spPr>
                <a:xfrm>
                  <a:off x="4696810" y="3719937"/>
                  <a:ext cx="0" cy="11144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Straight Connector 646"/>
                <p:cNvCxnSpPr/>
                <p:nvPr/>
              </p:nvCxnSpPr>
              <p:spPr>
                <a:xfrm>
                  <a:off x="4128204" y="3719937"/>
                  <a:ext cx="0" cy="11144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36" name="Rectangle 635"/>
              <p:cNvSpPr/>
              <p:nvPr/>
            </p:nvSpPr>
            <p:spPr bwMode="auto">
              <a:xfrm>
                <a:off x="6553829" y="4551310"/>
                <a:ext cx="496887" cy="81280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38" name="Straight Connector 637"/>
              <p:cNvCxnSpPr/>
              <p:nvPr/>
            </p:nvCxnSpPr>
            <p:spPr bwMode="auto">
              <a:xfrm flipH="1">
                <a:off x="6547479" y="4002035"/>
                <a:ext cx="3175" cy="1452563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173" name="Group 622"/>
              <p:cNvGrpSpPr>
                <a:grpSpLocks/>
              </p:cNvGrpSpPr>
              <p:nvPr/>
            </p:nvGrpSpPr>
            <p:grpSpPr bwMode="auto">
              <a:xfrm>
                <a:off x="6549992" y="3836935"/>
                <a:ext cx="503828" cy="248485"/>
                <a:chOff x="2183302" y="1564542"/>
                <a:chExt cx="1200154" cy="440314"/>
              </a:xfrm>
            </p:grpSpPr>
            <p:sp>
              <p:nvSpPr>
                <p:cNvPr id="624" name="Oval 623"/>
                <p:cNvSpPr/>
                <p:nvPr/>
              </p:nvSpPr>
              <p:spPr bwMode="auto">
                <a:xfrm flipV="1">
                  <a:off x="2188659" y="1691130"/>
                  <a:ext cx="1194966" cy="3150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625" name="Rectangle 624"/>
                <p:cNvSpPr/>
                <p:nvPr/>
              </p:nvSpPr>
              <p:spPr bwMode="auto">
                <a:xfrm>
                  <a:off x="2184879" y="1736138"/>
                  <a:ext cx="1198746" cy="112522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26" name="Oval 625"/>
                <p:cNvSpPr/>
                <p:nvPr/>
              </p:nvSpPr>
              <p:spPr bwMode="auto">
                <a:xfrm flipV="1">
                  <a:off x="2184879" y="1564542"/>
                  <a:ext cx="1194966" cy="315061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627" name="Freeform 626"/>
                <p:cNvSpPr/>
                <p:nvPr/>
              </p:nvSpPr>
              <p:spPr bwMode="auto">
                <a:xfrm>
                  <a:off x="2491182" y="1671438"/>
                  <a:ext cx="582357" cy="15753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28" name="Freeform 627"/>
                <p:cNvSpPr/>
                <p:nvPr/>
              </p:nvSpPr>
              <p:spPr bwMode="auto">
                <a:xfrm>
                  <a:off x="2430678" y="1629243"/>
                  <a:ext cx="703366" cy="112522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29" name="Freeform 628"/>
                <p:cNvSpPr/>
                <p:nvPr/>
              </p:nvSpPr>
              <p:spPr bwMode="auto">
                <a:xfrm>
                  <a:off x="2892025" y="1724886"/>
                  <a:ext cx="260927" cy="9564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30" name="Freeform 629"/>
                <p:cNvSpPr/>
                <p:nvPr/>
              </p:nvSpPr>
              <p:spPr bwMode="auto">
                <a:xfrm>
                  <a:off x="2419334" y="1727698"/>
                  <a:ext cx="253362" cy="92831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631" name="Straight Connector 630"/>
                <p:cNvCxnSpPr>
                  <a:endCxn id="626" idx="2"/>
                </p:cNvCxnSpPr>
                <p:nvPr/>
              </p:nvCxnSpPr>
              <p:spPr bwMode="auto">
                <a:xfrm flipH="1" flipV="1">
                  <a:off x="2184879" y="1722072"/>
                  <a:ext cx="3780" cy="120962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2" name="Straight Connector 631"/>
                <p:cNvCxnSpPr/>
                <p:nvPr/>
              </p:nvCxnSpPr>
              <p:spPr bwMode="auto">
                <a:xfrm flipH="1" flipV="1">
                  <a:off x="3379845" y="1730512"/>
                  <a:ext cx="3780" cy="12096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8" name="Group 27"/>
          <p:cNvGrpSpPr/>
          <p:nvPr/>
        </p:nvGrpSpPr>
        <p:grpSpPr>
          <a:xfrm>
            <a:off x="2381956" y="2475925"/>
            <a:ext cx="4415330" cy="2315048"/>
            <a:chOff x="2381956" y="2435173"/>
            <a:chExt cx="4415330" cy="2315048"/>
          </a:xfrm>
        </p:grpSpPr>
        <p:sp>
          <p:nvSpPr>
            <p:cNvPr id="391" name="Freeform 390"/>
            <p:cNvSpPr/>
            <p:nvPr/>
          </p:nvSpPr>
          <p:spPr>
            <a:xfrm>
              <a:off x="2381956" y="2439629"/>
              <a:ext cx="297540" cy="1743187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015941"/>
                <a:gd name="connsiteX1" fmla="*/ 0 w 307275"/>
                <a:gd name="connsiteY1" fmla="*/ 0 h 2015941"/>
                <a:gd name="connsiteX2" fmla="*/ 0 w 307275"/>
                <a:gd name="connsiteY2" fmla="*/ 2015941 h 2015941"/>
                <a:gd name="connsiteX0" fmla="*/ 228538 w 228538"/>
                <a:gd name="connsiteY0" fmla="*/ 0 h 2022548"/>
                <a:gd name="connsiteX1" fmla="*/ 0 w 228538"/>
                <a:gd name="connsiteY1" fmla="*/ 6607 h 2022548"/>
                <a:gd name="connsiteX2" fmla="*/ 0 w 228538"/>
                <a:gd name="connsiteY2" fmla="*/ 2022548 h 202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8538" h="2022548">
                  <a:moveTo>
                    <a:pt x="228538" y="0"/>
                  </a:moveTo>
                  <a:lnTo>
                    <a:pt x="0" y="6607"/>
                  </a:lnTo>
                  <a:lnTo>
                    <a:pt x="0" y="2022548"/>
                  </a:lnTo>
                </a:path>
              </a:pathLst>
            </a:cu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CC0000"/>
                </a:solidFill>
              </a:endParaRPr>
            </a:p>
          </p:txBody>
        </p:sp>
        <p:sp>
          <p:nvSpPr>
            <p:cNvPr id="392" name="Freeform 391"/>
            <p:cNvSpPr/>
            <p:nvPr/>
          </p:nvSpPr>
          <p:spPr>
            <a:xfrm flipH="1">
              <a:off x="6411524" y="2435173"/>
              <a:ext cx="385762" cy="2300562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117725"/>
                <a:gd name="connsiteX1" fmla="*/ 0 w 307275"/>
                <a:gd name="connsiteY1" fmla="*/ 0 h 2117725"/>
                <a:gd name="connsiteX2" fmla="*/ 0 w 307275"/>
                <a:gd name="connsiteY2" fmla="*/ 2117725 h 211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7275" h="2117725">
                  <a:moveTo>
                    <a:pt x="307275" y="0"/>
                  </a:moveTo>
                  <a:lnTo>
                    <a:pt x="0" y="0"/>
                  </a:lnTo>
                  <a:lnTo>
                    <a:pt x="0" y="2117725"/>
                  </a:lnTo>
                </a:path>
              </a:pathLst>
            </a:cu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393" name="Straight Arrow Connector 392"/>
            <p:cNvCxnSpPr/>
            <p:nvPr/>
          </p:nvCxnSpPr>
          <p:spPr>
            <a:xfrm flipV="1">
              <a:off x="5791457" y="2687586"/>
              <a:ext cx="8309" cy="2062635"/>
            </a:xfrm>
            <a:prstGeom prst="straightConnector1">
              <a:avLst/>
            </a:pr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Arrow Connector 393"/>
            <p:cNvCxnSpPr/>
            <p:nvPr/>
          </p:nvCxnSpPr>
          <p:spPr>
            <a:xfrm flipV="1">
              <a:off x="4598735" y="2708225"/>
              <a:ext cx="18344" cy="2037167"/>
            </a:xfrm>
            <a:prstGeom prst="straightConnector1">
              <a:avLst/>
            </a:pr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Arrow Connector 394"/>
            <p:cNvCxnSpPr/>
            <p:nvPr/>
          </p:nvCxnSpPr>
          <p:spPr>
            <a:xfrm flipH="1" flipV="1">
              <a:off x="3807455" y="2762199"/>
              <a:ext cx="9009" cy="1983193"/>
            </a:xfrm>
            <a:prstGeom prst="straightConnector1">
              <a:avLst/>
            </a:pr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169" name="Text Box 167"/>
          <p:cNvSpPr txBox="1">
            <a:spLocks noChangeArrowheads="1"/>
          </p:cNvSpPr>
          <p:nvPr/>
        </p:nvSpPr>
        <p:spPr bwMode="auto">
          <a:xfrm>
            <a:off x="542925" y="236538"/>
            <a:ext cx="653706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3600" dirty="0">
                <a:solidFill>
                  <a:srgbClr val="000099"/>
                </a:solidFill>
                <a:latin typeface="Gill Sans MT" charset="0"/>
              </a:rPr>
              <a:t>Logically centralized control plane</a:t>
            </a:r>
          </a:p>
        </p:txBody>
      </p:sp>
      <p:pic>
        <p:nvPicPr>
          <p:cNvPr id="48170" name="Picture 5" descr="underline_base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776288"/>
            <a:ext cx="6422481" cy="208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8171" name="TextBox 335"/>
          <p:cNvSpPr txBox="1">
            <a:spLocks noChangeArrowheads="1"/>
          </p:cNvSpPr>
          <p:nvPr/>
        </p:nvSpPr>
        <p:spPr bwMode="auto">
          <a:xfrm>
            <a:off x="394448" y="1039914"/>
            <a:ext cx="84566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dirty="0"/>
              <a:t>A distinct (typically remote) controller interacts with local control agents (CAs) in routers to compute forwarding tables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2055910" y="4687854"/>
            <a:ext cx="4956877" cy="694339"/>
            <a:chOff x="2055070" y="4690247"/>
            <a:chExt cx="4956877" cy="694339"/>
          </a:xfrm>
        </p:grpSpPr>
        <p:grpSp>
          <p:nvGrpSpPr>
            <p:cNvPr id="48273" name="Group 554"/>
            <p:cNvGrpSpPr>
              <a:grpSpLocks/>
            </p:cNvGrpSpPr>
            <p:nvPr/>
          </p:nvGrpSpPr>
          <p:grpSpPr bwMode="auto">
            <a:xfrm>
              <a:off x="3605320" y="5055434"/>
              <a:ext cx="430131" cy="329152"/>
              <a:chOff x="2931664" y="3912603"/>
              <a:chExt cx="430450" cy="329314"/>
            </a:xfrm>
          </p:grpSpPr>
          <p:sp>
            <p:nvSpPr>
              <p:cNvPr id="558" name="Rectangle 557"/>
              <p:cNvSpPr/>
              <p:nvPr/>
            </p:nvSpPr>
            <p:spPr>
              <a:xfrm>
                <a:off x="2936952" y="3913304"/>
                <a:ext cx="425766" cy="328775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59" name="Straight Connector 558"/>
              <p:cNvCxnSpPr/>
              <p:nvPr/>
            </p:nvCxnSpPr>
            <p:spPr>
              <a:xfrm>
                <a:off x="2932185" y="4005425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0" name="Straight Connector 559"/>
              <p:cNvCxnSpPr/>
              <p:nvPr/>
            </p:nvCxnSpPr>
            <p:spPr>
              <a:xfrm>
                <a:off x="2932185" y="4068956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Straight Connector 560"/>
              <p:cNvCxnSpPr>
                <a:stCxn id="558" idx="2"/>
              </p:cNvCxnSpPr>
              <p:nvPr/>
            </p:nvCxnSpPr>
            <p:spPr>
              <a:xfrm flipH="1" flipV="1">
                <a:off x="3148246" y="4005425"/>
                <a:ext cx="1589" cy="236654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245" name="Group 582"/>
            <p:cNvGrpSpPr>
              <a:grpSpLocks/>
            </p:cNvGrpSpPr>
            <p:nvPr/>
          </p:nvGrpSpPr>
          <p:grpSpPr bwMode="auto">
            <a:xfrm>
              <a:off x="4387957" y="5055368"/>
              <a:ext cx="430131" cy="329152"/>
              <a:chOff x="2931664" y="3912603"/>
              <a:chExt cx="430450" cy="329314"/>
            </a:xfrm>
          </p:grpSpPr>
          <p:sp>
            <p:nvSpPr>
              <p:cNvPr id="585" name="Rectangle 584"/>
              <p:cNvSpPr/>
              <p:nvPr/>
            </p:nvSpPr>
            <p:spPr>
              <a:xfrm>
                <a:off x="2936952" y="3913304"/>
                <a:ext cx="425766" cy="32877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86" name="Straight Connector 585"/>
              <p:cNvCxnSpPr/>
              <p:nvPr/>
            </p:nvCxnSpPr>
            <p:spPr>
              <a:xfrm>
                <a:off x="2932186" y="4005425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7" name="Straight Connector 586"/>
              <p:cNvCxnSpPr/>
              <p:nvPr/>
            </p:nvCxnSpPr>
            <p:spPr>
              <a:xfrm>
                <a:off x="2932186" y="4068956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8" name="Straight Connector 587"/>
              <p:cNvCxnSpPr>
                <a:stCxn id="585" idx="2"/>
              </p:cNvCxnSpPr>
              <p:nvPr/>
            </p:nvCxnSpPr>
            <p:spPr>
              <a:xfrm flipH="1" flipV="1">
                <a:off x="3148247" y="4005425"/>
                <a:ext cx="1588" cy="236653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217" name="Group 609"/>
            <p:cNvGrpSpPr>
              <a:grpSpLocks/>
            </p:cNvGrpSpPr>
            <p:nvPr/>
          </p:nvGrpSpPr>
          <p:grpSpPr bwMode="auto">
            <a:xfrm>
              <a:off x="5591804" y="5053093"/>
              <a:ext cx="430212" cy="328614"/>
              <a:chOff x="2932186" y="3913304"/>
              <a:chExt cx="430531" cy="328775"/>
            </a:xfrm>
          </p:grpSpPr>
          <p:sp>
            <p:nvSpPr>
              <p:cNvPr id="612" name="Rectangle 611"/>
              <p:cNvSpPr/>
              <p:nvPr/>
            </p:nvSpPr>
            <p:spPr>
              <a:xfrm>
                <a:off x="2936952" y="3913304"/>
                <a:ext cx="425765" cy="32877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13" name="Straight Connector 612"/>
              <p:cNvCxnSpPr/>
              <p:nvPr/>
            </p:nvCxnSpPr>
            <p:spPr>
              <a:xfrm>
                <a:off x="2932186" y="4005425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4" name="Straight Connector 613"/>
              <p:cNvCxnSpPr/>
              <p:nvPr/>
            </p:nvCxnSpPr>
            <p:spPr>
              <a:xfrm>
                <a:off x="2932186" y="4068956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5" name="Straight Connector 614"/>
              <p:cNvCxnSpPr>
                <a:stCxn id="612" idx="2"/>
              </p:cNvCxnSpPr>
              <p:nvPr/>
            </p:nvCxnSpPr>
            <p:spPr>
              <a:xfrm flipH="1" flipV="1">
                <a:off x="3148247" y="4005425"/>
                <a:ext cx="1588" cy="236654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189" name="Group 636"/>
            <p:cNvGrpSpPr>
              <a:grpSpLocks/>
            </p:cNvGrpSpPr>
            <p:nvPr/>
          </p:nvGrpSpPr>
          <p:grpSpPr bwMode="auto">
            <a:xfrm>
              <a:off x="6581816" y="5045656"/>
              <a:ext cx="430131" cy="329465"/>
              <a:chOff x="2931664" y="3912603"/>
              <a:chExt cx="430450" cy="329314"/>
            </a:xfrm>
          </p:grpSpPr>
          <p:sp>
            <p:nvSpPr>
              <p:cNvPr id="639" name="Rectangle 638"/>
              <p:cNvSpPr/>
              <p:nvPr/>
            </p:nvSpPr>
            <p:spPr>
              <a:xfrm>
                <a:off x="2936952" y="3912169"/>
                <a:ext cx="425766" cy="33004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40" name="Straight Connector 639"/>
              <p:cNvCxnSpPr/>
              <p:nvPr/>
            </p:nvCxnSpPr>
            <p:spPr>
              <a:xfrm>
                <a:off x="2932185" y="4004202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1" name="Straight Connector 640"/>
              <p:cNvCxnSpPr/>
              <p:nvPr/>
            </p:nvCxnSpPr>
            <p:spPr>
              <a:xfrm>
                <a:off x="2932185" y="4067673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2" name="Straight Connector 641"/>
              <p:cNvCxnSpPr>
                <a:stCxn id="639" idx="2"/>
              </p:cNvCxnSpPr>
              <p:nvPr/>
            </p:nvCxnSpPr>
            <p:spPr>
              <a:xfrm flipH="1" flipV="1">
                <a:off x="3148246" y="4004202"/>
                <a:ext cx="1589" cy="238016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7" name="Group 554"/>
            <p:cNvGrpSpPr>
              <a:grpSpLocks/>
            </p:cNvGrpSpPr>
            <p:nvPr/>
          </p:nvGrpSpPr>
          <p:grpSpPr bwMode="auto">
            <a:xfrm>
              <a:off x="2055070" y="4690247"/>
              <a:ext cx="675320" cy="521222"/>
              <a:chOff x="2931664" y="3912603"/>
              <a:chExt cx="430450" cy="329314"/>
            </a:xfrm>
          </p:grpSpPr>
          <p:sp>
            <p:nvSpPr>
              <p:cNvPr id="358" name="Rectangle 357"/>
              <p:cNvSpPr/>
              <p:nvPr/>
            </p:nvSpPr>
            <p:spPr>
              <a:xfrm>
                <a:off x="2936952" y="3913304"/>
                <a:ext cx="425766" cy="328775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359" name="Straight Connector 358"/>
              <p:cNvCxnSpPr/>
              <p:nvPr/>
            </p:nvCxnSpPr>
            <p:spPr>
              <a:xfrm>
                <a:off x="2932185" y="4005425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Straight Connector 359"/>
              <p:cNvCxnSpPr/>
              <p:nvPr/>
            </p:nvCxnSpPr>
            <p:spPr>
              <a:xfrm>
                <a:off x="2932185" y="4068956"/>
                <a:ext cx="425766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Connector 360"/>
              <p:cNvCxnSpPr>
                <a:stCxn id="358" idx="2"/>
              </p:cNvCxnSpPr>
              <p:nvPr/>
            </p:nvCxnSpPr>
            <p:spPr>
              <a:xfrm flipH="1" flipV="1">
                <a:off x="3148246" y="4005425"/>
                <a:ext cx="1589" cy="236654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62" name="Group 347"/>
          <p:cNvGrpSpPr>
            <a:grpSpLocks/>
          </p:cNvGrpSpPr>
          <p:nvPr/>
        </p:nvGrpSpPr>
        <p:grpSpPr bwMode="auto">
          <a:xfrm>
            <a:off x="5856401" y="5944266"/>
            <a:ext cx="588970" cy="242608"/>
            <a:chOff x="1871277" y="1576300"/>
            <a:chExt cx="1128371" cy="437861"/>
          </a:xfrm>
        </p:grpSpPr>
        <p:sp>
          <p:nvSpPr>
            <p:cNvPr id="363" name="Oval 362"/>
            <p:cNvSpPr/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64" name="Rectangle 363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5" name="Oval 364"/>
            <p:cNvSpPr/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66" name="Freeform 365"/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7" name="Freeform 366"/>
            <p:cNvSpPr/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8" name="Freeform 367"/>
            <p:cNvSpPr/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9" name="Freeform 368"/>
            <p:cNvSpPr/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70" name="Straight Connector 369"/>
            <p:cNvCxnSpPr>
              <a:endCxn id="365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/>
            <p:cNvCxnSpPr/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2" name="Group 347"/>
          <p:cNvGrpSpPr>
            <a:grpSpLocks/>
          </p:cNvGrpSpPr>
          <p:nvPr/>
        </p:nvGrpSpPr>
        <p:grpSpPr bwMode="auto">
          <a:xfrm>
            <a:off x="4375328" y="5802169"/>
            <a:ext cx="588970" cy="242608"/>
            <a:chOff x="1871277" y="1576300"/>
            <a:chExt cx="1128371" cy="437861"/>
          </a:xfrm>
        </p:grpSpPr>
        <p:sp>
          <p:nvSpPr>
            <p:cNvPr id="373" name="Oval 372"/>
            <p:cNvSpPr/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74" name="Rectangle 373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5" name="Oval 374"/>
            <p:cNvSpPr/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76" name="Freeform 375"/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7" name="Freeform 376"/>
            <p:cNvSpPr/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8" name="Freeform 377"/>
            <p:cNvSpPr/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9" name="Freeform 378"/>
            <p:cNvSpPr/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80" name="Straight Connector 379"/>
            <p:cNvCxnSpPr>
              <a:endCxn id="375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/>
            <p:cNvCxnSpPr/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2" name="Group 347"/>
          <p:cNvGrpSpPr>
            <a:grpSpLocks/>
          </p:cNvGrpSpPr>
          <p:nvPr/>
        </p:nvGrpSpPr>
        <p:grpSpPr bwMode="auto">
          <a:xfrm>
            <a:off x="2848241" y="5995982"/>
            <a:ext cx="588970" cy="242608"/>
            <a:chOff x="1871277" y="1576300"/>
            <a:chExt cx="1128371" cy="437861"/>
          </a:xfrm>
        </p:grpSpPr>
        <p:sp>
          <p:nvSpPr>
            <p:cNvPr id="383" name="Oval 382"/>
            <p:cNvSpPr/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84" name="Rectangle 383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85" name="Oval 384"/>
            <p:cNvSpPr/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386" name="Freeform 385"/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87" name="Freeform 386"/>
            <p:cNvSpPr/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90" name="Freeform 389"/>
            <p:cNvSpPr/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97" name="Freeform 396"/>
            <p:cNvSpPr/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399" name="Straight Connector 398"/>
            <p:cNvCxnSpPr>
              <a:endCxn id="385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/>
            <p:cNvCxnSpPr/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1" name="Group 347"/>
          <p:cNvGrpSpPr>
            <a:grpSpLocks/>
          </p:cNvGrpSpPr>
          <p:nvPr/>
        </p:nvGrpSpPr>
        <p:grpSpPr bwMode="auto">
          <a:xfrm>
            <a:off x="5166757" y="6262321"/>
            <a:ext cx="588970" cy="242608"/>
            <a:chOff x="1871277" y="1576300"/>
            <a:chExt cx="1128371" cy="437861"/>
          </a:xfrm>
        </p:grpSpPr>
        <p:sp>
          <p:nvSpPr>
            <p:cNvPr id="402" name="Oval 401"/>
            <p:cNvSpPr/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07" name="Rectangle 406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12" name="Oval 411"/>
            <p:cNvSpPr/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17" name="Freeform 416"/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22" name="Freeform 421"/>
            <p:cNvSpPr/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27" name="Freeform 426"/>
            <p:cNvSpPr/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28" name="Freeform 427"/>
            <p:cNvSpPr/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429" name="Straight Connector 428"/>
            <p:cNvCxnSpPr>
              <a:endCxn id="412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/>
            <p:cNvCxnSpPr/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1" name="Group 347"/>
          <p:cNvGrpSpPr>
            <a:grpSpLocks/>
          </p:cNvGrpSpPr>
          <p:nvPr/>
        </p:nvGrpSpPr>
        <p:grpSpPr bwMode="auto">
          <a:xfrm>
            <a:off x="3704088" y="6354901"/>
            <a:ext cx="588970" cy="242608"/>
            <a:chOff x="1871277" y="1576300"/>
            <a:chExt cx="1128371" cy="437861"/>
          </a:xfrm>
        </p:grpSpPr>
        <p:sp>
          <p:nvSpPr>
            <p:cNvPr id="432" name="Oval 431"/>
            <p:cNvSpPr/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flip="none" rotWithShape="1"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0" scaled="1"/>
              <a:tileRect/>
            </a:gra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33" name="Rectangle 432"/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34" name="Oval 433"/>
            <p:cNvSpPr/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635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435" name="Freeform 434"/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36" name="Freeform 435"/>
            <p:cNvSpPr/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connsiteX0" fmla="*/ 0 w 3645229"/>
                <a:gd name="connsiteY0" fmla="*/ 214441 h 923747"/>
                <a:gd name="connsiteX1" fmla="*/ 659770 w 3645229"/>
                <a:gd name="connsiteY1" fmla="*/ 16495 h 923747"/>
                <a:gd name="connsiteX2" fmla="*/ 1814367 w 3645229"/>
                <a:gd name="connsiteY2" fmla="*/ 511360 h 923747"/>
                <a:gd name="connsiteX3" fmla="*/ 2968965 w 3645229"/>
                <a:gd name="connsiteY3" fmla="*/ 0 h 923747"/>
                <a:gd name="connsiteX4" fmla="*/ 3645229 w 3645229"/>
                <a:gd name="connsiteY4" fmla="*/ 197946 h 923747"/>
                <a:gd name="connsiteX5" fmla="*/ 3199884 w 3645229"/>
                <a:gd name="connsiteY5" fmla="*/ 461874 h 923747"/>
                <a:gd name="connsiteX6" fmla="*/ 2985459 w 3645229"/>
                <a:gd name="connsiteY6" fmla="*/ 379396 h 923747"/>
                <a:gd name="connsiteX7" fmla="*/ 1830861 w 3645229"/>
                <a:gd name="connsiteY7" fmla="*/ 923747 h 923747"/>
                <a:gd name="connsiteX8" fmla="*/ 676264 w 3645229"/>
                <a:gd name="connsiteY8" fmla="*/ 412387 h 923747"/>
                <a:gd name="connsiteX9" fmla="*/ 527816 w 3645229"/>
                <a:gd name="connsiteY9" fmla="*/ 478369 h 923747"/>
                <a:gd name="connsiteX10" fmla="*/ 0 w 3645229"/>
                <a:gd name="connsiteY10" fmla="*/ 21444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78369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71662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23747"/>
                <a:gd name="connsiteX1" fmla="*/ 655168 w 3640627"/>
                <a:gd name="connsiteY1" fmla="*/ 16495 h 923747"/>
                <a:gd name="connsiteX2" fmla="*/ 1809765 w 3640627"/>
                <a:gd name="connsiteY2" fmla="*/ 511360 h 923747"/>
                <a:gd name="connsiteX3" fmla="*/ 2964363 w 3640627"/>
                <a:gd name="connsiteY3" fmla="*/ 0 h 923747"/>
                <a:gd name="connsiteX4" fmla="*/ 3640627 w 3640627"/>
                <a:gd name="connsiteY4" fmla="*/ 197946 h 923747"/>
                <a:gd name="connsiteX5" fmla="*/ 3195282 w 3640627"/>
                <a:gd name="connsiteY5" fmla="*/ 461874 h 923747"/>
                <a:gd name="connsiteX6" fmla="*/ 2980857 w 3640627"/>
                <a:gd name="connsiteY6" fmla="*/ 379396 h 923747"/>
                <a:gd name="connsiteX7" fmla="*/ 1826259 w 3640627"/>
                <a:gd name="connsiteY7" fmla="*/ 923747 h 923747"/>
                <a:gd name="connsiteX8" fmla="*/ 690067 w 3640627"/>
                <a:gd name="connsiteY8" fmla="*/ 412387 h 923747"/>
                <a:gd name="connsiteX9" fmla="*/ 523214 w 3640627"/>
                <a:gd name="connsiteY9" fmla="*/ 482971 h 923747"/>
                <a:gd name="connsiteX10" fmla="*/ 0 w 3640627"/>
                <a:gd name="connsiteY10" fmla="*/ 242051 h 923747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09765 w 3640627"/>
                <a:gd name="connsiteY2" fmla="*/ 511360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2980857 w 3640627"/>
                <a:gd name="connsiteY6" fmla="*/ 379396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640627"/>
                <a:gd name="connsiteY0" fmla="*/ 242051 h 946755"/>
                <a:gd name="connsiteX1" fmla="*/ 655168 w 3640627"/>
                <a:gd name="connsiteY1" fmla="*/ 16495 h 946755"/>
                <a:gd name="connsiteX2" fmla="*/ 1855778 w 3640627"/>
                <a:gd name="connsiteY2" fmla="*/ 534367 h 946755"/>
                <a:gd name="connsiteX3" fmla="*/ 2964363 w 3640627"/>
                <a:gd name="connsiteY3" fmla="*/ 0 h 946755"/>
                <a:gd name="connsiteX4" fmla="*/ 3640627 w 3640627"/>
                <a:gd name="connsiteY4" fmla="*/ 197946 h 946755"/>
                <a:gd name="connsiteX5" fmla="*/ 3195282 w 3640627"/>
                <a:gd name="connsiteY5" fmla="*/ 461874 h 946755"/>
                <a:gd name="connsiteX6" fmla="*/ 3008465 w 3640627"/>
                <a:gd name="connsiteY6" fmla="*/ 402404 h 946755"/>
                <a:gd name="connsiteX7" fmla="*/ 1876873 w 3640627"/>
                <a:gd name="connsiteY7" fmla="*/ 946755 h 946755"/>
                <a:gd name="connsiteX8" fmla="*/ 690067 w 3640627"/>
                <a:gd name="connsiteY8" fmla="*/ 412387 h 946755"/>
                <a:gd name="connsiteX9" fmla="*/ 523214 w 3640627"/>
                <a:gd name="connsiteY9" fmla="*/ 482971 h 946755"/>
                <a:gd name="connsiteX10" fmla="*/ 0 w 3640627"/>
                <a:gd name="connsiteY10" fmla="*/ 242051 h 946755"/>
                <a:gd name="connsiteX0" fmla="*/ 0 w 3723451"/>
                <a:gd name="connsiteY0" fmla="*/ 242051 h 946755"/>
                <a:gd name="connsiteX1" fmla="*/ 655168 w 3723451"/>
                <a:gd name="connsiteY1" fmla="*/ 16495 h 946755"/>
                <a:gd name="connsiteX2" fmla="*/ 1855778 w 3723451"/>
                <a:gd name="connsiteY2" fmla="*/ 534367 h 946755"/>
                <a:gd name="connsiteX3" fmla="*/ 2964363 w 3723451"/>
                <a:gd name="connsiteY3" fmla="*/ 0 h 946755"/>
                <a:gd name="connsiteX4" fmla="*/ 3723451 w 3723451"/>
                <a:gd name="connsiteY4" fmla="*/ 220954 h 946755"/>
                <a:gd name="connsiteX5" fmla="*/ 3195282 w 3723451"/>
                <a:gd name="connsiteY5" fmla="*/ 461874 h 946755"/>
                <a:gd name="connsiteX6" fmla="*/ 3008465 w 3723451"/>
                <a:gd name="connsiteY6" fmla="*/ 402404 h 946755"/>
                <a:gd name="connsiteX7" fmla="*/ 1876873 w 3723451"/>
                <a:gd name="connsiteY7" fmla="*/ 946755 h 946755"/>
                <a:gd name="connsiteX8" fmla="*/ 690067 w 3723451"/>
                <a:gd name="connsiteY8" fmla="*/ 412387 h 946755"/>
                <a:gd name="connsiteX9" fmla="*/ 523214 w 3723451"/>
                <a:gd name="connsiteY9" fmla="*/ 482971 h 946755"/>
                <a:gd name="connsiteX10" fmla="*/ 0 w 3723451"/>
                <a:gd name="connsiteY10" fmla="*/ 242051 h 946755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08465 w 3723451"/>
                <a:gd name="connsiteY6" fmla="*/ 388599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95282 w 3723451"/>
                <a:gd name="connsiteY5" fmla="*/ 448069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690067 w 3723451"/>
                <a:gd name="connsiteY8" fmla="*/ 398582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  <a:gd name="connsiteX0" fmla="*/ 0 w 3723451"/>
                <a:gd name="connsiteY0" fmla="*/ 228246 h 932950"/>
                <a:gd name="connsiteX1" fmla="*/ 655168 w 3723451"/>
                <a:gd name="connsiteY1" fmla="*/ 2690 h 932950"/>
                <a:gd name="connsiteX2" fmla="*/ 1855778 w 3723451"/>
                <a:gd name="connsiteY2" fmla="*/ 520562 h 932950"/>
                <a:gd name="connsiteX3" fmla="*/ 3001174 w 3723451"/>
                <a:gd name="connsiteY3" fmla="*/ 0 h 932950"/>
                <a:gd name="connsiteX4" fmla="*/ 3723451 w 3723451"/>
                <a:gd name="connsiteY4" fmla="*/ 207149 h 932950"/>
                <a:gd name="connsiteX5" fmla="*/ 3186079 w 3723451"/>
                <a:gd name="connsiteY5" fmla="*/ 461874 h 932950"/>
                <a:gd name="connsiteX6" fmla="*/ 3013067 w 3723451"/>
                <a:gd name="connsiteY6" fmla="*/ 393200 h 932950"/>
                <a:gd name="connsiteX7" fmla="*/ 1876873 w 3723451"/>
                <a:gd name="connsiteY7" fmla="*/ 932950 h 932950"/>
                <a:gd name="connsiteX8" fmla="*/ 711613 w 3723451"/>
                <a:gd name="connsiteY8" fmla="*/ 413055 h 932950"/>
                <a:gd name="connsiteX9" fmla="*/ 523214 w 3723451"/>
                <a:gd name="connsiteY9" fmla="*/ 469166 h 932950"/>
                <a:gd name="connsiteX10" fmla="*/ 0 w 3723451"/>
                <a:gd name="connsiteY10" fmla="*/ 228246 h 932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37" name="Freeform 436"/>
            <p:cNvSpPr/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connsiteX0" fmla="*/ 55216 w 1421812"/>
                <a:gd name="connsiteY0" fmla="*/ 0 h 800665"/>
                <a:gd name="connsiteX1" fmla="*/ 1421812 w 1421812"/>
                <a:gd name="connsiteY1" fmla="*/ 625807 h 800665"/>
                <a:gd name="connsiteX2" fmla="*/ 947874 w 1421812"/>
                <a:gd name="connsiteY2" fmla="*/ 800665 h 800665"/>
                <a:gd name="connsiteX3" fmla="*/ 50614 w 1421812"/>
                <a:gd name="connsiteY3" fmla="*/ 404934 h 800665"/>
                <a:gd name="connsiteX4" fmla="*/ 0 w 1421812"/>
                <a:gd name="connsiteY4" fmla="*/ 404934 h 800665"/>
                <a:gd name="connsiteX5" fmla="*/ 55216 w 1421812"/>
                <a:gd name="connsiteY5" fmla="*/ 0 h 800665"/>
                <a:gd name="connsiteX0" fmla="*/ 4602 w 1371198"/>
                <a:gd name="connsiteY0" fmla="*/ 0 h 800665"/>
                <a:gd name="connsiteX1" fmla="*/ 1371198 w 1371198"/>
                <a:gd name="connsiteY1" fmla="*/ 625807 h 800665"/>
                <a:gd name="connsiteX2" fmla="*/ 897260 w 1371198"/>
                <a:gd name="connsiteY2" fmla="*/ 800665 h 800665"/>
                <a:gd name="connsiteX3" fmla="*/ 0 w 1371198"/>
                <a:gd name="connsiteY3" fmla="*/ 404934 h 800665"/>
                <a:gd name="connsiteX4" fmla="*/ 4602 w 1371198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0665"/>
                <a:gd name="connsiteX1" fmla="*/ 1366596 w 1366596"/>
                <a:gd name="connsiteY1" fmla="*/ 625807 h 800665"/>
                <a:gd name="connsiteX2" fmla="*/ 892658 w 1366596"/>
                <a:gd name="connsiteY2" fmla="*/ 800665 h 800665"/>
                <a:gd name="connsiteX3" fmla="*/ 4601 w 1366596"/>
                <a:gd name="connsiteY3" fmla="*/ 427942 h 800665"/>
                <a:gd name="connsiteX4" fmla="*/ 0 w 1366596"/>
                <a:gd name="connsiteY4" fmla="*/ 0 h 800665"/>
                <a:gd name="connsiteX0" fmla="*/ 0 w 1366596"/>
                <a:gd name="connsiteY0" fmla="*/ 0 h 809868"/>
                <a:gd name="connsiteX1" fmla="*/ 1366596 w 1366596"/>
                <a:gd name="connsiteY1" fmla="*/ 625807 h 809868"/>
                <a:gd name="connsiteX2" fmla="*/ 865050 w 1366596"/>
                <a:gd name="connsiteY2" fmla="*/ 809868 h 809868"/>
                <a:gd name="connsiteX3" fmla="*/ 4601 w 1366596"/>
                <a:gd name="connsiteY3" fmla="*/ 427942 h 809868"/>
                <a:gd name="connsiteX4" fmla="*/ 0 w 1366596"/>
                <a:gd name="connsiteY4" fmla="*/ 0 h 8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38" name="Freeform 437"/>
            <p:cNvSpPr/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connsiteX0" fmla="*/ 1329786 w 1348191"/>
                <a:gd name="connsiteY0" fmla="*/ 0 h 809869"/>
                <a:gd name="connsiteX1" fmla="*/ 1348191 w 1348191"/>
                <a:gd name="connsiteY1" fmla="*/ 400333 h 809869"/>
                <a:gd name="connsiteX2" fmla="*/ 487742 w 1348191"/>
                <a:gd name="connsiteY2" fmla="*/ 809869 h 809869"/>
                <a:gd name="connsiteX3" fmla="*/ 0 w 1348191"/>
                <a:gd name="connsiteY3" fmla="*/ 630409 h 809869"/>
                <a:gd name="connsiteX4" fmla="*/ 1329786 w 1348191"/>
                <a:gd name="connsiteY4" fmla="*/ 0 h 809869"/>
                <a:gd name="connsiteX0" fmla="*/ 1329786 w 1348191"/>
                <a:gd name="connsiteY0" fmla="*/ 0 h 791462"/>
                <a:gd name="connsiteX1" fmla="*/ 1348191 w 1348191"/>
                <a:gd name="connsiteY1" fmla="*/ 381926 h 791462"/>
                <a:gd name="connsiteX2" fmla="*/ 487742 w 1348191"/>
                <a:gd name="connsiteY2" fmla="*/ 791462 h 791462"/>
                <a:gd name="connsiteX3" fmla="*/ 0 w 1348191"/>
                <a:gd name="connsiteY3" fmla="*/ 612002 h 791462"/>
                <a:gd name="connsiteX4" fmla="*/ 1329786 w 1348191"/>
                <a:gd name="connsiteY4" fmla="*/ 0 h 791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439" name="Straight Connector 438"/>
            <p:cNvCxnSpPr>
              <a:endCxn id="434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/>
            <p:cNvCxnSpPr/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ln w="6350" cmpd="sng">
              <a:solidFill>
                <a:schemeClr val="tx1"/>
              </a:solidFill>
            </a:ln>
            <a:effectLst>
              <a:outerShdw blurRad="40005" dist="19939" dir="5400000" algn="tl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1925875" y="2220187"/>
            <a:ext cx="5095391" cy="2833288"/>
            <a:chOff x="1925876" y="2212958"/>
            <a:chExt cx="5095391" cy="2833288"/>
          </a:xfrm>
        </p:grpSpPr>
        <p:grpSp>
          <p:nvGrpSpPr>
            <p:cNvPr id="12" name="Group 11"/>
            <p:cNvGrpSpPr/>
            <p:nvPr/>
          </p:nvGrpSpPr>
          <p:grpSpPr>
            <a:xfrm>
              <a:off x="2745416" y="2212958"/>
              <a:ext cx="3597533" cy="493677"/>
              <a:chOff x="2705100" y="2011398"/>
              <a:chExt cx="3597533" cy="493677"/>
            </a:xfrm>
          </p:grpSpPr>
          <p:sp>
            <p:nvSpPr>
              <p:cNvPr id="342" name="Oval 341"/>
              <p:cNvSpPr/>
              <p:nvPr/>
            </p:nvSpPr>
            <p:spPr bwMode="auto">
              <a:xfrm>
                <a:off x="2722820" y="2011398"/>
                <a:ext cx="3579813" cy="492125"/>
              </a:xfrm>
              <a:prstGeom prst="ellipse">
                <a:avLst/>
              </a:prstGeom>
              <a:solidFill>
                <a:schemeClr val="bg1">
                  <a:alpha val="42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389" name="Oval 388"/>
              <p:cNvSpPr/>
              <p:nvPr/>
            </p:nvSpPr>
            <p:spPr bwMode="auto">
              <a:xfrm>
                <a:off x="2705100" y="2012950"/>
                <a:ext cx="3579813" cy="492125"/>
              </a:xfrm>
              <a:prstGeom prst="ellipse">
                <a:avLst/>
              </a:prstGeom>
              <a:solidFill>
                <a:srgbClr val="CC0000">
                  <a:alpha val="42000"/>
                </a:srgbClr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48308" name="TextBox 389"/>
              <p:cNvSpPr txBox="1">
                <a:spLocks noChangeArrowheads="1"/>
              </p:cNvSpPr>
              <p:nvPr/>
            </p:nvSpPr>
            <p:spPr bwMode="auto">
              <a:xfrm>
                <a:off x="3452664" y="2127167"/>
                <a:ext cx="2057700" cy="2961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sz="1800" dirty="0">
                    <a:solidFill>
                      <a:schemeClr val="bg1"/>
                    </a:solidFill>
                  </a:rPr>
                  <a:t>Remote Controller</a:t>
                </a:r>
              </a:p>
            </p:txBody>
          </p:sp>
        </p:grpSp>
        <p:grpSp>
          <p:nvGrpSpPr>
            <p:cNvPr id="442" name="Group 441"/>
            <p:cNvGrpSpPr/>
            <p:nvPr/>
          </p:nvGrpSpPr>
          <p:grpSpPr>
            <a:xfrm>
              <a:off x="1925876" y="4223509"/>
              <a:ext cx="923540" cy="405953"/>
              <a:chOff x="2705100" y="2011398"/>
              <a:chExt cx="3597533" cy="493677"/>
            </a:xfrm>
          </p:grpSpPr>
          <p:sp>
            <p:nvSpPr>
              <p:cNvPr id="443" name="Oval 442"/>
              <p:cNvSpPr/>
              <p:nvPr/>
            </p:nvSpPr>
            <p:spPr bwMode="auto">
              <a:xfrm>
                <a:off x="2722820" y="2011398"/>
                <a:ext cx="3579813" cy="492125"/>
              </a:xfrm>
              <a:prstGeom prst="ellipse">
                <a:avLst/>
              </a:prstGeom>
              <a:solidFill>
                <a:schemeClr val="bg1">
                  <a:alpha val="42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444" name="Oval 443"/>
              <p:cNvSpPr/>
              <p:nvPr/>
            </p:nvSpPr>
            <p:spPr bwMode="auto">
              <a:xfrm>
                <a:off x="2705100" y="2012950"/>
                <a:ext cx="3579813" cy="492125"/>
              </a:xfrm>
              <a:prstGeom prst="ellipse">
                <a:avLst/>
              </a:prstGeom>
              <a:solidFill>
                <a:srgbClr val="CC0000">
                  <a:alpha val="42000"/>
                </a:srgbClr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445" name="TextBox 389"/>
              <p:cNvSpPr txBox="1">
                <a:spLocks noChangeArrowheads="1"/>
              </p:cNvSpPr>
              <p:nvPr/>
            </p:nvSpPr>
            <p:spPr bwMode="auto">
              <a:xfrm>
                <a:off x="3901810" y="2127167"/>
                <a:ext cx="1159411" cy="2961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sz="1800" dirty="0">
                    <a:solidFill>
                      <a:schemeClr val="bg1"/>
                    </a:solidFill>
                  </a:rPr>
                  <a:t>CA</a:t>
                </a:r>
              </a:p>
            </p:txBody>
          </p:sp>
        </p:grpSp>
        <p:grpSp>
          <p:nvGrpSpPr>
            <p:cNvPr id="17" name="Group 16"/>
            <p:cNvGrpSpPr/>
            <p:nvPr/>
          </p:nvGrpSpPr>
          <p:grpSpPr>
            <a:xfrm>
              <a:off x="3589508" y="4760377"/>
              <a:ext cx="463568" cy="285869"/>
              <a:chOff x="3558850" y="4573304"/>
              <a:chExt cx="463568" cy="285869"/>
            </a:xfrm>
          </p:grpSpPr>
          <p:grpSp>
            <p:nvGrpSpPr>
              <p:cNvPr id="13" name="Group 12"/>
              <p:cNvGrpSpPr/>
              <p:nvPr/>
            </p:nvGrpSpPr>
            <p:grpSpPr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47" name="Oval 446"/>
                <p:cNvSpPr/>
                <p:nvPr/>
              </p:nvSpPr>
              <p:spPr bwMode="auto">
                <a:xfrm>
                  <a:off x="3573337" y="4577634"/>
                  <a:ext cx="439424" cy="261732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48" name="Oval 447"/>
                <p:cNvSpPr/>
                <p:nvPr/>
              </p:nvSpPr>
              <p:spPr bwMode="auto">
                <a:xfrm>
                  <a:off x="3558850" y="4587291"/>
                  <a:ext cx="463568" cy="253053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49" name="TextBox 389"/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sz="1400" dirty="0">
                    <a:solidFill>
                      <a:schemeClr val="bg1"/>
                    </a:solidFill>
                  </a:rPr>
                  <a:t>CA</a:t>
                </a:r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51" name="Group 450"/>
            <p:cNvGrpSpPr/>
            <p:nvPr/>
          </p:nvGrpSpPr>
          <p:grpSpPr>
            <a:xfrm>
              <a:off x="4369656" y="4758258"/>
              <a:ext cx="463568" cy="285869"/>
              <a:chOff x="3558850" y="4573304"/>
              <a:chExt cx="463568" cy="285869"/>
            </a:xfrm>
          </p:grpSpPr>
          <p:grpSp>
            <p:nvGrpSpPr>
              <p:cNvPr id="452" name="Group 451"/>
              <p:cNvGrpSpPr/>
              <p:nvPr/>
            </p:nvGrpSpPr>
            <p:grpSpPr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54" name="Oval 453"/>
                <p:cNvSpPr/>
                <p:nvPr/>
              </p:nvSpPr>
              <p:spPr bwMode="auto">
                <a:xfrm>
                  <a:off x="3573337" y="4577634"/>
                  <a:ext cx="439424" cy="261732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55" name="Oval 454"/>
                <p:cNvSpPr/>
                <p:nvPr/>
              </p:nvSpPr>
              <p:spPr bwMode="auto">
                <a:xfrm>
                  <a:off x="3558850" y="4587291"/>
                  <a:ext cx="463568" cy="253053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53" name="TextBox 389"/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sz="1400" dirty="0">
                    <a:solidFill>
                      <a:schemeClr val="bg1"/>
                    </a:solidFill>
                  </a:rPr>
                  <a:t>CA</a:t>
                </a:r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56" name="Group 455"/>
            <p:cNvGrpSpPr/>
            <p:nvPr/>
          </p:nvGrpSpPr>
          <p:grpSpPr>
            <a:xfrm>
              <a:off x="5569912" y="4756140"/>
              <a:ext cx="463568" cy="285869"/>
              <a:chOff x="3558850" y="4573304"/>
              <a:chExt cx="463568" cy="285869"/>
            </a:xfrm>
          </p:grpSpPr>
          <p:grpSp>
            <p:nvGrpSpPr>
              <p:cNvPr id="457" name="Group 456"/>
              <p:cNvGrpSpPr/>
              <p:nvPr/>
            </p:nvGrpSpPr>
            <p:grpSpPr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59" name="Oval 458"/>
                <p:cNvSpPr/>
                <p:nvPr/>
              </p:nvSpPr>
              <p:spPr bwMode="auto">
                <a:xfrm>
                  <a:off x="3573337" y="4577634"/>
                  <a:ext cx="439424" cy="261732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0" name="Oval 459"/>
                <p:cNvSpPr/>
                <p:nvPr/>
              </p:nvSpPr>
              <p:spPr bwMode="auto">
                <a:xfrm>
                  <a:off x="3558850" y="4587291"/>
                  <a:ext cx="463568" cy="253053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58" name="TextBox 389"/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sz="1400" dirty="0">
                    <a:solidFill>
                      <a:schemeClr val="bg1"/>
                    </a:solidFill>
                  </a:rPr>
                  <a:t>CA</a:t>
                </a:r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61" name="Group 460"/>
            <p:cNvGrpSpPr/>
            <p:nvPr/>
          </p:nvGrpSpPr>
          <p:grpSpPr>
            <a:xfrm>
              <a:off x="6557699" y="4754022"/>
              <a:ext cx="463568" cy="285869"/>
              <a:chOff x="3558850" y="4573304"/>
              <a:chExt cx="463568" cy="285869"/>
            </a:xfrm>
          </p:grpSpPr>
          <p:grpSp>
            <p:nvGrpSpPr>
              <p:cNvPr id="462" name="Group 461"/>
              <p:cNvGrpSpPr/>
              <p:nvPr/>
            </p:nvGrpSpPr>
            <p:grpSpPr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64" name="Oval 463"/>
                <p:cNvSpPr/>
                <p:nvPr/>
              </p:nvSpPr>
              <p:spPr bwMode="auto">
                <a:xfrm>
                  <a:off x="3573337" y="4577634"/>
                  <a:ext cx="439424" cy="261732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5" name="Oval 464"/>
                <p:cNvSpPr/>
                <p:nvPr/>
              </p:nvSpPr>
              <p:spPr bwMode="auto">
                <a:xfrm>
                  <a:off x="3558850" y="4587291"/>
                  <a:ext cx="463568" cy="253053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63" name="TextBox 389"/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sz="1400" dirty="0">
                    <a:solidFill>
                      <a:schemeClr val="bg1"/>
                    </a:solidFill>
                  </a:rPr>
                  <a:t>CA</a:t>
                </a:r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6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5" y="6475895"/>
            <a:ext cx="458808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6</a:t>
            </a:fld>
            <a:endParaRPr lang="en-US" sz="1200" dirty="0">
              <a:latin typeface="Tahoma" charset="0"/>
            </a:endParaRPr>
          </a:p>
        </p:txBody>
      </p:sp>
      <p:sp>
        <p:nvSpPr>
          <p:cNvPr id="46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51760" y="3017520"/>
            <a:ext cx="3972560" cy="2032000"/>
            <a:chOff x="2651760" y="3017520"/>
            <a:chExt cx="3972560" cy="2032000"/>
          </a:xfrm>
        </p:grpSpPr>
        <p:cxnSp>
          <p:nvCxnSpPr>
            <p:cNvPr id="338" name="Straight Arrow Connector 337"/>
            <p:cNvCxnSpPr/>
            <p:nvPr/>
          </p:nvCxnSpPr>
          <p:spPr bwMode="auto">
            <a:xfrm>
              <a:off x="2651760" y="3017520"/>
              <a:ext cx="0" cy="1666240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Arrow Connector 342"/>
            <p:cNvCxnSpPr/>
            <p:nvPr/>
          </p:nvCxnSpPr>
          <p:spPr bwMode="auto">
            <a:xfrm>
              <a:off x="3647440" y="3017520"/>
              <a:ext cx="0" cy="2032000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Arrow Connector 346"/>
            <p:cNvCxnSpPr/>
            <p:nvPr/>
          </p:nvCxnSpPr>
          <p:spPr bwMode="auto">
            <a:xfrm>
              <a:off x="4460240" y="3017520"/>
              <a:ext cx="0" cy="2032000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Arrow Connector 347"/>
            <p:cNvCxnSpPr/>
            <p:nvPr/>
          </p:nvCxnSpPr>
          <p:spPr bwMode="auto">
            <a:xfrm>
              <a:off x="5659120" y="3017520"/>
              <a:ext cx="0" cy="2032000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Arrow Connector 348"/>
            <p:cNvCxnSpPr/>
            <p:nvPr/>
          </p:nvCxnSpPr>
          <p:spPr bwMode="auto">
            <a:xfrm>
              <a:off x="6624320" y="3017520"/>
              <a:ext cx="0" cy="2032000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4483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8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9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8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5.2 routing protocols</a:t>
            </a:r>
          </a:p>
          <a:p>
            <a:pPr>
              <a:lnSpc>
                <a:spcPts val="2580"/>
              </a:lnSpc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link state</a:t>
            </a:r>
          </a:p>
          <a:p>
            <a:pPr>
              <a:lnSpc>
                <a:spcPts val="2580"/>
              </a:lnSpc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5.4 routing among the ISPs: BGP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5.6 ICMP: The Internet Control Message Protocol 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5.7 Network management and SNMP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5" y="6475895"/>
            <a:ext cx="458808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7</a:t>
            </a:fld>
            <a:endParaRPr lang="en-US" sz="1200" dirty="0">
              <a:latin typeface="Tahoma" charset="0"/>
            </a:endParaRPr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165909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Footer Placeholder 4">
            <a:extLst>
              <a:ext uri="{FF2B5EF4-FFF2-40B4-BE49-F238E27FC236}">
                <a16:creationId xmlns:a16="http://schemas.microsoft.com/office/drawing/2014/main" id="{8750520D-058B-4B0C-A1BF-FED0004CA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6371" name="Slide Number Placeholder 5">
            <a:extLst>
              <a:ext uri="{FF2B5EF4-FFF2-40B4-BE49-F238E27FC236}">
                <a16:creationId xmlns:a16="http://schemas.microsoft.com/office/drawing/2014/main" id="{861560D8-CAC5-40E8-93CE-5BFAD2CD7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5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-</a:t>
            </a:r>
            <a:fld id="{54C39AFB-7628-4405-8156-6FECD774E0C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86372" name="Group 2">
            <a:extLst>
              <a:ext uri="{FF2B5EF4-FFF2-40B4-BE49-F238E27FC236}">
                <a16:creationId xmlns:a16="http://schemas.microsoft.com/office/drawing/2014/main" id="{A6DECD37-8E54-487F-A019-60614C96C29A}"/>
              </a:ext>
            </a:extLst>
          </p:cNvPr>
          <p:cNvGrpSpPr>
            <a:grpSpLocks/>
          </p:cNvGrpSpPr>
          <p:nvPr/>
        </p:nvGrpSpPr>
        <p:grpSpPr bwMode="auto">
          <a:xfrm>
            <a:off x="3851275" y="4497388"/>
            <a:ext cx="2847975" cy="1481137"/>
            <a:chOff x="291" y="3093"/>
            <a:chExt cx="1794" cy="933"/>
          </a:xfrm>
        </p:grpSpPr>
        <p:grpSp>
          <p:nvGrpSpPr>
            <p:cNvPr id="186449" name="Group 3">
              <a:extLst>
                <a:ext uri="{FF2B5EF4-FFF2-40B4-BE49-F238E27FC236}">
                  <a16:creationId xmlns:a16="http://schemas.microsoft.com/office/drawing/2014/main" id="{6AB00D99-CE43-4E29-A5E5-8939E007CE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1" y="3093"/>
              <a:ext cx="1794" cy="933"/>
              <a:chOff x="2124" y="2903"/>
              <a:chExt cx="1794" cy="933"/>
            </a:xfrm>
          </p:grpSpPr>
          <p:sp>
            <p:nvSpPr>
              <p:cNvPr id="186453" name="Freeform 4">
                <a:extLst>
                  <a:ext uri="{FF2B5EF4-FFF2-40B4-BE49-F238E27FC236}">
                    <a16:creationId xmlns:a16="http://schemas.microsoft.com/office/drawing/2014/main" id="{E1EB6678-BE10-4AA5-AC5D-F32F47AEDD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24" y="2903"/>
                <a:ext cx="1794" cy="933"/>
              </a:xfrm>
              <a:custGeom>
                <a:avLst/>
                <a:gdLst>
                  <a:gd name="T0" fmla="*/ 6 w 1794"/>
                  <a:gd name="T1" fmla="*/ 483 h 933"/>
                  <a:gd name="T2" fmla="*/ 108 w 1794"/>
                  <a:gd name="T3" fmla="*/ 125 h 933"/>
                  <a:gd name="T4" fmla="*/ 559 w 1794"/>
                  <a:gd name="T5" fmla="*/ 100 h 933"/>
                  <a:gd name="T6" fmla="*/ 1128 w 1794"/>
                  <a:gd name="T7" fmla="*/ 29 h 933"/>
                  <a:gd name="T8" fmla="*/ 1716 w 1794"/>
                  <a:gd name="T9" fmla="*/ 275 h 933"/>
                  <a:gd name="T10" fmla="*/ 1596 w 1794"/>
                  <a:gd name="T11" fmla="*/ 827 h 933"/>
                  <a:gd name="T12" fmla="*/ 1380 w 1794"/>
                  <a:gd name="T13" fmla="*/ 911 h 933"/>
                  <a:gd name="T14" fmla="*/ 840 w 1794"/>
                  <a:gd name="T15" fmla="*/ 929 h 933"/>
                  <a:gd name="T16" fmla="*/ 414 w 1794"/>
                  <a:gd name="T17" fmla="*/ 911 h 933"/>
                  <a:gd name="T18" fmla="*/ 143 w 1794"/>
                  <a:gd name="T19" fmla="*/ 832 h 933"/>
                  <a:gd name="T20" fmla="*/ 6 w 1794"/>
                  <a:gd name="T21" fmla="*/ 483 h 93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794"/>
                  <a:gd name="T34" fmla="*/ 0 h 933"/>
                  <a:gd name="T35" fmla="*/ 1794 w 1794"/>
                  <a:gd name="T36" fmla="*/ 933 h 93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794" h="933">
                    <a:moveTo>
                      <a:pt x="6" y="483"/>
                    </a:moveTo>
                    <a:cubicBezTo>
                      <a:pt x="0" y="365"/>
                      <a:pt x="16" y="189"/>
                      <a:pt x="108" y="125"/>
                    </a:cubicBezTo>
                    <a:cubicBezTo>
                      <a:pt x="200" y="61"/>
                      <a:pt x="389" y="116"/>
                      <a:pt x="559" y="100"/>
                    </a:cubicBezTo>
                    <a:cubicBezTo>
                      <a:pt x="729" y="84"/>
                      <a:pt x="935" y="0"/>
                      <a:pt x="1128" y="29"/>
                    </a:cubicBezTo>
                    <a:cubicBezTo>
                      <a:pt x="1321" y="58"/>
                      <a:pt x="1638" y="142"/>
                      <a:pt x="1716" y="275"/>
                    </a:cubicBezTo>
                    <a:cubicBezTo>
                      <a:pt x="1794" y="408"/>
                      <a:pt x="1652" y="721"/>
                      <a:pt x="1596" y="827"/>
                    </a:cubicBezTo>
                    <a:cubicBezTo>
                      <a:pt x="1540" y="933"/>
                      <a:pt x="1506" y="894"/>
                      <a:pt x="1380" y="911"/>
                    </a:cubicBezTo>
                    <a:cubicBezTo>
                      <a:pt x="1254" y="928"/>
                      <a:pt x="1001" y="929"/>
                      <a:pt x="840" y="929"/>
                    </a:cubicBezTo>
                    <a:cubicBezTo>
                      <a:pt x="679" y="929"/>
                      <a:pt x="530" y="927"/>
                      <a:pt x="414" y="911"/>
                    </a:cubicBezTo>
                    <a:cubicBezTo>
                      <a:pt x="298" y="895"/>
                      <a:pt x="211" y="903"/>
                      <a:pt x="143" y="832"/>
                    </a:cubicBezTo>
                    <a:cubicBezTo>
                      <a:pt x="75" y="761"/>
                      <a:pt x="4" y="624"/>
                      <a:pt x="6" y="483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6454" name="Group 5">
                <a:extLst>
                  <a:ext uri="{FF2B5EF4-FFF2-40B4-BE49-F238E27FC236}">
                    <a16:creationId xmlns:a16="http://schemas.microsoft.com/office/drawing/2014/main" id="{56AA955E-A58B-484D-BAC3-F0ADC1CC947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96" y="3160"/>
                <a:ext cx="1642" cy="415"/>
                <a:chOff x="959" y="3814"/>
                <a:chExt cx="1642" cy="415"/>
              </a:xfrm>
            </p:grpSpPr>
            <p:grpSp>
              <p:nvGrpSpPr>
                <p:cNvPr id="186489" name="Group 6">
                  <a:extLst>
                    <a:ext uri="{FF2B5EF4-FFF2-40B4-BE49-F238E27FC236}">
                      <a16:creationId xmlns:a16="http://schemas.microsoft.com/office/drawing/2014/main" id="{E2DEE6BF-FE6A-4F2E-9496-1DC535B41C7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223" y="3814"/>
                  <a:ext cx="378" cy="181"/>
                  <a:chOff x="4396" y="1245"/>
                  <a:chExt cx="672" cy="248"/>
                </a:xfrm>
              </p:grpSpPr>
              <p:sp>
                <p:nvSpPr>
                  <p:cNvPr id="186508" name="Oval 407">
                    <a:extLst>
                      <a:ext uri="{FF2B5EF4-FFF2-40B4-BE49-F238E27FC236}">
                        <a16:creationId xmlns:a16="http://schemas.microsoft.com/office/drawing/2014/main" id="{C27D6B4F-24FA-4DBE-8479-EA350EAA49F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9" y="1355"/>
                    <a:ext cx="666" cy="138"/>
                  </a:xfrm>
                  <a:prstGeom prst="ellipse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6509" name="Rectangle 410">
                    <a:extLst>
                      <a:ext uri="{FF2B5EF4-FFF2-40B4-BE49-F238E27FC236}">
                        <a16:creationId xmlns:a16="http://schemas.microsoft.com/office/drawing/2014/main" id="{C284DFE4-BC57-46E6-AB0B-AFD212E7B78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9" y="1339"/>
                    <a:ext cx="669" cy="86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6510" name="Oval 411">
                    <a:extLst>
                      <a:ext uri="{FF2B5EF4-FFF2-40B4-BE49-F238E27FC236}">
                        <a16:creationId xmlns:a16="http://schemas.microsoft.com/office/drawing/2014/main" id="{37256E85-9B2D-4FD8-927F-D45DF887126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6" y="1245"/>
                    <a:ext cx="667" cy="162"/>
                  </a:xfrm>
                  <a:prstGeom prst="ellipse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186511" name="Group 10">
                    <a:extLst>
                      <a:ext uri="{FF2B5EF4-FFF2-40B4-BE49-F238E27FC236}">
                        <a16:creationId xmlns:a16="http://schemas.microsoft.com/office/drawing/2014/main" id="{1555B69D-FBF1-4361-9C43-4D752CA31A1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4530" y="1287"/>
                    <a:ext cx="377" cy="75"/>
                    <a:chOff x="2468" y="1332"/>
                    <a:chExt cx="310" cy="60"/>
                  </a:xfrm>
                </p:grpSpPr>
                <p:sp>
                  <p:nvSpPr>
                    <p:cNvPr id="186514" name="Freeform 11">
                      <a:extLst>
                        <a:ext uri="{FF2B5EF4-FFF2-40B4-BE49-F238E27FC236}">
                          <a16:creationId xmlns:a16="http://schemas.microsoft.com/office/drawing/2014/main" id="{6C8A0141-077F-4782-8A7A-54DB983D4E3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468" y="1332"/>
                      <a:ext cx="310" cy="60"/>
                    </a:xfrm>
                    <a:custGeom>
                      <a:avLst/>
                      <a:gdLst>
                        <a:gd name="T0" fmla="*/ 0 w 310"/>
                        <a:gd name="T1" fmla="*/ 60 h 60"/>
                        <a:gd name="T2" fmla="*/ 96 w 310"/>
                        <a:gd name="T3" fmla="*/ 60 h 60"/>
                        <a:gd name="T4" fmla="*/ 192 w 310"/>
                        <a:gd name="T5" fmla="*/ 0 h 60"/>
                        <a:gd name="T6" fmla="*/ 310 w 310"/>
                        <a:gd name="T7" fmla="*/ 0 h 6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310"/>
                        <a:gd name="T13" fmla="*/ 0 h 60"/>
                        <a:gd name="T14" fmla="*/ 310 w 310"/>
                        <a:gd name="T15" fmla="*/ 60 h 6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310" h="60">
                          <a:moveTo>
                            <a:pt x="0" y="60"/>
                          </a:moveTo>
                          <a:lnTo>
                            <a:pt x="96" y="60"/>
                          </a:lnTo>
                          <a:lnTo>
                            <a:pt x="192" y="0"/>
                          </a:lnTo>
                          <a:lnTo>
                            <a:pt x="310" y="0"/>
                          </a:lnTo>
                        </a:path>
                      </a:pathLst>
                    </a:custGeom>
                    <a:noFill/>
                    <a:ln w="19050" cmpd="sng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HK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endParaRPr>
                    </a:p>
                  </p:txBody>
                </p:sp>
                <p:sp>
                  <p:nvSpPr>
                    <p:cNvPr id="186515" name="Freeform 12">
                      <a:extLst>
                        <a:ext uri="{FF2B5EF4-FFF2-40B4-BE49-F238E27FC236}">
                          <a16:creationId xmlns:a16="http://schemas.microsoft.com/office/drawing/2014/main" id="{AD452F12-62D4-4198-A81C-D74AAA058E5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482" y="1332"/>
                      <a:ext cx="282" cy="60"/>
                    </a:xfrm>
                    <a:custGeom>
                      <a:avLst/>
                      <a:gdLst>
                        <a:gd name="T0" fmla="*/ 0 w 282"/>
                        <a:gd name="T1" fmla="*/ 0 h 60"/>
                        <a:gd name="T2" fmla="*/ 96 w 282"/>
                        <a:gd name="T3" fmla="*/ 0 h 60"/>
                        <a:gd name="T4" fmla="*/ 192 w 282"/>
                        <a:gd name="T5" fmla="*/ 60 h 60"/>
                        <a:gd name="T6" fmla="*/ 282 w 282"/>
                        <a:gd name="T7" fmla="*/ 60 h 6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282"/>
                        <a:gd name="T13" fmla="*/ 0 h 60"/>
                        <a:gd name="T14" fmla="*/ 282 w 282"/>
                        <a:gd name="T15" fmla="*/ 60 h 6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82" h="60">
                          <a:moveTo>
                            <a:pt x="0" y="0"/>
                          </a:moveTo>
                          <a:lnTo>
                            <a:pt x="96" y="0"/>
                          </a:lnTo>
                          <a:lnTo>
                            <a:pt x="192" y="60"/>
                          </a:lnTo>
                          <a:lnTo>
                            <a:pt x="282" y="60"/>
                          </a:lnTo>
                        </a:path>
                      </a:pathLst>
                    </a:custGeom>
                    <a:noFill/>
                    <a:ln w="12700" cmpd="sng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HK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endParaRPr>
                    </a:p>
                  </p:txBody>
                </p:sp>
              </p:grpSp>
              <p:sp>
                <p:nvSpPr>
                  <p:cNvPr id="186512" name="Line 13">
                    <a:extLst>
                      <a:ext uri="{FF2B5EF4-FFF2-40B4-BE49-F238E27FC236}">
                        <a16:creationId xmlns:a16="http://schemas.microsoft.com/office/drawing/2014/main" id="{5A001A85-7F6D-44D8-9D16-36631CB636E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400" y="1320"/>
                    <a:ext cx="0" cy="110"/>
                  </a:xfrm>
                  <a:prstGeom prst="line">
                    <a:avLst/>
                  </a:prstGeom>
                  <a:noFill/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6513" name="Line 14">
                    <a:extLst>
                      <a:ext uri="{FF2B5EF4-FFF2-40B4-BE49-F238E27FC236}">
                        <a16:creationId xmlns:a16="http://schemas.microsoft.com/office/drawing/2014/main" id="{AC87181C-8877-4B99-9591-77C3068518F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063" y="1326"/>
                    <a:ext cx="0" cy="107"/>
                  </a:xfrm>
                  <a:prstGeom prst="line">
                    <a:avLst/>
                  </a:prstGeom>
                  <a:noFill/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grpSp>
              <p:nvGrpSpPr>
                <p:cNvPr id="186490" name="Group 15">
                  <a:extLst>
                    <a:ext uri="{FF2B5EF4-FFF2-40B4-BE49-F238E27FC236}">
                      <a16:creationId xmlns:a16="http://schemas.microsoft.com/office/drawing/2014/main" id="{0761557E-5856-44C4-8C4F-E16FD837EA3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559" y="4048"/>
                  <a:ext cx="378" cy="181"/>
                  <a:chOff x="4396" y="1245"/>
                  <a:chExt cx="672" cy="248"/>
                </a:xfrm>
              </p:grpSpPr>
              <p:sp>
                <p:nvSpPr>
                  <p:cNvPr id="186500" name="Oval 407">
                    <a:extLst>
                      <a:ext uri="{FF2B5EF4-FFF2-40B4-BE49-F238E27FC236}">
                        <a16:creationId xmlns:a16="http://schemas.microsoft.com/office/drawing/2014/main" id="{50C3C9C9-2B9E-4075-BA68-FC83708D49E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9" y="1355"/>
                    <a:ext cx="666" cy="138"/>
                  </a:xfrm>
                  <a:prstGeom prst="ellipse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6501" name="Rectangle 410">
                    <a:extLst>
                      <a:ext uri="{FF2B5EF4-FFF2-40B4-BE49-F238E27FC236}">
                        <a16:creationId xmlns:a16="http://schemas.microsoft.com/office/drawing/2014/main" id="{9B98FA1C-E75B-4205-89CB-802A6E64A13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9" y="1339"/>
                    <a:ext cx="669" cy="86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6502" name="Oval 411">
                    <a:extLst>
                      <a:ext uri="{FF2B5EF4-FFF2-40B4-BE49-F238E27FC236}">
                        <a16:creationId xmlns:a16="http://schemas.microsoft.com/office/drawing/2014/main" id="{E5933F7F-AE89-414C-BA6E-354E53C6F9C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6" y="1245"/>
                    <a:ext cx="667" cy="162"/>
                  </a:xfrm>
                  <a:prstGeom prst="ellipse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186503" name="Group 19">
                    <a:extLst>
                      <a:ext uri="{FF2B5EF4-FFF2-40B4-BE49-F238E27FC236}">
                        <a16:creationId xmlns:a16="http://schemas.microsoft.com/office/drawing/2014/main" id="{F2010B68-CDED-4ADD-BFDC-54A5BDFCECD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4530" y="1287"/>
                    <a:ext cx="377" cy="75"/>
                    <a:chOff x="2468" y="1332"/>
                    <a:chExt cx="310" cy="60"/>
                  </a:xfrm>
                </p:grpSpPr>
                <p:sp>
                  <p:nvSpPr>
                    <p:cNvPr id="186506" name="Freeform 20">
                      <a:extLst>
                        <a:ext uri="{FF2B5EF4-FFF2-40B4-BE49-F238E27FC236}">
                          <a16:creationId xmlns:a16="http://schemas.microsoft.com/office/drawing/2014/main" id="{AC714005-B440-4586-9482-7958FBEEA85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468" y="1332"/>
                      <a:ext cx="310" cy="60"/>
                    </a:xfrm>
                    <a:custGeom>
                      <a:avLst/>
                      <a:gdLst>
                        <a:gd name="T0" fmla="*/ 0 w 310"/>
                        <a:gd name="T1" fmla="*/ 60 h 60"/>
                        <a:gd name="T2" fmla="*/ 96 w 310"/>
                        <a:gd name="T3" fmla="*/ 60 h 60"/>
                        <a:gd name="T4" fmla="*/ 192 w 310"/>
                        <a:gd name="T5" fmla="*/ 0 h 60"/>
                        <a:gd name="T6" fmla="*/ 310 w 310"/>
                        <a:gd name="T7" fmla="*/ 0 h 6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310"/>
                        <a:gd name="T13" fmla="*/ 0 h 60"/>
                        <a:gd name="T14" fmla="*/ 310 w 310"/>
                        <a:gd name="T15" fmla="*/ 60 h 6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310" h="60">
                          <a:moveTo>
                            <a:pt x="0" y="60"/>
                          </a:moveTo>
                          <a:lnTo>
                            <a:pt x="96" y="60"/>
                          </a:lnTo>
                          <a:lnTo>
                            <a:pt x="192" y="0"/>
                          </a:lnTo>
                          <a:lnTo>
                            <a:pt x="310" y="0"/>
                          </a:lnTo>
                        </a:path>
                      </a:pathLst>
                    </a:custGeom>
                    <a:noFill/>
                    <a:ln w="19050" cmpd="sng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HK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endParaRPr>
                    </a:p>
                  </p:txBody>
                </p:sp>
                <p:sp>
                  <p:nvSpPr>
                    <p:cNvPr id="186507" name="Freeform 21">
                      <a:extLst>
                        <a:ext uri="{FF2B5EF4-FFF2-40B4-BE49-F238E27FC236}">
                          <a16:creationId xmlns:a16="http://schemas.microsoft.com/office/drawing/2014/main" id="{B6009DC8-754B-46DC-A1A4-0004DFA47A6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482" y="1332"/>
                      <a:ext cx="282" cy="60"/>
                    </a:xfrm>
                    <a:custGeom>
                      <a:avLst/>
                      <a:gdLst>
                        <a:gd name="T0" fmla="*/ 0 w 282"/>
                        <a:gd name="T1" fmla="*/ 0 h 60"/>
                        <a:gd name="T2" fmla="*/ 96 w 282"/>
                        <a:gd name="T3" fmla="*/ 0 h 60"/>
                        <a:gd name="T4" fmla="*/ 192 w 282"/>
                        <a:gd name="T5" fmla="*/ 60 h 60"/>
                        <a:gd name="T6" fmla="*/ 282 w 282"/>
                        <a:gd name="T7" fmla="*/ 60 h 6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282"/>
                        <a:gd name="T13" fmla="*/ 0 h 60"/>
                        <a:gd name="T14" fmla="*/ 282 w 282"/>
                        <a:gd name="T15" fmla="*/ 60 h 6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82" h="60">
                          <a:moveTo>
                            <a:pt x="0" y="0"/>
                          </a:moveTo>
                          <a:lnTo>
                            <a:pt x="96" y="0"/>
                          </a:lnTo>
                          <a:lnTo>
                            <a:pt x="192" y="60"/>
                          </a:lnTo>
                          <a:lnTo>
                            <a:pt x="282" y="60"/>
                          </a:lnTo>
                        </a:path>
                      </a:pathLst>
                    </a:custGeom>
                    <a:noFill/>
                    <a:ln w="12700" cmpd="sng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HK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endParaRPr>
                    </a:p>
                  </p:txBody>
                </p:sp>
              </p:grpSp>
              <p:sp>
                <p:nvSpPr>
                  <p:cNvPr id="186504" name="Line 22">
                    <a:extLst>
                      <a:ext uri="{FF2B5EF4-FFF2-40B4-BE49-F238E27FC236}">
                        <a16:creationId xmlns:a16="http://schemas.microsoft.com/office/drawing/2014/main" id="{3B7E939C-D853-462A-91DC-EB08382E56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400" y="1320"/>
                    <a:ext cx="0" cy="110"/>
                  </a:xfrm>
                  <a:prstGeom prst="line">
                    <a:avLst/>
                  </a:prstGeom>
                  <a:noFill/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6505" name="Line 23">
                    <a:extLst>
                      <a:ext uri="{FF2B5EF4-FFF2-40B4-BE49-F238E27FC236}">
                        <a16:creationId xmlns:a16="http://schemas.microsoft.com/office/drawing/2014/main" id="{AB794CD7-4320-4B46-94E3-BCC05D6E355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063" y="1326"/>
                    <a:ext cx="0" cy="107"/>
                  </a:xfrm>
                  <a:prstGeom prst="line">
                    <a:avLst/>
                  </a:prstGeom>
                  <a:noFill/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grpSp>
              <p:nvGrpSpPr>
                <p:cNvPr id="186491" name="Group 24">
                  <a:extLst>
                    <a:ext uri="{FF2B5EF4-FFF2-40B4-BE49-F238E27FC236}">
                      <a16:creationId xmlns:a16="http://schemas.microsoft.com/office/drawing/2014/main" id="{045BB3A5-C923-4CE8-A710-58E8B57A0B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59" y="3816"/>
                  <a:ext cx="378" cy="181"/>
                  <a:chOff x="4396" y="1245"/>
                  <a:chExt cx="672" cy="248"/>
                </a:xfrm>
              </p:grpSpPr>
              <p:sp>
                <p:nvSpPr>
                  <p:cNvPr id="186492" name="Oval 407">
                    <a:extLst>
                      <a:ext uri="{FF2B5EF4-FFF2-40B4-BE49-F238E27FC236}">
                        <a16:creationId xmlns:a16="http://schemas.microsoft.com/office/drawing/2014/main" id="{ADC2B222-3556-4716-B2C0-43F5296CEDA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9" y="1355"/>
                    <a:ext cx="666" cy="138"/>
                  </a:xfrm>
                  <a:prstGeom prst="ellipse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6493" name="Rectangle 410">
                    <a:extLst>
                      <a:ext uri="{FF2B5EF4-FFF2-40B4-BE49-F238E27FC236}">
                        <a16:creationId xmlns:a16="http://schemas.microsoft.com/office/drawing/2014/main" id="{06E3C47E-E532-49D1-8C56-0DED4DFC338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9" y="1339"/>
                    <a:ext cx="669" cy="86"/>
                  </a:xfrm>
                  <a:prstGeom prst="rect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6494" name="Oval 411">
                    <a:extLst>
                      <a:ext uri="{FF2B5EF4-FFF2-40B4-BE49-F238E27FC236}">
                        <a16:creationId xmlns:a16="http://schemas.microsoft.com/office/drawing/2014/main" id="{0DD4157B-72F5-4329-84C4-CF88C176C06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396" y="1245"/>
                    <a:ext cx="667" cy="162"/>
                  </a:xfrm>
                  <a:prstGeom prst="ellipse">
                    <a:avLst/>
                  </a:prstGeom>
                  <a:gradFill rotWithShape="1">
                    <a:gsLst>
                      <a:gs pos="0">
                        <a:srgbClr val="CCCCFF"/>
                      </a:gs>
                      <a:gs pos="100000">
                        <a:srgbClr val="FFFFFF"/>
                      </a:gs>
                    </a:gsLst>
                    <a:lin ang="0" scaled="1"/>
                  </a:gradFill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ＭＳ Ｐゴシック" panose="020B0600070205080204" pitchFamily="34" charset="-128"/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186495" name="Group 28">
                    <a:extLst>
                      <a:ext uri="{FF2B5EF4-FFF2-40B4-BE49-F238E27FC236}">
                        <a16:creationId xmlns:a16="http://schemas.microsoft.com/office/drawing/2014/main" id="{C035D534-E7B7-4E8B-B79C-4EA2336F293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4530" y="1287"/>
                    <a:ext cx="377" cy="75"/>
                    <a:chOff x="2468" y="1332"/>
                    <a:chExt cx="310" cy="60"/>
                  </a:xfrm>
                </p:grpSpPr>
                <p:sp>
                  <p:nvSpPr>
                    <p:cNvPr id="186498" name="Freeform 29">
                      <a:extLst>
                        <a:ext uri="{FF2B5EF4-FFF2-40B4-BE49-F238E27FC236}">
                          <a16:creationId xmlns:a16="http://schemas.microsoft.com/office/drawing/2014/main" id="{B53CE03B-97DC-42C9-821F-1784873F8571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468" y="1332"/>
                      <a:ext cx="310" cy="60"/>
                    </a:xfrm>
                    <a:custGeom>
                      <a:avLst/>
                      <a:gdLst>
                        <a:gd name="T0" fmla="*/ 0 w 310"/>
                        <a:gd name="T1" fmla="*/ 60 h 60"/>
                        <a:gd name="T2" fmla="*/ 96 w 310"/>
                        <a:gd name="T3" fmla="*/ 60 h 60"/>
                        <a:gd name="T4" fmla="*/ 192 w 310"/>
                        <a:gd name="T5" fmla="*/ 0 h 60"/>
                        <a:gd name="T6" fmla="*/ 310 w 310"/>
                        <a:gd name="T7" fmla="*/ 0 h 6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310"/>
                        <a:gd name="T13" fmla="*/ 0 h 60"/>
                        <a:gd name="T14" fmla="*/ 310 w 310"/>
                        <a:gd name="T15" fmla="*/ 60 h 6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310" h="60">
                          <a:moveTo>
                            <a:pt x="0" y="60"/>
                          </a:moveTo>
                          <a:lnTo>
                            <a:pt x="96" y="60"/>
                          </a:lnTo>
                          <a:lnTo>
                            <a:pt x="192" y="0"/>
                          </a:lnTo>
                          <a:lnTo>
                            <a:pt x="310" y="0"/>
                          </a:lnTo>
                        </a:path>
                      </a:pathLst>
                    </a:custGeom>
                    <a:noFill/>
                    <a:ln w="19050" cmpd="sng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HK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endParaRPr>
                    </a:p>
                  </p:txBody>
                </p:sp>
                <p:sp>
                  <p:nvSpPr>
                    <p:cNvPr id="186499" name="Freeform 30">
                      <a:extLst>
                        <a:ext uri="{FF2B5EF4-FFF2-40B4-BE49-F238E27FC236}">
                          <a16:creationId xmlns:a16="http://schemas.microsoft.com/office/drawing/2014/main" id="{92502E37-A90E-4AD6-9766-A5891AA6DB2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2482" y="1332"/>
                      <a:ext cx="282" cy="60"/>
                    </a:xfrm>
                    <a:custGeom>
                      <a:avLst/>
                      <a:gdLst>
                        <a:gd name="T0" fmla="*/ 0 w 282"/>
                        <a:gd name="T1" fmla="*/ 0 h 60"/>
                        <a:gd name="T2" fmla="*/ 96 w 282"/>
                        <a:gd name="T3" fmla="*/ 0 h 60"/>
                        <a:gd name="T4" fmla="*/ 192 w 282"/>
                        <a:gd name="T5" fmla="*/ 60 h 60"/>
                        <a:gd name="T6" fmla="*/ 282 w 282"/>
                        <a:gd name="T7" fmla="*/ 60 h 60"/>
                        <a:gd name="T8" fmla="*/ 0 60000 65536"/>
                        <a:gd name="T9" fmla="*/ 0 60000 65536"/>
                        <a:gd name="T10" fmla="*/ 0 60000 65536"/>
                        <a:gd name="T11" fmla="*/ 0 60000 65536"/>
                        <a:gd name="T12" fmla="*/ 0 w 282"/>
                        <a:gd name="T13" fmla="*/ 0 h 60"/>
                        <a:gd name="T14" fmla="*/ 282 w 282"/>
                        <a:gd name="T15" fmla="*/ 60 h 60"/>
                      </a:gdLst>
                      <a:ahLst/>
                      <a:cxnLst>
                        <a:cxn ang="T8">
                          <a:pos x="T0" y="T1"/>
                        </a:cxn>
                        <a:cxn ang="T9">
                          <a:pos x="T2" y="T3"/>
                        </a:cxn>
                        <a:cxn ang="T10">
                          <a:pos x="T4" y="T5"/>
                        </a:cxn>
                        <a:cxn ang="T11">
                          <a:pos x="T6" y="T7"/>
                        </a:cxn>
                      </a:cxnLst>
                      <a:rect l="T12" t="T13" r="T14" b="T15"/>
                      <a:pathLst>
                        <a:path w="282" h="60">
                          <a:moveTo>
                            <a:pt x="0" y="0"/>
                          </a:moveTo>
                          <a:lnTo>
                            <a:pt x="96" y="0"/>
                          </a:lnTo>
                          <a:lnTo>
                            <a:pt x="192" y="60"/>
                          </a:lnTo>
                          <a:lnTo>
                            <a:pt x="282" y="60"/>
                          </a:lnTo>
                        </a:path>
                      </a:pathLst>
                    </a:custGeom>
                    <a:noFill/>
                    <a:ln w="12700" cmpd="sng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HK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endParaRPr>
                    </a:p>
                  </p:txBody>
                </p:sp>
              </p:grpSp>
              <p:sp>
                <p:nvSpPr>
                  <p:cNvPr id="186496" name="Line 31">
                    <a:extLst>
                      <a:ext uri="{FF2B5EF4-FFF2-40B4-BE49-F238E27FC236}">
                        <a16:creationId xmlns:a16="http://schemas.microsoft.com/office/drawing/2014/main" id="{AAE5E121-DB32-43FD-8377-38ADB40F455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400" y="1320"/>
                    <a:ext cx="0" cy="110"/>
                  </a:xfrm>
                  <a:prstGeom prst="line">
                    <a:avLst/>
                  </a:prstGeom>
                  <a:noFill/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6497" name="Line 32">
                    <a:extLst>
                      <a:ext uri="{FF2B5EF4-FFF2-40B4-BE49-F238E27FC236}">
                        <a16:creationId xmlns:a16="http://schemas.microsoft.com/office/drawing/2014/main" id="{44DCBA42-5642-42B1-9DCB-0FE19AF32D1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063" y="1326"/>
                    <a:ext cx="0" cy="107"/>
                  </a:xfrm>
                  <a:prstGeom prst="line">
                    <a:avLst/>
                  </a:prstGeom>
                  <a:noFill/>
                  <a:ln w="1905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sp>
            <p:nvSpPr>
              <p:cNvPr id="186455" name="Freeform 33">
                <a:extLst>
                  <a:ext uri="{FF2B5EF4-FFF2-40B4-BE49-F238E27FC236}">
                    <a16:creationId xmlns:a16="http://schemas.microsoft.com/office/drawing/2014/main" id="{92C9AC11-E8FA-40A7-A0D2-32DAD663AEA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74" y="3086"/>
                <a:ext cx="294" cy="166"/>
              </a:xfrm>
              <a:custGeom>
                <a:avLst/>
                <a:gdLst>
                  <a:gd name="T0" fmla="*/ 0 w 294"/>
                  <a:gd name="T1" fmla="*/ 166 h 166"/>
                  <a:gd name="T2" fmla="*/ 294 w 294"/>
                  <a:gd name="T3" fmla="*/ 0 h 166"/>
                  <a:gd name="T4" fmla="*/ 0 60000 65536"/>
                  <a:gd name="T5" fmla="*/ 0 60000 65536"/>
                  <a:gd name="T6" fmla="*/ 0 w 294"/>
                  <a:gd name="T7" fmla="*/ 0 h 166"/>
                  <a:gd name="T8" fmla="*/ 294 w 294"/>
                  <a:gd name="T9" fmla="*/ 166 h 166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94" h="166">
                    <a:moveTo>
                      <a:pt x="0" y="166"/>
                    </a:moveTo>
                    <a:lnTo>
                      <a:pt x="294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6456" name="Freeform 34">
                <a:extLst>
                  <a:ext uri="{FF2B5EF4-FFF2-40B4-BE49-F238E27FC236}">
                    <a16:creationId xmlns:a16="http://schemas.microsoft.com/office/drawing/2014/main" id="{CD89A678-CBFA-427F-84ED-CE50849A7B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2" y="3082"/>
                <a:ext cx="272" cy="174"/>
              </a:xfrm>
              <a:custGeom>
                <a:avLst/>
                <a:gdLst>
                  <a:gd name="T0" fmla="*/ 0 w 272"/>
                  <a:gd name="T1" fmla="*/ 0 h 174"/>
                  <a:gd name="T2" fmla="*/ 272 w 272"/>
                  <a:gd name="T3" fmla="*/ 174 h 174"/>
                  <a:gd name="T4" fmla="*/ 0 60000 65536"/>
                  <a:gd name="T5" fmla="*/ 0 60000 65536"/>
                  <a:gd name="T6" fmla="*/ 0 w 272"/>
                  <a:gd name="T7" fmla="*/ 0 h 174"/>
                  <a:gd name="T8" fmla="*/ 272 w 272"/>
                  <a:gd name="T9" fmla="*/ 174 h 174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72" h="174">
                    <a:moveTo>
                      <a:pt x="0" y="0"/>
                    </a:moveTo>
                    <a:lnTo>
                      <a:pt x="272" y="174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6457" name="Freeform 35">
                <a:extLst>
                  <a:ext uri="{FF2B5EF4-FFF2-40B4-BE49-F238E27FC236}">
                    <a16:creationId xmlns:a16="http://schemas.microsoft.com/office/drawing/2014/main" id="{CC2F050A-AEAB-48F0-B5CE-A06421A4BE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11" y="3329"/>
                <a:ext cx="303" cy="150"/>
              </a:xfrm>
              <a:custGeom>
                <a:avLst/>
                <a:gdLst>
                  <a:gd name="T0" fmla="*/ 0 w 294"/>
                  <a:gd name="T1" fmla="*/ 0 h 174"/>
                  <a:gd name="T2" fmla="*/ 870 w 294"/>
                  <a:gd name="T3" fmla="*/ 3 h 174"/>
                  <a:gd name="T4" fmla="*/ 0 60000 65536"/>
                  <a:gd name="T5" fmla="*/ 0 60000 65536"/>
                  <a:gd name="T6" fmla="*/ 0 w 294"/>
                  <a:gd name="T7" fmla="*/ 0 h 174"/>
                  <a:gd name="T8" fmla="*/ 294 w 294"/>
                  <a:gd name="T9" fmla="*/ 174 h 174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94" h="174">
                    <a:moveTo>
                      <a:pt x="0" y="0"/>
                    </a:moveTo>
                    <a:lnTo>
                      <a:pt x="294" y="174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6458" name="Freeform 36">
                <a:extLst>
                  <a:ext uri="{FF2B5EF4-FFF2-40B4-BE49-F238E27FC236}">
                    <a16:creationId xmlns:a16="http://schemas.microsoft.com/office/drawing/2014/main" id="{EF7DD583-9AAF-40C8-9B43-35D8E5ABB5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8" y="3322"/>
                <a:ext cx="352" cy="148"/>
              </a:xfrm>
              <a:custGeom>
                <a:avLst/>
                <a:gdLst>
                  <a:gd name="T0" fmla="*/ 0 w 352"/>
                  <a:gd name="T1" fmla="*/ 148 h 148"/>
                  <a:gd name="T2" fmla="*/ 352 w 352"/>
                  <a:gd name="T3" fmla="*/ 0 h 148"/>
                  <a:gd name="T4" fmla="*/ 0 60000 65536"/>
                  <a:gd name="T5" fmla="*/ 0 60000 65536"/>
                  <a:gd name="T6" fmla="*/ 0 w 352"/>
                  <a:gd name="T7" fmla="*/ 0 h 148"/>
                  <a:gd name="T8" fmla="*/ 352 w 352"/>
                  <a:gd name="T9" fmla="*/ 148 h 148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352" h="148">
                    <a:moveTo>
                      <a:pt x="0" y="148"/>
                    </a:moveTo>
                    <a:lnTo>
                      <a:pt x="352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6459" name="Freeform 37">
                <a:extLst>
                  <a:ext uri="{FF2B5EF4-FFF2-40B4-BE49-F238E27FC236}">
                    <a16:creationId xmlns:a16="http://schemas.microsoft.com/office/drawing/2014/main" id="{4F5CA508-9EA2-41F3-AA1D-0B2311D299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28" y="3348"/>
                <a:ext cx="130" cy="320"/>
              </a:xfrm>
              <a:custGeom>
                <a:avLst/>
                <a:gdLst>
                  <a:gd name="T0" fmla="*/ 0 w 118"/>
                  <a:gd name="T1" fmla="*/ 1 h 500"/>
                  <a:gd name="T2" fmla="*/ 3889 w 118"/>
                  <a:gd name="T3" fmla="*/ 0 h 500"/>
                  <a:gd name="T4" fmla="*/ 0 60000 65536"/>
                  <a:gd name="T5" fmla="*/ 0 60000 65536"/>
                  <a:gd name="T6" fmla="*/ 0 w 118"/>
                  <a:gd name="T7" fmla="*/ 0 h 500"/>
                  <a:gd name="T8" fmla="*/ 118 w 118"/>
                  <a:gd name="T9" fmla="*/ 500 h 50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118" h="500">
                    <a:moveTo>
                      <a:pt x="0" y="500"/>
                    </a:moveTo>
                    <a:lnTo>
                      <a:pt x="118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6460" name="Freeform 38">
                <a:extLst>
                  <a:ext uri="{FF2B5EF4-FFF2-40B4-BE49-F238E27FC236}">
                    <a16:creationId xmlns:a16="http://schemas.microsoft.com/office/drawing/2014/main" id="{994B9352-FCC1-4452-8836-814CC06A82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50" y="3684"/>
                <a:ext cx="464" cy="47"/>
              </a:xfrm>
              <a:custGeom>
                <a:avLst/>
                <a:gdLst>
                  <a:gd name="T0" fmla="*/ 1279525 w 370"/>
                  <a:gd name="T1" fmla="*/ 32562937 h 32"/>
                  <a:gd name="T2" fmla="*/ 0 w 370"/>
                  <a:gd name="T3" fmla="*/ 0 h 32"/>
                  <a:gd name="T4" fmla="*/ 0 60000 65536"/>
                  <a:gd name="T5" fmla="*/ 0 60000 65536"/>
                  <a:gd name="T6" fmla="*/ 0 w 370"/>
                  <a:gd name="T7" fmla="*/ 0 h 32"/>
                  <a:gd name="T8" fmla="*/ 370 w 370"/>
                  <a:gd name="T9" fmla="*/ 32 h 32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370" h="32">
                    <a:moveTo>
                      <a:pt x="370" y="32"/>
                    </a:move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6461" name="Freeform 39">
                <a:extLst>
                  <a:ext uri="{FF2B5EF4-FFF2-40B4-BE49-F238E27FC236}">
                    <a16:creationId xmlns:a16="http://schemas.microsoft.com/office/drawing/2014/main" id="{8E6034C7-7EE7-406A-8020-4AE1B59A58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12" y="3344"/>
                <a:ext cx="122" cy="268"/>
              </a:xfrm>
              <a:custGeom>
                <a:avLst/>
                <a:gdLst>
                  <a:gd name="T0" fmla="*/ 1 w 176"/>
                  <a:gd name="T1" fmla="*/ 1 h 412"/>
                  <a:gd name="T2" fmla="*/ 1 w 176"/>
                  <a:gd name="T3" fmla="*/ 1 h 412"/>
                  <a:gd name="T4" fmla="*/ 0 w 176"/>
                  <a:gd name="T5" fmla="*/ 0 h 412"/>
                  <a:gd name="T6" fmla="*/ 0 60000 65536"/>
                  <a:gd name="T7" fmla="*/ 0 60000 65536"/>
                  <a:gd name="T8" fmla="*/ 0 60000 65536"/>
                  <a:gd name="T9" fmla="*/ 0 w 176"/>
                  <a:gd name="T10" fmla="*/ 0 h 412"/>
                  <a:gd name="T11" fmla="*/ 176 w 176"/>
                  <a:gd name="T12" fmla="*/ 412 h 41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6" h="412">
                    <a:moveTo>
                      <a:pt x="162" y="408"/>
                    </a:moveTo>
                    <a:lnTo>
                      <a:pt x="176" y="412"/>
                    </a:ln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6462" name="Group 40">
                <a:extLst>
                  <a:ext uri="{FF2B5EF4-FFF2-40B4-BE49-F238E27FC236}">
                    <a16:creationId xmlns:a16="http://schemas.microsoft.com/office/drawing/2014/main" id="{6B3E0FB6-875B-4773-8225-F750522FD4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822" y="2974"/>
                <a:ext cx="378" cy="181"/>
                <a:chOff x="4396" y="1245"/>
                <a:chExt cx="672" cy="248"/>
              </a:xfrm>
            </p:grpSpPr>
            <p:sp>
              <p:nvSpPr>
                <p:cNvPr id="186481" name="Oval 407">
                  <a:extLst>
                    <a:ext uri="{FF2B5EF4-FFF2-40B4-BE49-F238E27FC236}">
                      <a16:creationId xmlns:a16="http://schemas.microsoft.com/office/drawing/2014/main" id="{EA7DF248-AF7C-433F-B1F6-060D9C0AF69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82" name="Rectangle 410">
                  <a:extLst>
                    <a:ext uri="{FF2B5EF4-FFF2-40B4-BE49-F238E27FC236}">
                      <a16:creationId xmlns:a16="http://schemas.microsoft.com/office/drawing/2014/main" id="{895C285B-21E9-40C3-82AA-EF461DE951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83" name="Oval 411">
                  <a:extLst>
                    <a:ext uri="{FF2B5EF4-FFF2-40B4-BE49-F238E27FC236}">
                      <a16:creationId xmlns:a16="http://schemas.microsoft.com/office/drawing/2014/main" id="{6719EAC3-B753-4FF5-95C6-5B4BCA42979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6484" name="Group 44">
                  <a:extLst>
                    <a:ext uri="{FF2B5EF4-FFF2-40B4-BE49-F238E27FC236}">
                      <a16:creationId xmlns:a16="http://schemas.microsoft.com/office/drawing/2014/main" id="{C2A61993-8795-498C-9CC3-8C1545481B0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6487" name="Freeform 45">
                    <a:extLst>
                      <a:ext uri="{FF2B5EF4-FFF2-40B4-BE49-F238E27FC236}">
                        <a16:creationId xmlns:a16="http://schemas.microsoft.com/office/drawing/2014/main" id="{AB56165C-99F9-4710-B208-789E2DC0EE4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6488" name="Freeform 46">
                    <a:extLst>
                      <a:ext uri="{FF2B5EF4-FFF2-40B4-BE49-F238E27FC236}">
                        <a16:creationId xmlns:a16="http://schemas.microsoft.com/office/drawing/2014/main" id="{87FD9F7C-C2F6-46F6-866B-4AD5C1DFF14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270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6485" name="Line 47">
                  <a:extLst>
                    <a:ext uri="{FF2B5EF4-FFF2-40B4-BE49-F238E27FC236}">
                      <a16:creationId xmlns:a16="http://schemas.microsoft.com/office/drawing/2014/main" id="{58189765-D540-4DD2-B102-F516F31CD54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400" y="1320"/>
                  <a:ext cx="0" cy="110"/>
                </a:xfrm>
                <a:prstGeom prst="line">
                  <a:avLst/>
                </a:prstGeom>
                <a:noFill/>
                <a:ln w="190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6486" name="Line 48">
                  <a:extLst>
                    <a:ext uri="{FF2B5EF4-FFF2-40B4-BE49-F238E27FC236}">
                      <a16:creationId xmlns:a16="http://schemas.microsoft.com/office/drawing/2014/main" id="{E45B958E-189A-4194-96C4-BFC5BA267E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6"/>
                  <a:ext cx="0" cy="107"/>
                </a:xfrm>
                <a:prstGeom prst="line">
                  <a:avLst/>
                </a:prstGeom>
                <a:noFill/>
                <a:ln w="190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6463" name="Group 49">
                <a:extLst>
                  <a:ext uri="{FF2B5EF4-FFF2-40B4-BE49-F238E27FC236}">
                    <a16:creationId xmlns:a16="http://schemas.microsoft.com/office/drawing/2014/main" id="{E3C7F3B2-DB63-4EE1-84F0-8FC58C30F4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71" y="3604"/>
                <a:ext cx="378" cy="181"/>
                <a:chOff x="4396" y="1245"/>
                <a:chExt cx="672" cy="248"/>
              </a:xfrm>
            </p:grpSpPr>
            <p:sp>
              <p:nvSpPr>
                <p:cNvPr id="186473" name="Oval 407">
                  <a:extLst>
                    <a:ext uri="{FF2B5EF4-FFF2-40B4-BE49-F238E27FC236}">
                      <a16:creationId xmlns:a16="http://schemas.microsoft.com/office/drawing/2014/main" id="{B8A3AC52-5096-45B0-AB4D-4544B417C4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74" name="Rectangle 410">
                  <a:extLst>
                    <a:ext uri="{FF2B5EF4-FFF2-40B4-BE49-F238E27FC236}">
                      <a16:creationId xmlns:a16="http://schemas.microsoft.com/office/drawing/2014/main" id="{E664159F-B902-41FC-BE51-699A15D7BA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75" name="Oval 411">
                  <a:extLst>
                    <a:ext uri="{FF2B5EF4-FFF2-40B4-BE49-F238E27FC236}">
                      <a16:creationId xmlns:a16="http://schemas.microsoft.com/office/drawing/2014/main" id="{D01B76CD-C780-46D2-B213-2935D92DA3B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6476" name="Group 53">
                  <a:extLst>
                    <a:ext uri="{FF2B5EF4-FFF2-40B4-BE49-F238E27FC236}">
                      <a16:creationId xmlns:a16="http://schemas.microsoft.com/office/drawing/2014/main" id="{55E770CC-0712-45A5-A499-3E93464F449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6479" name="Freeform 54">
                    <a:extLst>
                      <a:ext uri="{FF2B5EF4-FFF2-40B4-BE49-F238E27FC236}">
                        <a16:creationId xmlns:a16="http://schemas.microsoft.com/office/drawing/2014/main" id="{A25F70D9-4024-4D0C-880A-4FF6304C83B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6480" name="Freeform 55">
                    <a:extLst>
                      <a:ext uri="{FF2B5EF4-FFF2-40B4-BE49-F238E27FC236}">
                        <a16:creationId xmlns:a16="http://schemas.microsoft.com/office/drawing/2014/main" id="{A3CDD6D0-BA82-47DD-8E4D-66553322D2E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270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6477" name="Line 56">
                  <a:extLst>
                    <a:ext uri="{FF2B5EF4-FFF2-40B4-BE49-F238E27FC236}">
                      <a16:creationId xmlns:a16="http://schemas.microsoft.com/office/drawing/2014/main" id="{3E945DBE-E4DD-432E-8877-083BD81695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400" y="1320"/>
                  <a:ext cx="0" cy="110"/>
                </a:xfrm>
                <a:prstGeom prst="line">
                  <a:avLst/>
                </a:prstGeom>
                <a:noFill/>
                <a:ln w="190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6478" name="Line 57">
                  <a:extLst>
                    <a:ext uri="{FF2B5EF4-FFF2-40B4-BE49-F238E27FC236}">
                      <a16:creationId xmlns:a16="http://schemas.microsoft.com/office/drawing/2014/main" id="{0E0CC754-D907-434C-B763-07051794F24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6"/>
                  <a:ext cx="0" cy="107"/>
                </a:xfrm>
                <a:prstGeom prst="line">
                  <a:avLst/>
                </a:prstGeom>
                <a:noFill/>
                <a:ln w="190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6464" name="Group 58">
                <a:extLst>
                  <a:ext uri="{FF2B5EF4-FFF2-40B4-BE49-F238E27FC236}">
                    <a16:creationId xmlns:a16="http://schemas.microsoft.com/office/drawing/2014/main" id="{60E92B2D-F15F-4FCC-8E01-3FB0EB435E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03" y="3574"/>
                <a:ext cx="378" cy="181"/>
                <a:chOff x="4396" y="1245"/>
                <a:chExt cx="672" cy="248"/>
              </a:xfrm>
            </p:grpSpPr>
            <p:sp>
              <p:nvSpPr>
                <p:cNvPr id="186465" name="Oval 407">
                  <a:extLst>
                    <a:ext uri="{FF2B5EF4-FFF2-40B4-BE49-F238E27FC236}">
                      <a16:creationId xmlns:a16="http://schemas.microsoft.com/office/drawing/2014/main" id="{81D2B1E6-908A-416B-B6E4-A40C6BAA0D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66" name="Rectangle 410">
                  <a:extLst>
                    <a:ext uri="{FF2B5EF4-FFF2-40B4-BE49-F238E27FC236}">
                      <a16:creationId xmlns:a16="http://schemas.microsoft.com/office/drawing/2014/main" id="{91BE7864-A041-499C-8E5E-4C50904841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67" name="Oval 411">
                  <a:extLst>
                    <a:ext uri="{FF2B5EF4-FFF2-40B4-BE49-F238E27FC236}">
                      <a16:creationId xmlns:a16="http://schemas.microsoft.com/office/drawing/2014/main" id="{2F7EB8E8-FFF9-424B-A036-FDCE02924D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905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6468" name="Group 62">
                  <a:extLst>
                    <a:ext uri="{FF2B5EF4-FFF2-40B4-BE49-F238E27FC236}">
                      <a16:creationId xmlns:a16="http://schemas.microsoft.com/office/drawing/2014/main" id="{1B4FB251-9875-4973-B33B-9388ADE4E74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6471" name="Freeform 63">
                    <a:extLst>
                      <a:ext uri="{FF2B5EF4-FFF2-40B4-BE49-F238E27FC236}">
                        <a16:creationId xmlns:a16="http://schemas.microsoft.com/office/drawing/2014/main" id="{2E096B84-77E9-44AD-81B4-0539B67432A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6472" name="Freeform 64">
                    <a:extLst>
                      <a:ext uri="{FF2B5EF4-FFF2-40B4-BE49-F238E27FC236}">
                        <a16:creationId xmlns:a16="http://schemas.microsoft.com/office/drawing/2014/main" id="{0DA1D4DB-ACC7-4D74-BAC5-17F84EE3360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270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6469" name="Line 65">
                  <a:extLst>
                    <a:ext uri="{FF2B5EF4-FFF2-40B4-BE49-F238E27FC236}">
                      <a16:creationId xmlns:a16="http://schemas.microsoft.com/office/drawing/2014/main" id="{D98DCF61-354B-42A7-A2FB-D30FA65085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400" y="1320"/>
                  <a:ext cx="0" cy="110"/>
                </a:xfrm>
                <a:prstGeom prst="line">
                  <a:avLst/>
                </a:prstGeom>
                <a:noFill/>
                <a:ln w="190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6470" name="Line 66">
                  <a:extLst>
                    <a:ext uri="{FF2B5EF4-FFF2-40B4-BE49-F238E27FC236}">
                      <a16:creationId xmlns:a16="http://schemas.microsoft.com/office/drawing/2014/main" id="{4A82666F-BD30-42B7-95BE-4C912DDA938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6"/>
                  <a:ext cx="0" cy="107"/>
                </a:xfrm>
                <a:prstGeom prst="line">
                  <a:avLst/>
                </a:prstGeom>
                <a:noFill/>
                <a:ln w="190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86450" name="Text Box 67">
              <a:extLst>
                <a:ext uri="{FF2B5EF4-FFF2-40B4-BE49-F238E27FC236}">
                  <a16:creationId xmlns:a16="http://schemas.microsoft.com/office/drawing/2014/main" id="{7F232289-428E-4A3C-86AA-87A20394CC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7" y="3221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186451" name="Text Box 68">
              <a:extLst>
                <a:ext uri="{FF2B5EF4-FFF2-40B4-BE49-F238E27FC236}">
                  <a16:creationId xmlns:a16="http://schemas.microsoft.com/office/drawing/2014/main" id="{C6643148-0213-4EA0-B3F4-81426266CC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0" y="3504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</a:p>
          </p:txBody>
        </p:sp>
        <p:sp>
          <p:nvSpPr>
            <p:cNvPr id="186452" name="Text Box 69">
              <a:extLst>
                <a:ext uri="{FF2B5EF4-FFF2-40B4-BE49-F238E27FC236}">
                  <a16:creationId xmlns:a16="http://schemas.microsoft.com/office/drawing/2014/main" id="{B8B9A127-A58B-4C1B-9531-5E83224A18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8" y="3501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</a:p>
          </p:txBody>
        </p:sp>
      </p:grpSp>
      <p:sp>
        <p:nvSpPr>
          <p:cNvPr id="186373" name="Freeform 72">
            <a:extLst>
              <a:ext uri="{FF2B5EF4-FFF2-40B4-BE49-F238E27FC236}">
                <a16:creationId xmlns:a16="http://schemas.microsoft.com/office/drawing/2014/main" id="{A5CC8039-0ADC-4D46-B85E-36F559AC42AE}"/>
              </a:ext>
            </a:extLst>
          </p:cNvPr>
          <p:cNvSpPr>
            <a:spLocks/>
          </p:cNvSpPr>
          <p:nvPr/>
        </p:nvSpPr>
        <p:spPr bwMode="auto">
          <a:xfrm>
            <a:off x="2397125" y="3743325"/>
            <a:ext cx="2290763" cy="1295400"/>
          </a:xfrm>
          <a:custGeom>
            <a:avLst/>
            <a:gdLst>
              <a:gd name="T0" fmla="*/ 0 w 1443"/>
              <a:gd name="T1" fmla="*/ 0 h 816"/>
              <a:gd name="T2" fmla="*/ 2147483646 w 1443"/>
              <a:gd name="T3" fmla="*/ 2147483646 h 816"/>
              <a:gd name="T4" fmla="*/ 2147483646 w 1443"/>
              <a:gd name="T5" fmla="*/ 2147483646 h 816"/>
              <a:gd name="T6" fmla="*/ 2147483646 w 1443"/>
              <a:gd name="T7" fmla="*/ 2147483646 h 816"/>
              <a:gd name="T8" fmla="*/ 0 w 1443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3"/>
              <a:gd name="T16" fmla="*/ 0 h 816"/>
              <a:gd name="T17" fmla="*/ 1443 w 1443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3" h="816">
                <a:moveTo>
                  <a:pt x="0" y="0"/>
                </a:moveTo>
                <a:cubicBezTo>
                  <a:pt x="571" y="285"/>
                  <a:pt x="856" y="408"/>
                  <a:pt x="1076" y="782"/>
                </a:cubicBezTo>
                <a:cubicBezTo>
                  <a:pt x="1185" y="775"/>
                  <a:pt x="1220" y="816"/>
                  <a:pt x="1320" y="788"/>
                </a:cubicBezTo>
                <a:cubicBezTo>
                  <a:pt x="1264" y="347"/>
                  <a:pt x="1276" y="352"/>
                  <a:pt x="1443" y="5"/>
                </a:cubicBezTo>
                <a:cubicBezTo>
                  <a:pt x="867" y="5"/>
                  <a:pt x="233" y="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74" name="Rectangle 73">
            <a:extLst>
              <a:ext uri="{FF2B5EF4-FFF2-40B4-BE49-F238E27FC236}">
                <a16:creationId xmlns:a16="http://schemas.microsoft.com/office/drawing/2014/main" id="{7626DD00-4956-4A4E-8BD0-4067EE298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6463" y="1417638"/>
            <a:ext cx="2528887" cy="2333625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75" name="Oval 74">
            <a:extLst>
              <a:ext uri="{FF2B5EF4-FFF2-40B4-BE49-F238E27FC236}">
                <a16:creationId xmlns:a16="http://schemas.microsoft.com/office/drawing/2014/main" id="{67E7B502-50F6-46C3-99C7-980A0123D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3013" y="1470025"/>
            <a:ext cx="2095500" cy="604838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76" name="Rectangle 75">
            <a:extLst>
              <a:ext uri="{FF2B5EF4-FFF2-40B4-BE49-F238E27FC236}">
                <a16:creationId xmlns:a16="http://schemas.microsoft.com/office/drawing/2014/main" id="{4832493D-7904-452A-BA57-AC720C415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57450" y="4806950"/>
            <a:ext cx="1155700" cy="238125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77" name="Rectangle 76">
            <a:extLst>
              <a:ext uri="{FF2B5EF4-FFF2-40B4-BE49-F238E27FC236}">
                <a16:creationId xmlns:a16="http://schemas.microsoft.com/office/drawing/2014/main" id="{F5BA6338-A316-4F4A-A596-30DD189D0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3638" y="4830763"/>
            <a:ext cx="1147762" cy="2381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78" name="Line 77">
            <a:extLst>
              <a:ext uri="{FF2B5EF4-FFF2-40B4-BE49-F238E27FC236}">
                <a16:creationId xmlns:a16="http://schemas.microsoft.com/office/drawing/2014/main" id="{AD7115C3-2421-4B49-B35B-827C4F4B0C26}"/>
              </a:ext>
            </a:extLst>
          </p:cNvPr>
          <p:cNvSpPr>
            <a:spLocks noChangeShapeType="1"/>
          </p:cNvSpPr>
          <p:nvPr/>
        </p:nvSpPr>
        <p:spPr bwMode="auto">
          <a:xfrm>
            <a:off x="3459163" y="4962525"/>
            <a:ext cx="422275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79" name="Rectangle 78">
            <a:extLst>
              <a:ext uri="{FF2B5EF4-FFF2-40B4-BE49-F238E27FC236}">
                <a16:creationId xmlns:a16="http://schemas.microsoft.com/office/drawing/2014/main" id="{069A6ED2-7ABC-4EAF-BB1B-1474EB6A2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2288" y="4833938"/>
            <a:ext cx="427037" cy="23971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80" name="Text Box 79">
            <a:extLst>
              <a:ext uri="{FF2B5EF4-FFF2-40B4-BE49-F238E27FC236}">
                <a16:creationId xmlns:a16="http://schemas.microsoft.com/office/drawing/2014/main" id="{0587B592-8A62-4837-A7C4-D776B09A4F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4663" y="4806950"/>
            <a:ext cx="18415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81" name="Text Box 80">
            <a:extLst>
              <a:ext uri="{FF2B5EF4-FFF2-40B4-BE49-F238E27FC236}">
                <a16:creationId xmlns:a16="http://schemas.microsoft.com/office/drawing/2014/main" id="{0229CEFD-7949-45AB-9C68-18B8996498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8575" y="4135438"/>
            <a:ext cx="2465388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 destination address in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arriving packet</a:t>
            </a:r>
            <a:r>
              <a:rPr kumimoji="0" lang="ja-JP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 header</a:t>
            </a:r>
            <a:endParaRPr kumimoji="0" lang="en-US" altLang="zh-TW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82" name="Line 81">
            <a:extLst>
              <a:ext uri="{FF2B5EF4-FFF2-40B4-BE49-F238E27FC236}">
                <a16:creationId xmlns:a16="http://schemas.microsoft.com/office/drawing/2014/main" id="{FA3B7069-7DBE-44E5-8CC0-2A8085A3C9B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681288" y="5092700"/>
            <a:ext cx="13493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83" name="Text Box 82">
            <a:extLst>
              <a:ext uri="{FF2B5EF4-FFF2-40B4-BE49-F238E27FC236}">
                <a16:creationId xmlns:a16="http://schemas.microsoft.com/office/drawing/2014/main" id="{FF0851E4-18CC-4730-B218-49DBB0E8A1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1600" y="1627188"/>
            <a:ext cx="18637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routing algorithm</a:t>
            </a:r>
          </a:p>
        </p:txBody>
      </p:sp>
      <p:sp>
        <p:nvSpPr>
          <p:cNvPr id="186384" name="Rectangle 83">
            <a:extLst>
              <a:ext uri="{FF2B5EF4-FFF2-40B4-BE49-F238E27FC236}">
                <a16:creationId xmlns:a16="http://schemas.microsoft.com/office/drawing/2014/main" id="{197F2474-FE12-4BAA-9428-45D31385C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2363788"/>
            <a:ext cx="2184400" cy="12985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85" name="Text Box 84">
            <a:extLst>
              <a:ext uri="{FF2B5EF4-FFF2-40B4-BE49-F238E27FC236}">
                <a16:creationId xmlns:a16="http://schemas.microsoft.com/office/drawing/2014/main" id="{BDE7C133-E040-448E-B40A-83B3B6E5D4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3488" y="2327275"/>
            <a:ext cx="20145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local forwarding table</a:t>
            </a:r>
          </a:p>
        </p:txBody>
      </p:sp>
      <p:sp>
        <p:nvSpPr>
          <p:cNvPr id="186386" name="Text Box 85">
            <a:extLst>
              <a:ext uri="{FF2B5EF4-FFF2-40B4-BE49-F238E27FC236}">
                <a16:creationId xmlns:a16="http://schemas.microsoft.com/office/drawing/2014/main" id="{18D3ACF9-36FA-4DD7-8EA9-4F43AB8255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0463" y="2574925"/>
            <a:ext cx="13128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 address</a:t>
            </a:r>
          </a:p>
        </p:txBody>
      </p:sp>
      <p:sp>
        <p:nvSpPr>
          <p:cNvPr id="186387" name="Text Box 86">
            <a:extLst>
              <a:ext uri="{FF2B5EF4-FFF2-40B4-BE49-F238E27FC236}">
                <a16:creationId xmlns:a16="http://schemas.microsoft.com/office/drawing/2014/main" id="{6B32733D-C1BE-43FC-9CBA-FF2F558F0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500" y="2576513"/>
            <a:ext cx="10414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output  link</a:t>
            </a:r>
          </a:p>
        </p:txBody>
      </p:sp>
      <p:sp>
        <p:nvSpPr>
          <p:cNvPr id="186388" name="Line 87">
            <a:extLst>
              <a:ext uri="{FF2B5EF4-FFF2-40B4-BE49-F238E27FC236}">
                <a16:creationId xmlns:a16="http://schemas.microsoft.com/office/drawing/2014/main" id="{8FD6429F-8F7D-49B7-93E0-AC9524E9C3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5700" y="2587625"/>
            <a:ext cx="7938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89" name="Text Box 88">
            <a:extLst>
              <a:ext uri="{FF2B5EF4-FFF2-40B4-BE49-F238E27FC236}">
                <a16:creationId xmlns:a16="http://schemas.microsoft.com/office/drawing/2014/main" id="{41E8D271-C23C-492C-8282-4D8FFB5547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7763" y="2859088"/>
            <a:ext cx="1289050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address-range 1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address-range 2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address-range 3</a:t>
            </a:r>
          </a:p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address-range 4</a:t>
            </a:r>
          </a:p>
        </p:txBody>
      </p:sp>
      <p:sp>
        <p:nvSpPr>
          <p:cNvPr id="186390" name="Text Box 89">
            <a:extLst>
              <a:ext uri="{FF2B5EF4-FFF2-40B4-BE49-F238E27FC236}">
                <a16:creationId xmlns:a16="http://schemas.microsoft.com/office/drawing/2014/main" id="{265C92F8-B151-4240-9328-9A4EB29C3B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1575" y="2859088"/>
            <a:ext cx="268288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186391" name="Line 90">
            <a:extLst>
              <a:ext uri="{FF2B5EF4-FFF2-40B4-BE49-F238E27FC236}">
                <a16:creationId xmlns:a16="http://schemas.microsoft.com/office/drawing/2014/main" id="{6F54DB3A-420B-4A26-A54C-0F3AA2B84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2409825" y="2840038"/>
            <a:ext cx="2163763" cy="47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2" name="Line 91">
            <a:extLst>
              <a:ext uri="{FF2B5EF4-FFF2-40B4-BE49-F238E27FC236}">
                <a16:creationId xmlns:a16="http://schemas.microsoft.com/office/drawing/2014/main" id="{CDDD54D6-5CD8-4309-ADDE-15E19C125191}"/>
              </a:ext>
            </a:extLst>
          </p:cNvPr>
          <p:cNvSpPr>
            <a:spLocks noChangeShapeType="1"/>
          </p:cNvSpPr>
          <p:nvPr/>
        </p:nvSpPr>
        <p:spPr bwMode="auto">
          <a:xfrm>
            <a:off x="2392363" y="2592388"/>
            <a:ext cx="2173287" cy="47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3" name="AutoShape 92">
            <a:extLst>
              <a:ext uri="{FF2B5EF4-FFF2-40B4-BE49-F238E27FC236}">
                <a16:creationId xmlns:a16="http://schemas.microsoft.com/office/drawing/2014/main" id="{4689B5BC-4BC6-4764-96BC-E586F92204D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466306" y="2082007"/>
            <a:ext cx="239713" cy="273050"/>
          </a:xfrm>
          <a:prstGeom prst="rightArrow">
            <a:avLst>
              <a:gd name="adj1" fmla="val 51167"/>
              <a:gd name="adj2" fmla="val 39736"/>
            </a:avLst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4" name="Line 93">
            <a:extLst>
              <a:ext uri="{FF2B5EF4-FFF2-40B4-BE49-F238E27FC236}">
                <a16:creationId xmlns:a16="http://schemas.microsoft.com/office/drawing/2014/main" id="{62E344BE-6480-481F-8CD6-02B6B0A34C9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43213" y="4524375"/>
            <a:ext cx="363537" cy="34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5" name="Freeform 94">
            <a:extLst>
              <a:ext uri="{FF2B5EF4-FFF2-40B4-BE49-F238E27FC236}">
                <a16:creationId xmlns:a16="http://schemas.microsoft.com/office/drawing/2014/main" id="{3ABAA0D1-6803-4C6F-B5A9-CFCD388F9F55}"/>
              </a:ext>
            </a:extLst>
          </p:cNvPr>
          <p:cNvSpPr>
            <a:spLocks/>
          </p:cNvSpPr>
          <p:nvPr/>
        </p:nvSpPr>
        <p:spPr bwMode="auto">
          <a:xfrm>
            <a:off x="3916363" y="5014913"/>
            <a:ext cx="879475" cy="265112"/>
          </a:xfrm>
          <a:custGeom>
            <a:avLst/>
            <a:gdLst>
              <a:gd name="T0" fmla="*/ 0 w 554"/>
              <a:gd name="T1" fmla="*/ 2147483646 h 167"/>
              <a:gd name="T2" fmla="*/ 2147483646 w 554"/>
              <a:gd name="T3" fmla="*/ 2147483646 h 167"/>
              <a:gd name="T4" fmla="*/ 2147483646 w 554"/>
              <a:gd name="T5" fmla="*/ 2147483646 h 167"/>
              <a:gd name="T6" fmla="*/ 0 60000 65536"/>
              <a:gd name="T7" fmla="*/ 0 60000 65536"/>
              <a:gd name="T8" fmla="*/ 0 60000 65536"/>
              <a:gd name="T9" fmla="*/ 0 w 554"/>
              <a:gd name="T10" fmla="*/ 0 h 167"/>
              <a:gd name="T11" fmla="*/ 554 w 554"/>
              <a:gd name="T12" fmla="*/ 167 h 16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54" h="167">
                <a:moveTo>
                  <a:pt x="0" y="10"/>
                </a:moveTo>
                <a:cubicBezTo>
                  <a:pt x="102" y="0"/>
                  <a:pt x="240" y="5"/>
                  <a:pt x="324" y="26"/>
                </a:cubicBezTo>
                <a:cubicBezTo>
                  <a:pt x="416" y="52"/>
                  <a:pt x="502" y="120"/>
                  <a:pt x="554" y="167"/>
                </a:cubicBezTo>
              </a:path>
            </a:pathLst>
          </a:custGeom>
          <a:noFill/>
          <a:ln w="57150" cmpd="sng">
            <a:solidFill>
              <a:srgbClr val="CC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6" name="Freeform 95">
            <a:extLst>
              <a:ext uri="{FF2B5EF4-FFF2-40B4-BE49-F238E27FC236}">
                <a16:creationId xmlns:a16="http://schemas.microsoft.com/office/drawing/2014/main" id="{5D1AD462-7A47-46E3-915B-CDFF2FD503D1}"/>
              </a:ext>
            </a:extLst>
          </p:cNvPr>
          <p:cNvSpPr>
            <a:spLocks/>
          </p:cNvSpPr>
          <p:nvPr/>
        </p:nvSpPr>
        <p:spPr bwMode="auto">
          <a:xfrm flipH="1">
            <a:off x="6249988" y="4578350"/>
            <a:ext cx="577850" cy="371475"/>
          </a:xfrm>
          <a:custGeom>
            <a:avLst/>
            <a:gdLst>
              <a:gd name="T0" fmla="*/ 0 w 1443"/>
              <a:gd name="T1" fmla="*/ 0 h 816"/>
              <a:gd name="T2" fmla="*/ 2147483646 w 1443"/>
              <a:gd name="T3" fmla="*/ 2147483646 h 816"/>
              <a:gd name="T4" fmla="*/ 2147483646 w 1443"/>
              <a:gd name="T5" fmla="*/ 2147483646 h 816"/>
              <a:gd name="T6" fmla="*/ 2147483646 w 1443"/>
              <a:gd name="T7" fmla="*/ 2147483646 h 816"/>
              <a:gd name="T8" fmla="*/ 0 w 1443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3"/>
              <a:gd name="T16" fmla="*/ 0 h 816"/>
              <a:gd name="T17" fmla="*/ 1443 w 1443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3" h="816">
                <a:moveTo>
                  <a:pt x="0" y="0"/>
                </a:moveTo>
                <a:cubicBezTo>
                  <a:pt x="571" y="285"/>
                  <a:pt x="856" y="408"/>
                  <a:pt x="1076" y="782"/>
                </a:cubicBezTo>
                <a:cubicBezTo>
                  <a:pt x="1185" y="775"/>
                  <a:pt x="1220" y="816"/>
                  <a:pt x="1320" y="788"/>
                </a:cubicBezTo>
                <a:cubicBezTo>
                  <a:pt x="1264" y="347"/>
                  <a:pt x="1276" y="352"/>
                  <a:pt x="1443" y="5"/>
                </a:cubicBezTo>
                <a:cubicBezTo>
                  <a:pt x="867" y="5"/>
                  <a:pt x="233" y="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7" name="Freeform 96">
            <a:extLst>
              <a:ext uri="{FF2B5EF4-FFF2-40B4-BE49-F238E27FC236}">
                <a16:creationId xmlns:a16="http://schemas.microsoft.com/office/drawing/2014/main" id="{CEC0D402-6505-43AC-ADEA-C51B4BA74B09}"/>
              </a:ext>
            </a:extLst>
          </p:cNvPr>
          <p:cNvSpPr>
            <a:spLocks/>
          </p:cNvSpPr>
          <p:nvPr/>
        </p:nvSpPr>
        <p:spPr bwMode="auto">
          <a:xfrm flipH="1">
            <a:off x="5240338" y="4305300"/>
            <a:ext cx="577850" cy="371475"/>
          </a:xfrm>
          <a:custGeom>
            <a:avLst/>
            <a:gdLst>
              <a:gd name="T0" fmla="*/ 0 w 1443"/>
              <a:gd name="T1" fmla="*/ 0 h 816"/>
              <a:gd name="T2" fmla="*/ 2147483646 w 1443"/>
              <a:gd name="T3" fmla="*/ 2147483646 h 816"/>
              <a:gd name="T4" fmla="*/ 2147483646 w 1443"/>
              <a:gd name="T5" fmla="*/ 2147483646 h 816"/>
              <a:gd name="T6" fmla="*/ 2147483646 w 1443"/>
              <a:gd name="T7" fmla="*/ 2147483646 h 816"/>
              <a:gd name="T8" fmla="*/ 0 w 1443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3"/>
              <a:gd name="T16" fmla="*/ 0 h 816"/>
              <a:gd name="T17" fmla="*/ 1443 w 1443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3" h="816">
                <a:moveTo>
                  <a:pt x="0" y="0"/>
                </a:moveTo>
                <a:cubicBezTo>
                  <a:pt x="571" y="285"/>
                  <a:pt x="856" y="408"/>
                  <a:pt x="1076" y="782"/>
                </a:cubicBezTo>
                <a:cubicBezTo>
                  <a:pt x="1185" y="775"/>
                  <a:pt x="1220" y="816"/>
                  <a:pt x="1320" y="788"/>
                </a:cubicBezTo>
                <a:cubicBezTo>
                  <a:pt x="1264" y="347"/>
                  <a:pt x="1276" y="352"/>
                  <a:pt x="1443" y="5"/>
                </a:cubicBezTo>
                <a:cubicBezTo>
                  <a:pt x="867" y="5"/>
                  <a:pt x="233" y="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8" name="Freeform 97">
            <a:extLst>
              <a:ext uri="{FF2B5EF4-FFF2-40B4-BE49-F238E27FC236}">
                <a16:creationId xmlns:a16="http://schemas.microsoft.com/office/drawing/2014/main" id="{ADDF3647-F5F4-430B-8C7D-2F1AFE89E2BD}"/>
              </a:ext>
            </a:extLst>
          </p:cNvPr>
          <p:cNvSpPr>
            <a:spLocks/>
          </p:cNvSpPr>
          <p:nvPr/>
        </p:nvSpPr>
        <p:spPr bwMode="auto">
          <a:xfrm flipH="1" flipV="1">
            <a:off x="5908675" y="5851525"/>
            <a:ext cx="542925" cy="371475"/>
          </a:xfrm>
          <a:custGeom>
            <a:avLst/>
            <a:gdLst>
              <a:gd name="T0" fmla="*/ 0 w 1443"/>
              <a:gd name="T1" fmla="*/ 0 h 816"/>
              <a:gd name="T2" fmla="*/ 2147483646 w 1443"/>
              <a:gd name="T3" fmla="*/ 2147483646 h 816"/>
              <a:gd name="T4" fmla="*/ 2147483646 w 1443"/>
              <a:gd name="T5" fmla="*/ 2147483646 h 816"/>
              <a:gd name="T6" fmla="*/ 2147483646 w 1443"/>
              <a:gd name="T7" fmla="*/ 2147483646 h 816"/>
              <a:gd name="T8" fmla="*/ 0 w 1443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3"/>
              <a:gd name="T16" fmla="*/ 0 h 816"/>
              <a:gd name="T17" fmla="*/ 1443 w 1443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3" h="816">
                <a:moveTo>
                  <a:pt x="0" y="0"/>
                </a:moveTo>
                <a:cubicBezTo>
                  <a:pt x="571" y="285"/>
                  <a:pt x="856" y="408"/>
                  <a:pt x="1076" y="782"/>
                </a:cubicBezTo>
                <a:cubicBezTo>
                  <a:pt x="1185" y="775"/>
                  <a:pt x="1220" y="816"/>
                  <a:pt x="1320" y="788"/>
                </a:cubicBezTo>
                <a:cubicBezTo>
                  <a:pt x="1264" y="347"/>
                  <a:pt x="1276" y="352"/>
                  <a:pt x="1443" y="5"/>
                </a:cubicBezTo>
                <a:cubicBezTo>
                  <a:pt x="867" y="5"/>
                  <a:pt x="233" y="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399" name="Freeform 98">
            <a:extLst>
              <a:ext uri="{FF2B5EF4-FFF2-40B4-BE49-F238E27FC236}">
                <a16:creationId xmlns:a16="http://schemas.microsoft.com/office/drawing/2014/main" id="{E2624DFD-1E10-4D5F-9F07-B6ACEA8DC138}"/>
              </a:ext>
            </a:extLst>
          </p:cNvPr>
          <p:cNvSpPr>
            <a:spLocks/>
          </p:cNvSpPr>
          <p:nvPr/>
        </p:nvSpPr>
        <p:spPr bwMode="auto">
          <a:xfrm flipH="1" flipV="1">
            <a:off x="4559300" y="5835650"/>
            <a:ext cx="542925" cy="371475"/>
          </a:xfrm>
          <a:custGeom>
            <a:avLst/>
            <a:gdLst>
              <a:gd name="T0" fmla="*/ 0 w 1443"/>
              <a:gd name="T1" fmla="*/ 0 h 816"/>
              <a:gd name="T2" fmla="*/ 2147483646 w 1443"/>
              <a:gd name="T3" fmla="*/ 2147483646 h 816"/>
              <a:gd name="T4" fmla="*/ 2147483646 w 1443"/>
              <a:gd name="T5" fmla="*/ 2147483646 h 816"/>
              <a:gd name="T6" fmla="*/ 2147483646 w 1443"/>
              <a:gd name="T7" fmla="*/ 2147483646 h 816"/>
              <a:gd name="T8" fmla="*/ 0 w 1443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3"/>
              <a:gd name="T16" fmla="*/ 0 h 816"/>
              <a:gd name="T17" fmla="*/ 1443 w 1443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3" h="816">
                <a:moveTo>
                  <a:pt x="0" y="0"/>
                </a:moveTo>
                <a:cubicBezTo>
                  <a:pt x="571" y="285"/>
                  <a:pt x="856" y="408"/>
                  <a:pt x="1076" y="782"/>
                </a:cubicBezTo>
                <a:cubicBezTo>
                  <a:pt x="1185" y="775"/>
                  <a:pt x="1220" y="816"/>
                  <a:pt x="1320" y="788"/>
                </a:cubicBezTo>
                <a:cubicBezTo>
                  <a:pt x="1264" y="347"/>
                  <a:pt x="1276" y="352"/>
                  <a:pt x="1443" y="5"/>
                </a:cubicBezTo>
                <a:cubicBezTo>
                  <a:pt x="867" y="5"/>
                  <a:pt x="233" y="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6400" name="Freeform 99">
            <a:extLst>
              <a:ext uri="{FF2B5EF4-FFF2-40B4-BE49-F238E27FC236}">
                <a16:creationId xmlns:a16="http://schemas.microsoft.com/office/drawing/2014/main" id="{8D4C31EB-2620-41FB-8852-10A2414F3244}"/>
              </a:ext>
            </a:extLst>
          </p:cNvPr>
          <p:cNvSpPr>
            <a:spLocks/>
          </p:cNvSpPr>
          <p:nvPr/>
        </p:nvSpPr>
        <p:spPr bwMode="auto">
          <a:xfrm flipH="1" flipV="1">
            <a:off x="5199063" y="5543550"/>
            <a:ext cx="542925" cy="452438"/>
          </a:xfrm>
          <a:custGeom>
            <a:avLst/>
            <a:gdLst>
              <a:gd name="T0" fmla="*/ 0 w 1443"/>
              <a:gd name="T1" fmla="*/ 0 h 816"/>
              <a:gd name="T2" fmla="*/ 2147483646 w 1443"/>
              <a:gd name="T3" fmla="*/ 2147483646 h 816"/>
              <a:gd name="T4" fmla="*/ 2147483646 w 1443"/>
              <a:gd name="T5" fmla="*/ 2147483646 h 816"/>
              <a:gd name="T6" fmla="*/ 2147483646 w 1443"/>
              <a:gd name="T7" fmla="*/ 2147483646 h 816"/>
              <a:gd name="T8" fmla="*/ 0 w 1443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3"/>
              <a:gd name="T16" fmla="*/ 0 h 816"/>
              <a:gd name="T17" fmla="*/ 1443 w 1443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3" h="816">
                <a:moveTo>
                  <a:pt x="0" y="0"/>
                </a:moveTo>
                <a:cubicBezTo>
                  <a:pt x="571" y="285"/>
                  <a:pt x="856" y="408"/>
                  <a:pt x="1076" y="782"/>
                </a:cubicBezTo>
                <a:cubicBezTo>
                  <a:pt x="1185" y="775"/>
                  <a:pt x="1220" y="816"/>
                  <a:pt x="1320" y="788"/>
                </a:cubicBezTo>
                <a:cubicBezTo>
                  <a:pt x="1264" y="347"/>
                  <a:pt x="1276" y="352"/>
                  <a:pt x="1443" y="5"/>
                </a:cubicBezTo>
                <a:cubicBezTo>
                  <a:pt x="867" y="5"/>
                  <a:pt x="233" y="0"/>
                  <a:pt x="0" y="0"/>
                </a:cubicBezTo>
                <a:close/>
              </a:path>
            </a:pathLst>
          </a:custGeom>
          <a:gradFill rotWithShape="1">
            <a:gsLst>
              <a:gs pos="0">
                <a:schemeClr val="accent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86401" name="Group 100">
            <a:extLst>
              <a:ext uri="{FF2B5EF4-FFF2-40B4-BE49-F238E27FC236}">
                <a16:creationId xmlns:a16="http://schemas.microsoft.com/office/drawing/2014/main" id="{76937035-07B0-46CA-8657-44DC6CE0295E}"/>
              </a:ext>
            </a:extLst>
          </p:cNvPr>
          <p:cNvGrpSpPr>
            <a:grpSpLocks/>
          </p:cNvGrpSpPr>
          <p:nvPr/>
        </p:nvGrpSpPr>
        <p:grpSpPr bwMode="auto">
          <a:xfrm>
            <a:off x="5248275" y="3860800"/>
            <a:ext cx="550863" cy="452438"/>
            <a:chOff x="2886" y="1668"/>
            <a:chExt cx="347" cy="285"/>
          </a:xfrm>
        </p:grpSpPr>
        <p:sp>
          <p:nvSpPr>
            <p:cNvPr id="186442" name="Rectangle 101">
              <a:extLst>
                <a:ext uri="{FF2B5EF4-FFF2-40B4-BE49-F238E27FC236}">
                  <a16:creationId xmlns:a16="http://schemas.microsoft.com/office/drawing/2014/main" id="{E8408334-A35F-4616-923E-F8594436A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6" y="1668"/>
              <a:ext cx="347" cy="2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3" name="Oval 102">
              <a:extLst>
                <a:ext uri="{FF2B5EF4-FFF2-40B4-BE49-F238E27FC236}">
                  <a16:creationId xmlns:a16="http://schemas.microsoft.com/office/drawing/2014/main" id="{E33BD67E-D9A2-469E-BF43-C027C31510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5" y="1674"/>
              <a:ext cx="314" cy="7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4" name="Rectangle 103">
              <a:extLst>
                <a:ext uri="{FF2B5EF4-FFF2-40B4-BE49-F238E27FC236}">
                  <a16:creationId xmlns:a16="http://schemas.microsoft.com/office/drawing/2014/main" id="{3B375CDF-2F9A-4F88-A766-982DFB135A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3" y="1785"/>
              <a:ext cx="300" cy="1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5" name="Line 104">
              <a:extLst>
                <a:ext uri="{FF2B5EF4-FFF2-40B4-BE49-F238E27FC236}">
                  <a16:creationId xmlns:a16="http://schemas.microsoft.com/office/drawing/2014/main" id="{EBDB16B6-9109-424E-B9C1-F854324041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82" y="1811"/>
              <a:ext cx="1" cy="1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6" name="Line 105">
              <a:extLst>
                <a:ext uri="{FF2B5EF4-FFF2-40B4-BE49-F238E27FC236}">
                  <a16:creationId xmlns:a16="http://schemas.microsoft.com/office/drawing/2014/main" id="{5611101D-A158-4668-BF22-D158C61E53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3" y="184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7" name="Line 106">
              <a:extLst>
                <a:ext uri="{FF2B5EF4-FFF2-40B4-BE49-F238E27FC236}">
                  <a16:creationId xmlns:a16="http://schemas.microsoft.com/office/drawing/2014/main" id="{01821CB4-C2D6-4E77-9826-4E18C0CEFE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2" y="181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8" name="AutoShape 107">
              <a:extLst>
                <a:ext uri="{FF2B5EF4-FFF2-40B4-BE49-F238E27FC236}">
                  <a16:creationId xmlns:a16="http://schemas.microsoft.com/office/drawing/2014/main" id="{A1B10CB0-9641-43DE-8BB7-6D0EEFC77A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051" y="1745"/>
              <a:ext cx="29" cy="41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6402" name="Group 108">
            <a:extLst>
              <a:ext uri="{FF2B5EF4-FFF2-40B4-BE49-F238E27FC236}">
                <a16:creationId xmlns:a16="http://schemas.microsoft.com/office/drawing/2014/main" id="{5953F567-3C05-411F-8FFE-41BF82AE91DF}"/>
              </a:ext>
            </a:extLst>
          </p:cNvPr>
          <p:cNvGrpSpPr>
            <a:grpSpLocks/>
          </p:cNvGrpSpPr>
          <p:nvPr/>
        </p:nvGrpSpPr>
        <p:grpSpPr bwMode="auto">
          <a:xfrm>
            <a:off x="6261100" y="4133850"/>
            <a:ext cx="550863" cy="452438"/>
            <a:chOff x="2886" y="1668"/>
            <a:chExt cx="347" cy="285"/>
          </a:xfrm>
        </p:grpSpPr>
        <p:sp>
          <p:nvSpPr>
            <p:cNvPr id="186435" name="Rectangle 109">
              <a:extLst>
                <a:ext uri="{FF2B5EF4-FFF2-40B4-BE49-F238E27FC236}">
                  <a16:creationId xmlns:a16="http://schemas.microsoft.com/office/drawing/2014/main" id="{5DB8EEFE-F99C-44A3-A3A8-25BB947379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6" y="1668"/>
              <a:ext cx="347" cy="2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6" name="Oval 110">
              <a:extLst>
                <a:ext uri="{FF2B5EF4-FFF2-40B4-BE49-F238E27FC236}">
                  <a16:creationId xmlns:a16="http://schemas.microsoft.com/office/drawing/2014/main" id="{27C5615B-50FF-466C-AD52-336130E595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5" y="1674"/>
              <a:ext cx="314" cy="7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7" name="Rectangle 111">
              <a:extLst>
                <a:ext uri="{FF2B5EF4-FFF2-40B4-BE49-F238E27FC236}">
                  <a16:creationId xmlns:a16="http://schemas.microsoft.com/office/drawing/2014/main" id="{9A8984DD-7231-40F9-ACD2-0FF3EE6759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3" y="1785"/>
              <a:ext cx="300" cy="1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8" name="Line 112">
              <a:extLst>
                <a:ext uri="{FF2B5EF4-FFF2-40B4-BE49-F238E27FC236}">
                  <a16:creationId xmlns:a16="http://schemas.microsoft.com/office/drawing/2014/main" id="{BB4586AE-10B0-4571-9145-C6192CD5F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82" y="1811"/>
              <a:ext cx="1" cy="1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9" name="Line 113">
              <a:extLst>
                <a:ext uri="{FF2B5EF4-FFF2-40B4-BE49-F238E27FC236}">
                  <a16:creationId xmlns:a16="http://schemas.microsoft.com/office/drawing/2014/main" id="{65B2A62C-91C0-478A-93C8-91B924144D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3" y="184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0" name="Line 114">
              <a:extLst>
                <a:ext uri="{FF2B5EF4-FFF2-40B4-BE49-F238E27FC236}">
                  <a16:creationId xmlns:a16="http://schemas.microsoft.com/office/drawing/2014/main" id="{A14E1BAB-6645-421B-993F-7B71A64470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2" y="181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41" name="AutoShape 115">
              <a:extLst>
                <a:ext uri="{FF2B5EF4-FFF2-40B4-BE49-F238E27FC236}">
                  <a16:creationId xmlns:a16="http://schemas.microsoft.com/office/drawing/2014/main" id="{0FC2010E-0052-4ADA-B5CB-2BDD3E6988A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051" y="1745"/>
              <a:ext cx="29" cy="41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6403" name="Group 116">
            <a:extLst>
              <a:ext uri="{FF2B5EF4-FFF2-40B4-BE49-F238E27FC236}">
                <a16:creationId xmlns:a16="http://schemas.microsoft.com/office/drawing/2014/main" id="{7495A566-5460-4988-ABB9-F622CE00AC43}"/>
              </a:ext>
            </a:extLst>
          </p:cNvPr>
          <p:cNvGrpSpPr>
            <a:grpSpLocks/>
          </p:cNvGrpSpPr>
          <p:nvPr/>
        </p:nvGrpSpPr>
        <p:grpSpPr bwMode="auto">
          <a:xfrm>
            <a:off x="5891213" y="6210300"/>
            <a:ext cx="550862" cy="452438"/>
            <a:chOff x="2886" y="1668"/>
            <a:chExt cx="347" cy="285"/>
          </a:xfrm>
        </p:grpSpPr>
        <p:sp>
          <p:nvSpPr>
            <p:cNvPr id="186428" name="Rectangle 117">
              <a:extLst>
                <a:ext uri="{FF2B5EF4-FFF2-40B4-BE49-F238E27FC236}">
                  <a16:creationId xmlns:a16="http://schemas.microsoft.com/office/drawing/2014/main" id="{0C5D9ADD-ADB9-4547-B747-0AEA403BE2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6" y="1668"/>
              <a:ext cx="347" cy="2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9" name="Oval 118">
              <a:extLst>
                <a:ext uri="{FF2B5EF4-FFF2-40B4-BE49-F238E27FC236}">
                  <a16:creationId xmlns:a16="http://schemas.microsoft.com/office/drawing/2014/main" id="{6D5C4EB9-335F-4366-9C47-1CCBE3CDE8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5" y="1674"/>
              <a:ext cx="314" cy="7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0" name="Rectangle 119">
              <a:extLst>
                <a:ext uri="{FF2B5EF4-FFF2-40B4-BE49-F238E27FC236}">
                  <a16:creationId xmlns:a16="http://schemas.microsoft.com/office/drawing/2014/main" id="{C2E98FA7-2FC0-4954-A759-41ADEA49AA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3" y="1785"/>
              <a:ext cx="300" cy="1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1" name="Line 120">
              <a:extLst>
                <a:ext uri="{FF2B5EF4-FFF2-40B4-BE49-F238E27FC236}">
                  <a16:creationId xmlns:a16="http://schemas.microsoft.com/office/drawing/2014/main" id="{2F51AF5B-1A52-4982-BD11-20AE86FBCE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82" y="1811"/>
              <a:ext cx="1" cy="1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2" name="Line 121">
              <a:extLst>
                <a:ext uri="{FF2B5EF4-FFF2-40B4-BE49-F238E27FC236}">
                  <a16:creationId xmlns:a16="http://schemas.microsoft.com/office/drawing/2014/main" id="{78F72B46-0DC8-4C62-A18A-88C841CB76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3" y="184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3" name="Line 122">
              <a:extLst>
                <a:ext uri="{FF2B5EF4-FFF2-40B4-BE49-F238E27FC236}">
                  <a16:creationId xmlns:a16="http://schemas.microsoft.com/office/drawing/2014/main" id="{B7D99815-E157-45FD-BB9A-A7B74BABA9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2" y="181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34" name="AutoShape 123">
              <a:extLst>
                <a:ext uri="{FF2B5EF4-FFF2-40B4-BE49-F238E27FC236}">
                  <a16:creationId xmlns:a16="http://schemas.microsoft.com/office/drawing/2014/main" id="{B3BD058F-B360-420C-BBB0-09B43BF8A8A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051" y="1745"/>
              <a:ext cx="29" cy="41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6404" name="Group 124">
            <a:extLst>
              <a:ext uri="{FF2B5EF4-FFF2-40B4-BE49-F238E27FC236}">
                <a16:creationId xmlns:a16="http://schemas.microsoft.com/office/drawing/2014/main" id="{8E335D28-6178-4E32-AB32-735ADCD1859F}"/>
              </a:ext>
            </a:extLst>
          </p:cNvPr>
          <p:cNvGrpSpPr>
            <a:grpSpLocks/>
          </p:cNvGrpSpPr>
          <p:nvPr/>
        </p:nvGrpSpPr>
        <p:grpSpPr bwMode="auto">
          <a:xfrm>
            <a:off x="5195888" y="5991225"/>
            <a:ext cx="550862" cy="452438"/>
            <a:chOff x="2886" y="1668"/>
            <a:chExt cx="347" cy="285"/>
          </a:xfrm>
        </p:grpSpPr>
        <p:sp>
          <p:nvSpPr>
            <p:cNvPr id="186421" name="Rectangle 125">
              <a:extLst>
                <a:ext uri="{FF2B5EF4-FFF2-40B4-BE49-F238E27FC236}">
                  <a16:creationId xmlns:a16="http://schemas.microsoft.com/office/drawing/2014/main" id="{39CF8D38-8DB1-4635-864A-30E3568CB2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6" y="1668"/>
              <a:ext cx="347" cy="2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2" name="Oval 126">
              <a:extLst>
                <a:ext uri="{FF2B5EF4-FFF2-40B4-BE49-F238E27FC236}">
                  <a16:creationId xmlns:a16="http://schemas.microsoft.com/office/drawing/2014/main" id="{9BE76A57-AF64-4A63-80D5-E603976CFB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5" y="1674"/>
              <a:ext cx="314" cy="7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3" name="Rectangle 127">
              <a:extLst>
                <a:ext uri="{FF2B5EF4-FFF2-40B4-BE49-F238E27FC236}">
                  <a16:creationId xmlns:a16="http://schemas.microsoft.com/office/drawing/2014/main" id="{E25343E9-A7C0-4E4C-8031-5D2E74CBA9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3" y="1785"/>
              <a:ext cx="300" cy="1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4" name="Line 128">
              <a:extLst>
                <a:ext uri="{FF2B5EF4-FFF2-40B4-BE49-F238E27FC236}">
                  <a16:creationId xmlns:a16="http://schemas.microsoft.com/office/drawing/2014/main" id="{C097DA90-6DA9-47C6-B890-9B88B3327A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82" y="1811"/>
              <a:ext cx="1" cy="1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5" name="Line 129">
              <a:extLst>
                <a:ext uri="{FF2B5EF4-FFF2-40B4-BE49-F238E27FC236}">
                  <a16:creationId xmlns:a16="http://schemas.microsoft.com/office/drawing/2014/main" id="{02062E67-A12E-447D-AABB-2F4E0ED2E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3" y="184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6" name="Line 130">
              <a:extLst>
                <a:ext uri="{FF2B5EF4-FFF2-40B4-BE49-F238E27FC236}">
                  <a16:creationId xmlns:a16="http://schemas.microsoft.com/office/drawing/2014/main" id="{88538D92-F13E-4609-A40E-54586C640D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2" y="181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7" name="AutoShape 131">
              <a:extLst>
                <a:ext uri="{FF2B5EF4-FFF2-40B4-BE49-F238E27FC236}">
                  <a16:creationId xmlns:a16="http://schemas.microsoft.com/office/drawing/2014/main" id="{9906AAE1-37FF-4D65-B6FC-D9804BF7D95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051" y="1745"/>
              <a:ext cx="29" cy="41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6405" name="Group 132">
            <a:extLst>
              <a:ext uri="{FF2B5EF4-FFF2-40B4-BE49-F238E27FC236}">
                <a16:creationId xmlns:a16="http://schemas.microsoft.com/office/drawing/2014/main" id="{31A19FAA-F230-4897-80EC-14C205A1C311}"/>
              </a:ext>
            </a:extLst>
          </p:cNvPr>
          <p:cNvGrpSpPr>
            <a:grpSpLocks/>
          </p:cNvGrpSpPr>
          <p:nvPr/>
        </p:nvGrpSpPr>
        <p:grpSpPr bwMode="auto">
          <a:xfrm>
            <a:off x="4540250" y="6183313"/>
            <a:ext cx="550863" cy="452437"/>
            <a:chOff x="2886" y="1668"/>
            <a:chExt cx="347" cy="285"/>
          </a:xfrm>
        </p:grpSpPr>
        <p:sp>
          <p:nvSpPr>
            <p:cNvPr id="186414" name="Rectangle 133">
              <a:extLst>
                <a:ext uri="{FF2B5EF4-FFF2-40B4-BE49-F238E27FC236}">
                  <a16:creationId xmlns:a16="http://schemas.microsoft.com/office/drawing/2014/main" id="{311F5413-D6E1-4194-B164-7E9A2D96E9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6" y="1668"/>
              <a:ext cx="347" cy="2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5" name="Oval 134">
              <a:extLst>
                <a:ext uri="{FF2B5EF4-FFF2-40B4-BE49-F238E27FC236}">
                  <a16:creationId xmlns:a16="http://schemas.microsoft.com/office/drawing/2014/main" id="{76C9F12E-A65A-48CF-BE3B-F5C0D9FF5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5" y="1674"/>
              <a:ext cx="314" cy="74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6" name="Rectangle 135">
              <a:extLst>
                <a:ext uri="{FF2B5EF4-FFF2-40B4-BE49-F238E27FC236}">
                  <a16:creationId xmlns:a16="http://schemas.microsoft.com/office/drawing/2014/main" id="{D1BF9B9B-937B-4C62-8F38-D0701114A6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3" y="1785"/>
              <a:ext cx="300" cy="1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7" name="Line 136">
              <a:extLst>
                <a:ext uri="{FF2B5EF4-FFF2-40B4-BE49-F238E27FC236}">
                  <a16:creationId xmlns:a16="http://schemas.microsoft.com/office/drawing/2014/main" id="{2F72AE57-6503-4752-9743-133116A296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82" y="1811"/>
              <a:ext cx="1" cy="1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8" name="Line 137">
              <a:extLst>
                <a:ext uri="{FF2B5EF4-FFF2-40B4-BE49-F238E27FC236}">
                  <a16:creationId xmlns:a16="http://schemas.microsoft.com/office/drawing/2014/main" id="{CA2105C3-991E-47C9-BCCF-C8EE81400E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3" y="184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9" name="Line 138">
              <a:extLst>
                <a:ext uri="{FF2B5EF4-FFF2-40B4-BE49-F238E27FC236}">
                  <a16:creationId xmlns:a16="http://schemas.microsoft.com/office/drawing/2014/main" id="{DE5ABD93-E83F-4386-A72E-BD7FE99BA9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2" y="1812"/>
              <a:ext cx="3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20" name="AutoShape 139">
              <a:extLst>
                <a:ext uri="{FF2B5EF4-FFF2-40B4-BE49-F238E27FC236}">
                  <a16:creationId xmlns:a16="http://schemas.microsoft.com/office/drawing/2014/main" id="{BBC05321-AF87-4A7A-B4B6-09AEA69FB2F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5400000">
              <a:off x="3051" y="1745"/>
              <a:ext cx="29" cy="41"/>
            </a:xfrm>
            <a:prstGeom prst="rightArrow">
              <a:avLst>
                <a:gd name="adj1" fmla="val 51167"/>
                <a:gd name="adj2" fmla="val 39736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74790" name="Rectangle 144">
            <a:extLst>
              <a:ext uri="{FF2B5EF4-FFF2-40B4-BE49-F238E27FC236}">
                <a16:creationId xmlns:a16="http://schemas.microsoft.com/office/drawing/2014/main" id="{1E40CB7F-5CF0-4A7C-9545-7E91EA57D9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49238" y="0"/>
            <a:ext cx="8894762" cy="11430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Interplay between routing, forwarding</a:t>
            </a:r>
          </a:p>
        </p:txBody>
      </p:sp>
      <p:pic>
        <p:nvPicPr>
          <p:cNvPr id="186407" name="Picture 145" descr="underline_base">
            <a:extLst>
              <a:ext uri="{FF2B5EF4-FFF2-40B4-BE49-F238E27FC236}">
                <a16:creationId xmlns:a16="http://schemas.microsoft.com/office/drawing/2014/main" id="{1847F814-1C5D-4911-81A2-1E3735AD7DB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350" y="78898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2" name="Group 148">
            <a:extLst>
              <a:ext uri="{FF2B5EF4-FFF2-40B4-BE49-F238E27FC236}">
                <a16:creationId xmlns:a16="http://schemas.microsoft.com/office/drawing/2014/main" id="{3F1B7E8C-1BF2-4334-BACA-08035F9FBE29}"/>
              </a:ext>
            </a:extLst>
          </p:cNvPr>
          <p:cNvGrpSpPr>
            <a:grpSpLocks/>
          </p:cNvGrpSpPr>
          <p:nvPr/>
        </p:nvGrpSpPr>
        <p:grpSpPr bwMode="auto">
          <a:xfrm>
            <a:off x="4416425" y="1447800"/>
            <a:ext cx="4435475" cy="641350"/>
            <a:chOff x="2782" y="912"/>
            <a:chExt cx="2794" cy="404"/>
          </a:xfrm>
        </p:grpSpPr>
        <p:sp>
          <p:nvSpPr>
            <p:cNvPr id="186412" name="Line 146">
              <a:extLst>
                <a:ext uri="{FF2B5EF4-FFF2-40B4-BE49-F238E27FC236}">
                  <a16:creationId xmlns:a16="http://schemas.microsoft.com/office/drawing/2014/main" id="{8C364E2D-61D6-4183-839D-D33578EC80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2" y="1117"/>
              <a:ext cx="1032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3" name="Text Box 147">
              <a:extLst>
                <a:ext uri="{FF2B5EF4-FFF2-40B4-BE49-F238E27FC236}">
                  <a16:creationId xmlns:a16="http://schemas.microsoft.com/office/drawing/2014/main" id="{B4040491-637A-463D-9162-8D5529025F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2" y="912"/>
              <a:ext cx="204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routing algorithm determines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end-end-path through network</a:t>
              </a:r>
            </a:p>
          </p:txBody>
        </p:sp>
      </p:grpSp>
      <p:grpSp>
        <p:nvGrpSpPr>
          <p:cNvPr id="23" name="Group 149">
            <a:extLst>
              <a:ext uri="{FF2B5EF4-FFF2-40B4-BE49-F238E27FC236}">
                <a16:creationId xmlns:a16="http://schemas.microsoft.com/office/drawing/2014/main" id="{9CA374EE-8DFB-48FA-9A9A-A76AE2DFF605}"/>
              </a:ext>
            </a:extLst>
          </p:cNvPr>
          <p:cNvGrpSpPr>
            <a:grpSpLocks/>
          </p:cNvGrpSpPr>
          <p:nvPr/>
        </p:nvGrpSpPr>
        <p:grpSpPr bwMode="auto">
          <a:xfrm>
            <a:off x="4479925" y="2135188"/>
            <a:ext cx="4308475" cy="641350"/>
            <a:chOff x="2782" y="912"/>
            <a:chExt cx="2714" cy="404"/>
          </a:xfrm>
        </p:grpSpPr>
        <p:sp>
          <p:nvSpPr>
            <p:cNvPr id="186410" name="Line 150">
              <a:extLst>
                <a:ext uri="{FF2B5EF4-FFF2-40B4-BE49-F238E27FC236}">
                  <a16:creationId xmlns:a16="http://schemas.microsoft.com/office/drawing/2014/main" id="{740C119C-45F7-48F8-838A-33677708E5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2" y="1117"/>
              <a:ext cx="1032" cy="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6411" name="Text Box 151">
              <a:extLst>
                <a:ext uri="{FF2B5EF4-FFF2-40B4-BE49-F238E27FC236}">
                  <a16:creationId xmlns:a16="http://schemas.microsoft.com/office/drawing/2014/main" id="{5A51DC08-2C91-4E8A-BE86-1B2D108415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2" y="912"/>
              <a:ext cx="196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forwarding table determines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local forwarding at this router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Footer Placeholder 3">
            <a:extLst>
              <a:ext uri="{FF2B5EF4-FFF2-40B4-BE49-F238E27FC236}">
                <a16:creationId xmlns:a16="http://schemas.microsoft.com/office/drawing/2014/main" id="{614275C5-FD91-4760-9B88-66571534F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7395" name="Slide Number Placeholder 4">
            <a:extLst>
              <a:ext uri="{FF2B5EF4-FFF2-40B4-BE49-F238E27FC236}">
                <a16:creationId xmlns:a16="http://schemas.microsoft.com/office/drawing/2014/main" id="{2A8AEB03-6281-4C1A-9001-595390AAB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1907535F-C826-4095-98F3-FA4DE0B89AC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87396" name="Picture 75" descr="underline_base">
            <a:extLst>
              <a:ext uri="{FF2B5EF4-FFF2-40B4-BE49-F238E27FC236}">
                <a16:creationId xmlns:a16="http://schemas.microsoft.com/office/drawing/2014/main" id="{D2AF3061-F670-4CEA-BA08-9FDCFC2B4BB6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847725"/>
            <a:ext cx="4570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7397" name="Group 2">
            <a:extLst>
              <a:ext uri="{FF2B5EF4-FFF2-40B4-BE49-F238E27FC236}">
                <a16:creationId xmlns:a16="http://schemas.microsoft.com/office/drawing/2014/main" id="{AB0748FD-E7C8-4DEF-9913-154F3A4FEAB6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1406525"/>
            <a:ext cx="3571875" cy="2236788"/>
            <a:chOff x="3162" y="1071"/>
            <a:chExt cx="2250" cy="1409"/>
          </a:xfrm>
        </p:grpSpPr>
        <p:sp>
          <p:nvSpPr>
            <p:cNvPr id="187401" name="Freeform 3">
              <a:extLst>
                <a:ext uri="{FF2B5EF4-FFF2-40B4-BE49-F238E27FC236}">
                  <a16:creationId xmlns:a16="http://schemas.microsoft.com/office/drawing/2014/main" id="{0CFF5746-4A36-4D85-A0CB-80F45F23C9B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2" name="Freeform 4">
              <a:extLst>
                <a:ext uri="{FF2B5EF4-FFF2-40B4-BE49-F238E27FC236}">
                  <a16:creationId xmlns:a16="http://schemas.microsoft.com/office/drawing/2014/main" id="{3621B0D9-7755-414E-AB27-C382F0C18428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3" name="Oval 5">
              <a:extLst>
                <a:ext uri="{FF2B5EF4-FFF2-40B4-BE49-F238E27FC236}">
                  <a16:creationId xmlns:a16="http://schemas.microsoft.com/office/drawing/2014/main" id="{79798241-EAB5-47AB-A29F-46F30AB25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4" name="Line 6">
              <a:extLst>
                <a:ext uri="{FF2B5EF4-FFF2-40B4-BE49-F238E27FC236}">
                  <a16:creationId xmlns:a16="http://schemas.microsoft.com/office/drawing/2014/main" id="{0ACAEBBD-37D7-4BA5-90CF-774DD61E3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5" name="Line 7">
              <a:extLst>
                <a:ext uri="{FF2B5EF4-FFF2-40B4-BE49-F238E27FC236}">
                  <a16:creationId xmlns:a16="http://schemas.microsoft.com/office/drawing/2014/main" id="{96752FD0-0C3C-4D6B-A4DC-41758AD712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6" name="Rectangle 8">
              <a:extLst>
                <a:ext uri="{FF2B5EF4-FFF2-40B4-BE49-F238E27FC236}">
                  <a16:creationId xmlns:a16="http://schemas.microsoft.com/office/drawing/2014/main" id="{26F9B4A7-AA43-41C7-BC5C-2C1AA08219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7" name="Oval 9">
              <a:extLst>
                <a:ext uri="{FF2B5EF4-FFF2-40B4-BE49-F238E27FC236}">
                  <a16:creationId xmlns:a16="http://schemas.microsoft.com/office/drawing/2014/main" id="{C2BDB1B2-2FC4-438A-9409-A865693B33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8" name="Oval 10">
              <a:extLst>
                <a:ext uri="{FF2B5EF4-FFF2-40B4-BE49-F238E27FC236}">
                  <a16:creationId xmlns:a16="http://schemas.microsoft.com/office/drawing/2014/main" id="{A45AD064-988F-4BCB-9FBC-93F8AC4806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09" name="Line 11">
              <a:extLst>
                <a:ext uri="{FF2B5EF4-FFF2-40B4-BE49-F238E27FC236}">
                  <a16:creationId xmlns:a16="http://schemas.microsoft.com/office/drawing/2014/main" id="{9ED0E9F2-4127-4587-A51D-9A7EC7F8A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0" name="Line 12">
              <a:extLst>
                <a:ext uri="{FF2B5EF4-FFF2-40B4-BE49-F238E27FC236}">
                  <a16:creationId xmlns:a16="http://schemas.microsoft.com/office/drawing/2014/main" id="{04551B8F-99F3-49E7-AB00-D77B682F78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1" name="Rectangle 13">
              <a:extLst>
                <a:ext uri="{FF2B5EF4-FFF2-40B4-BE49-F238E27FC236}">
                  <a16:creationId xmlns:a16="http://schemas.microsoft.com/office/drawing/2014/main" id="{18EAC118-7C02-4EF9-A27B-ECD7074F4E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2" name="Oval 14">
              <a:extLst>
                <a:ext uri="{FF2B5EF4-FFF2-40B4-BE49-F238E27FC236}">
                  <a16:creationId xmlns:a16="http://schemas.microsoft.com/office/drawing/2014/main" id="{86C4F8FD-3763-48E3-96F9-7EC8B97EB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3" name="Oval 15">
              <a:extLst>
                <a:ext uri="{FF2B5EF4-FFF2-40B4-BE49-F238E27FC236}">
                  <a16:creationId xmlns:a16="http://schemas.microsoft.com/office/drawing/2014/main" id="{A9471C90-C2A0-4F8E-BD7E-7E548E3257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4" name="Line 16">
              <a:extLst>
                <a:ext uri="{FF2B5EF4-FFF2-40B4-BE49-F238E27FC236}">
                  <a16:creationId xmlns:a16="http://schemas.microsoft.com/office/drawing/2014/main" id="{54D668FC-D43E-40AA-BE18-BE83CAE693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5" name="Line 17">
              <a:extLst>
                <a:ext uri="{FF2B5EF4-FFF2-40B4-BE49-F238E27FC236}">
                  <a16:creationId xmlns:a16="http://schemas.microsoft.com/office/drawing/2014/main" id="{7CA1A16E-3219-4884-9255-59216E3B7B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6" name="Rectangle 18">
              <a:extLst>
                <a:ext uri="{FF2B5EF4-FFF2-40B4-BE49-F238E27FC236}">
                  <a16:creationId xmlns:a16="http://schemas.microsoft.com/office/drawing/2014/main" id="{6F0FC500-27E8-4235-86AF-2731B5A0E2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7" name="Oval 19">
              <a:extLst>
                <a:ext uri="{FF2B5EF4-FFF2-40B4-BE49-F238E27FC236}">
                  <a16:creationId xmlns:a16="http://schemas.microsoft.com/office/drawing/2014/main" id="{E6249643-2220-41DA-810A-E59B94FD05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8" name="Oval 20">
              <a:extLst>
                <a:ext uri="{FF2B5EF4-FFF2-40B4-BE49-F238E27FC236}">
                  <a16:creationId xmlns:a16="http://schemas.microsoft.com/office/drawing/2014/main" id="{1A6C7C4F-3EF4-4E74-AA68-8881205542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19" name="Line 21">
              <a:extLst>
                <a:ext uri="{FF2B5EF4-FFF2-40B4-BE49-F238E27FC236}">
                  <a16:creationId xmlns:a16="http://schemas.microsoft.com/office/drawing/2014/main" id="{BBED6E68-FA28-4D0C-830B-5D96C9C9A9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0" name="Line 22">
              <a:extLst>
                <a:ext uri="{FF2B5EF4-FFF2-40B4-BE49-F238E27FC236}">
                  <a16:creationId xmlns:a16="http://schemas.microsoft.com/office/drawing/2014/main" id="{5326C524-DC90-4483-BE63-5D25111ED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1" name="Rectangle 23">
              <a:extLst>
                <a:ext uri="{FF2B5EF4-FFF2-40B4-BE49-F238E27FC236}">
                  <a16:creationId xmlns:a16="http://schemas.microsoft.com/office/drawing/2014/main" id="{74A9B02B-FD0B-4279-94A4-A8B9FF1A85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2" name="Oval 24">
              <a:extLst>
                <a:ext uri="{FF2B5EF4-FFF2-40B4-BE49-F238E27FC236}">
                  <a16:creationId xmlns:a16="http://schemas.microsoft.com/office/drawing/2014/main" id="{0C3E8340-29D7-46F2-B35B-5BE173BA3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3" name="Oval 25">
              <a:extLst>
                <a:ext uri="{FF2B5EF4-FFF2-40B4-BE49-F238E27FC236}">
                  <a16:creationId xmlns:a16="http://schemas.microsoft.com/office/drawing/2014/main" id="{41EC36FC-454E-4DB9-8FA1-B18EC0AC94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4" name="Line 26">
              <a:extLst>
                <a:ext uri="{FF2B5EF4-FFF2-40B4-BE49-F238E27FC236}">
                  <a16:creationId xmlns:a16="http://schemas.microsoft.com/office/drawing/2014/main" id="{E43B0D46-BA5B-43DA-8FEF-9887B05F93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5" name="Line 27">
              <a:extLst>
                <a:ext uri="{FF2B5EF4-FFF2-40B4-BE49-F238E27FC236}">
                  <a16:creationId xmlns:a16="http://schemas.microsoft.com/office/drawing/2014/main" id="{E24D5880-549B-4BC2-9897-FD6F19FA5B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6" name="Rectangle 28">
              <a:extLst>
                <a:ext uri="{FF2B5EF4-FFF2-40B4-BE49-F238E27FC236}">
                  <a16:creationId xmlns:a16="http://schemas.microsoft.com/office/drawing/2014/main" id="{6A6C950B-99E4-447F-8785-158E42C6C2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7" name="Oval 29">
              <a:extLst>
                <a:ext uri="{FF2B5EF4-FFF2-40B4-BE49-F238E27FC236}">
                  <a16:creationId xmlns:a16="http://schemas.microsoft.com/office/drawing/2014/main" id="{1C5C7DB4-9810-499E-9576-2B305223AD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8" name="Oval 30">
              <a:extLst>
                <a:ext uri="{FF2B5EF4-FFF2-40B4-BE49-F238E27FC236}">
                  <a16:creationId xmlns:a16="http://schemas.microsoft.com/office/drawing/2014/main" id="{00B9D737-7D2F-43DA-9C2A-A9B56D9DD3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29" name="Line 31">
              <a:extLst>
                <a:ext uri="{FF2B5EF4-FFF2-40B4-BE49-F238E27FC236}">
                  <a16:creationId xmlns:a16="http://schemas.microsoft.com/office/drawing/2014/main" id="{6404C576-1965-4158-9EB3-20740F467D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0" name="Line 32">
              <a:extLst>
                <a:ext uri="{FF2B5EF4-FFF2-40B4-BE49-F238E27FC236}">
                  <a16:creationId xmlns:a16="http://schemas.microsoft.com/office/drawing/2014/main" id="{457A641A-97F3-4792-BC10-76018C1708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1" name="Rectangle 33">
              <a:extLst>
                <a:ext uri="{FF2B5EF4-FFF2-40B4-BE49-F238E27FC236}">
                  <a16:creationId xmlns:a16="http://schemas.microsoft.com/office/drawing/2014/main" id="{4F4165F6-3E49-4E5C-9FB4-20FB5464FD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2" name="Oval 34">
              <a:extLst>
                <a:ext uri="{FF2B5EF4-FFF2-40B4-BE49-F238E27FC236}">
                  <a16:creationId xmlns:a16="http://schemas.microsoft.com/office/drawing/2014/main" id="{301AD974-35DC-4116-B131-C768C65FC4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3" name="Freeform 35">
              <a:extLst>
                <a:ext uri="{FF2B5EF4-FFF2-40B4-BE49-F238E27FC236}">
                  <a16:creationId xmlns:a16="http://schemas.microsoft.com/office/drawing/2014/main" id="{CDA95589-7764-4508-91A3-33251F821246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4" name="Freeform 36">
              <a:extLst>
                <a:ext uri="{FF2B5EF4-FFF2-40B4-BE49-F238E27FC236}">
                  <a16:creationId xmlns:a16="http://schemas.microsoft.com/office/drawing/2014/main" id="{B0B8EF04-DCBC-480C-8991-A89EAA22297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5" name="Freeform 37">
              <a:extLst>
                <a:ext uri="{FF2B5EF4-FFF2-40B4-BE49-F238E27FC236}">
                  <a16:creationId xmlns:a16="http://schemas.microsoft.com/office/drawing/2014/main" id="{9F3278D0-1020-4A32-B412-6395E1894B61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6" name="Freeform 38">
              <a:extLst>
                <a:ext uri="{FF2B5EF4-FFF2-40B4-BE49-F238E27FC236}">
                  <a16:creationId xmlns:a16="http://schemas.microsoft.com/office/drawing/2014/main" id="{DC24BF8C-408B-4799-9C02-0DADC4BA8F8F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7" name="Freeform 39">
              <a:extLst>
                <a:ext uri="{FF2B5EF4-FFF2-40B4-BE49-F238E27FC236}">
                  <a16:creationId xmlns:a16="http://schemas.microsoft.com/office/drawing/2014/main" id="{494869EE-B71C-4863-B3CA-230CAD023F5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8" name="Freeform 40">
              <a:extLst>
                <a:ext uri="{FF2B5EF4-FFF2-40B4-BE49-F238E27FC236}">
                  <a16:creationId xmlns:a16="http://schemas.microsoft.com/office/drawing/2014/main" id="{A38C06B0-5B8B-4FC2-84F4-1D1EFADC361D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39" name="Freeform 41">
              <a:extLst>
                <a:ext uri="{FF2B5EF4-FFF2-40B4-BE49-F238E27FC236}">
                  <a16:creationId xmlns:a16="http://schemas.microsoft.com/office/drawing/2014/main" id="{D907CBA2-8E31-4DF2-85D3-D39D1E435F4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40" name="Freeform 42">
              <a:extLst>
                <a:ext uri="{FF2B5EF4-FFF2-40B4-BE49-F238E27FC236}">
                  <a16:creationId xmlns:a16="http://schemas.microsoft.com/office/drawing/2014/main" id="{189D8746-81E7-49E7-9400-FE933B84C185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41" name="Freeform 43">
              <a:extLst>
                <a:ext uri="{FF2B5EF4-FFF2-40B4-BE49-F238E27FC236}">
                  <a16:creationId xmlns:a16="http://schemas.microsoft.com/office/drawing/2014/main" id="{7A69DE1F-80E6-4EE2-BBCF-3DE950094BB4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87442" name="Group 44">
              <a:extLst>
                <a:ext uri="{FF2B5EF4-FFF2-40B4-BE49-F238E27FC236}">
                  <a16:creationId xmlns:a16="http://schemas.microsoft.com/office/drawing/2014/main" id="{02E32A49-E507-4E1F-BA65-9DEB3358BE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87468" name="Rectangle 45">
                <a:extLst>
                  <a:ext uri="{FF2B5EF4-FFF2-40B4-BE49-F238E27FC236}">
                    <a16:creationId xmlns:a16="http://schemas.microsoft.com/office/drawing/2014/main" id="{5A63029A-9538-4AB6-A268-12147FB78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7469" name="Text Box 46">
                <a:extLst>
                  <a:ext uri="{FF2B5EF4-FFF2-40B4-BE49-F238E27FC236}">
                    <a16:creationId xmlns:a16="http://schemas.microsoft.com/office/drawing/2014/main" id="{0908FF56-B564-4793-8609-37C0AB76606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7443" name="Group 47">
              <a:extLst>
                <a:ext uri="{FF2B5EF4-FFF2-40B4-BE49-F238E27FC236}">
                  <a16:creationId xmlns:a16="http://schemas.microsoft.com/office/drawing/2014/main" id="{20D64ABD-E14B-41BF-A98E-F0B16C60CEB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87466" name="Rectangle 48">
                <a:extLst>
                  <a:ext uri="{FF2B5EF4-FFF2-40B4-BE49-F238E27FC236}">
                    <a16:creationId xmlns:a16="http://schemas.microsoft.com/office/drawing/2014/main" id="{F67A2EE5-50AB-4FB1-9D5D-DEC0F9AD61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7467" name="Text Box 49">
                <a:extLst>
                  <a:ext uri="{FF2B5EF4-FFF2-40B4-BE49-F238E27FC236}">
                    <a16:creationId xmlns:a16="http://schemas.microsoft.com/office/drawing/2014/main" id="{2FBEF3BB-3EC5-49AC-8716-AEFABA9E1E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y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7444" name="Group 50">
              <a:extLst>
                <a:ext uri="{FF2B5EF4-FFF2-40B4-BE49-F238E27FC236}">
                  <a16:creationId xmlns:a16="http://schemas.microsoft.com/office/drawing/2014/main" id="{7855E557-500E-46F7-8D14-3E2BA2CEF5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87464" name="Rectangle 51">
                <a:extLst>
                  <a:ext uri="{FF2B5EF4-FFF2-40B4-BE49-F238E27FC236}">
                    <a16:creationId xmlns:a16="http://schemas.microsoft.com/office/drawing/2014/main" id="{955BD1BD-0917-4A16-9C31-403F3E9C1E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7465" name="Text Box 52">
                <a:extLst>
                  <a:ext uri="{FF2B5EF4-FFF2-40B4-BE49-F238E27FC236}">
                    <a16:creationId xmlns:a16="http://schemas.microsoft.com/office/drawing/2014/main" id="{2EC6103C-02DF-4E38-B9FC-2383C6B833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</a:p>
            </p:txBody>
          </p:sp>
        </p:grpSp>
        <p:grpSp>
          <p:nvGrpSpPr>
            <p:cNvPr id="187445" name="Group 53">
              <a:extLst>
                <a:ext uri="{FF2B5EF4-FFF2-40B4-BE49-F238E27FC236}">
                  <a16:creationId xmlns:a16="http://schemas.microsoft.com/office/drawing/2014/main" id="{14E2821F-3734-4050-815A-114D5700AE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187462" name="Rectangle 54">
                <a:extLst>
                  <a:ext uri="{FF2B5EF4-FFF2-40B4-BE49-F238E27FC236}">
                    <a16:creationId xmlns:a16="http://schemas.microsoft.com/office/drawing/2014/main" id="{192D2896-8C42-421E-87D7-1B13FCA598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7463" name="Text Box 55">
                <a:extLst>
                  <a:ext uri="{FF2B5EF4-FFF2-40B4-BE49-F238E27FC236}">
                    <a16:creationId xmlns:a16="http://schemas.microsoft.com/office/drawing/2014/main" id="{F6B2888F-28EB-479A-AC84-A2703EACC4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w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7446" name="Group 56">
              <a:extLst>
                <a:ext uri="{FF2B5EF4-FFF2-40B4-BE49-F238E27FC236}">
                  <a16:creationId xmlns:a16="http://schemas.microsoft.com/office/drawing/2014/main" id="{2982968A-13E3-444D-9CD4-201C5C0D63C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87460" name="Rectangle 57">
                <a:extLst>
                  <a:ext uri="{FF2B5EF4-FFF2-40B4-BE49-F238E27FC236}">
                    <a16:creationId xmlns:a16="http://schemas.microsoft.com/office/drawing/2014/main" id="{88C6005D-B2CB-4FDB-B329-BB269B58C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7461" name="Text Box 58">
                <a:extLst>
                  <a:ext uri="{FF2B5EF4-FFF2-40B4-BE49-F238E27FC236}">
                    <a16:creationId xmlns:a16="http://schemas.microsoft.com/office/drawing/2014/main" id="{A1CE70E1-11B3-4056-987F-109B9EBAE0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v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7447" name="Group 59">
              <a:extLst>
                <a:ext uri="{FF2B5EF4-FFF2-40B4-BE49-F238E27FC236}">
                  <a16:creationId xmlns:a16="http://schemas.microsoft.com/office/drawing/2014/main" id="{1CEABC86-346A-4BEA-8576-6BCE38B6B2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7458" name="Rectangle 60">
                <a:extLst>
                  <a:ext uri="{FF2B5EF4-FFF2-40B4-BE49-F238E27FC236}">
                    <a16:creationId xmlns:a16="http://schemas.microsoft.com/office/drawing/2014/main" id="{8330B464-EDEB-4AC1-A8A0-ED35F43BF2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7459" name="Text Box 61">
                <a:extLst>
                  <a:ext uri="{FF2B5EF4-FFF2-40B4-BE49-F238E27FC236}">
                    <a16:creationId xmlns:a16="http://schemas.microsoft.com/office/drawing/2014/main" id="{827A5A9E-DB67-4124-B87B-9FC5A0DFBD4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z</a:t>
                </a:r>
              </a:p>
            </p:txBody>
          </p:sp>
        </p:grpSp>
        <p:sp>
          <p:nvSpPr>
            <p:cNvPr id="187448" name="Text Box 62">
              <a:extLst>
                <a:ext uri="{FF2B5EF4-FFF2-40B4-BE49-F238E27FC236}">
                  <a16:creationId xmlns:a16="http://schemas.microsoft.com/office/drawing/2014/main" id="{092F5C70-DBC0-43AE-9BEF-40748016BC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49" name="Text Box 63">
              <a:extLst>
                <a:ext uri="{FF2B5EF4-FFF2-40B4-BE49-F238E27FC236}">
                  <a16:creationId xmlns:a16="http://schemas.microsoft.com/office/drawing/2014/main" id="{09CE442F-6C7B-437D-8505-B92597EC8C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0" name="Text Box 64">
              <a:extLst>
                <a:ext uri="{FF2B5EF4-FFF2-40B4-BE49-F238E27FC236}">
                  <a16:creationId xmlns:a16="http://schemas.microsoft.com/office/drawing/2014/main" id="{B6907326-E121-44E0-8F8A-F903AB5E1D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1" name="Text Box 65">
              <a:extLst>
                <a:ext uri="{FF2B5EF4-FFF2-40B4-BE49-F238E27FC236}">
                  <a16:creationId xmlns:a16="http://schemas.microsoft.com/office/drawing/2014/main" id="{95C5CF43-D6D3-435C-8381-73D343ED73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2" name="Text Box 66">
              <a:extLst>
                <a:ext uri="{FF2B5EF4-FFF2-40B4-BE49-F238E27FC236}">
                  <a16:creationId xmlns:a16="http://schemas.microsoft.com/office/drawing/2014/main" id="{4B5D1923-F87E-4A2D-B862-5E00CE9B0B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3" name="Text Box 67">
              <a:extLst>
                <a:ext uri="{FF2B5EF4-FFF2-40B4-BE49-F238E27FC236}">
                  <a16:creationId xmlns:a16="http://schemas.microsoft.com/office/drawing/2014/main" id="{CD32C942-0763-443F-AB48-4A68F1AF89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4" name="Text Box 68">
              <a:extLst>
                <a:ext uri="{FF2B5EF4-FFF2-40B4-BE49-F238E27FC236}">
                  <a16:creationId xmlns:a16="http://schemas.microsoft.com/office/drawing/2014/main" id="{392634A5-569A-47C6-8FDD-AFC5592AEA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5" name="Text Box 69">
              <a:extLst>
                <a:ext uri="{FF2B5EF4-FFF2-40B4-BE49-F238E27FC236}">
                  <a16:creationId xmlns:a16="http://schemas.microsoft.com/office/drawing/2014/main" id="{35609088-DEAA-4147-BDDE-BC9C68A126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6" name="Text Box 70">
              <a:extLst>
                <a:ext uri="{FF2B5EF4-FFF2-40B4-BE49-F238E27FC236}">
                  <a16:creationId xmlns:a16="http://schemas.microsoft.com/office/drawing/2014/main" id="{7B45C032-754F-4A52-8D78-B208E89491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7457" name="Text Box 71">
              <a:extLst>
                <a:ext uri="{FF2B5EF4-FFF2-40B4-BE49-F238E27FC236}">
                  <a16:creationId xmlns:a16="http://schemas.microsoft.com/office/drawing/2014/main" id="{77027F99-2075-4DF8-AB76-06B466FE38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87398" name="Text Box 72">
            <a:extLst>
              <a:ext uri="{FF2B5EF4-FFF2-40B4-BE49-F238E27FC236}">
                <a16:creationId xmlns:a16="http://schemas.microsoft.com/office/drawing/2014/main" id="{71566071-40DC-4185-978A-EFBB17F93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800" y="3263900"/>
            <a:ext cx="8110538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graph: G = (N,E)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 = set of routers = { u, v, w, x, y, z }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E = set of links ={ (u,v), (u,x), (v,x), (v,w), (x,w), (x,y), (w,y), (w,z), (y,z) , (u,w)}</a:t>
            </a:r>
          </a:p>
        </p:txBody>
      </p:sp>
      <p:sp>
        <p:nvSpPr>
          <p:cNvPr id="75783" name="Rectangle 73">
            <a:extLst>
              <a:ext uri="{FF2B5EF4-FFF2-40B4-BE49-F238E27FC236}">
                <a16:creationId xmlns:a16="http://schemas.microsoft.com/office/drawing/2014/main" id="{4CEC0BC9-C258-4CE7-B616-2300733FAF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07963"/>
            <a:ext cx="7772400" cy="796925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Graph abstraction</a:t>
            </a:r>
          </a:p>
        </p:txBody>
      </p:sp>
      <p:sp>
        <p:nvSpPr>
          <p:cNvPr id="187400" name="Text Box 74">
            <a:extLst>
              <a:ext uri="{FF2B5EF4-FFF2-40B4-BE49-F238E27FC236}">
                <a16:creationId xmlns:a16="http://schemas.microsoft.com/office/drawing/2014/main" id="{75780F95-14CA-4884-96BD-4EC60974D7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0938" y="5157788"/>
            <a:ext cx="67627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90513" indent="-290513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290513" marR="0" lvl="0" indent="-2905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aside: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graph abstraction is useful in other network contexts, e.g., </a:t>
            </a:r>
          </a:p>
          <a:p>
            <a:pPr marL="290513" marR="0" lvl="0" indent="-29051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P2P, where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is set of peers and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E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is set of TCP connections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Footer Placeholder 3">
            <a:extLst>
              <a:ext uri="{FF2B5EF4-FFF2-40B4-BE49-F238E27FC236}">
                <a16:creationId xmlns:a16="http://schemas.microsoft.com/office/drawing/2014/main" id="{3B5D863F-3855-4464-BEC9-4D1ED3F91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8419" name="Slide Number Placeholder 4">
            <a:extLst>
              <a:ext uri="{FF2B5EF4-FFF2-40B4-BE49-F238E27FC236}">
                <a16:creationId xmlns:a16="http://schemas.microsoft.com/office/drawing/2014/main" id="{46A4F637-6396-4DBB-AFBC-F984AEFF4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E1E523A3-95FF-4432-8E50-B28D85E8DEF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88420" name="Picture 77" descr="underline_base">
            <a:extLst>
              <a:ext uri="{FF2B5EF4-FFF2-40B4-BE49-F238E27FC236}">
                <a16:creationId xmlns:a16="http://schemas.microsoft.com/office/drawing/2014/main" id="{5D726A65-1841-47DA-80F0-80E0006C69A7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38" y="893763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6805" name="Rectangle 2">
            <a:extLst>
              <a:ext uri="{FF2B5EF4-FFF2-40B4-BE49-F238E27FC236}">
                <a16:creationId xmlns:a16="http://schemas.microsoft.com/office/drawing/2014/main" id="{84BDF181-7A71-49E6-A269-B0258F8885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19075"/>
            <a:ext cx="7772400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Graph abstraction: costs</a:t>
            </a:r>
          </a:p>
        </p:txBody>
      </p:sp>
      <p:grpSp>
        <p:nvGrpSpPr>
          <p:cNvPr id="188422" name="Group 3">
            <a:extLst>
              <a:ext uri="{FF2B5EF4-FFF2-40B4-BE49-F238E27FC236}">
                <a16:creationId xmlns:a16="http://schemas.microsoft.com/office/drawing/2014/main" id="{202BAAE5-239D-4A5D-BEAF-9F9A3F960BCA}"/>
              </a:ext>
            </a:extLst>
          </p:cNvPr>
          <p:cNvGrpSpPr>
            <a:grpSpLocks/>
          </p:cNvGrpSpPr>
          <p:nvPr/>
        </p:nvGrpSpPr>
        <p:grpSpPr bwMode="auto">
          <a:xfrm>
            <a:off x="920750" y="1495425"/>
            <a:ext cx="3571875" cy="2236788"/>
            <a:chOff x="3162" y="1071"/>
            <a:chExt cx="2250" cy="1409"/>
          </a:xfrm>
        </p:grpSpPr>
        <p:sp>
          <p:nvSpPr>
            <p:cNvPr id="188426" name="Freeform 4">
              <a:extLst>
                <a:ext uri="{FF2B5EF4-FFF2-40B4-BE49-F238E27FC236}">
                  <a16:creationId xmlns:a16="http://schemas.microsoft.com/office/drawing/2014/main" id="{5B9AE41C-BA01-4AFA-AAE5-3E7FCD5BE8B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27" name="Freeform 5">
              <a:extLst>
                <a:ext uri="{FF2B5EF4-FFF2-40B4-BE49-F238E27FC236}">
                  <a16:creationId xmlns:a16="http://schemas.microsoft.com/office/drawing/2014/main" id="{4F165CFD-7930-4160-8666-7F9D13E39A45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28" name="Oval 6">
              <a:extLst>
                <a:ext uri="{FF2B5EF4-FFF2-40B4-BE49-F238E27FC236}">
                  <a16:creationId xmlns:a16="http://schemas.microsoft.com/office/drawing/2014/main" id="{D9FE98F5-F7A8-4C6C-B5D0-F6D5F1FB1B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29" name="Line 7">
              <a:extLst>
                <a:ext uri="{FF2B5EF4-FFF2-40B4-BE49-F238E27FC236}">
                  <a16:creationId xmlns:a16="http://schemas.microsoft.com/office/drawing/2014/main" id="{DF2E6588-9F85-4B32-8D0F-D351FA7816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0" name="Line 8">
              <a:extLst>
                <a:ext uri="{FF2B5EF4-FFF2-40B4-BE49-F238E27FC236}">
                  <a16:creationId xmlns:a16="http://schemas.microsoft.com/office/drawing/2014/main" id="{07CCDDAB-81AF-4B35-AAF8-BBF410E5E2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1" name="Rectangle 9">
              <a:extLst>
                <a:ext uri="{FF2B5EF4-FFF2-40B4-BE49-F238E27FC236}">
                  <a16:creationId xmlns:a16="http://schemas.microsoft.com/office/drawing/2014/main" id="{3ABE4F04-8AA2-4D36-9568-6FCBB7E9AD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2" name="Oval 10">
              <a:extLst>
                <a:ext uri="{FF2B5EF4-FFF2-40B4-BE49-F238E27FC236}">
                  <a16:creationId xmlns:a16="http://schemas.microsoft.com/office/drawing/2014/main" id="{6EFEC40C-3A75-405E-93C9-934433ED53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3" name="Oval 11">
              <a:extLst>
                <a:ext uri="{FF2B5EF4-FFF2-40B4-BE49-F238E27FC236}">
                  <a16:creationId xmlns:a16="http://schemas.microsoft.com/office/drawing/2014/main" id="{A467455B-2627-4054-9CF9-9709474F9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4" name="Line 12">
              <a:extLst>
                <a:ext uri="{FF2B5EF4-FFF2-40B4-BE49-F238E27FC236}">
                  <a16:creationId xmlns:a16="http://schemas.microsoft.com/office/drawing/2014/main" id="{C4129240-81CE-4E11-9960-6EAC8BA7CB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5" name="Line 13">
              <a:extLst>
                <a:ext uri="{FF2B5EF4-FFF2-40B4-BE49-F238E27FC236}">
                  <a16:creationId xmlns:a16="http://schemas.microsoft.com/office/drawing/2014/main" id="{5D639E7A-C1D2-4FB5-BBA4-FC87F4BF00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6" name="Rectangle 14">
              <a:extLst>
                <a:ext uri="{FF2B5EF4-FFF2-40B4-BE49-F238E27FC236}">
                  <a16:creationId xmlns:a16="http://schemas.microsoft.com/office/drawing/2014/main" id="{C095C505-0194-4AC0-85CE-5EE31130A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7" name="Oval 15">
              <a:extLst>
                <a:ext uri="{FF2B5EF4-FFF2-40B4-BE49-F238E27FC236}">
                  <a16:creationId xmlns:a16="http://schemas.microsoft.com/office/drawing/2014/main" id="{48CFEC49-B8A7-4ADD-936A-138591899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8" name="Oval 16">
              <a:extLst>
                <a:ext uri="{FF2B5EF4-FFF2-40B4-BE49-F238E27FC236}">
                  <a16:creationId xmlns:a16="http://schemas.microsoft.com/office/drawing/2014/main" id="{0AEA6784-394E-4266-97DF-07888B9999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39" name="Line 17">
              <a:extLst>
                <a:ext uri="{FF2B5EF4-FFF2-40B4-BE49-F238E27FC236}">
                  <a16:creationId xmlns:a16="http://schemas.microsoft.com/office/drawing/2014/main" id="{E8926B9D-66E1-4749-BFB0-37A1AB714B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0" name="Line 18">
              <a:extLst>
                <a:ext uri="{FF2B5EF4-FFF2-40B4-BE49-F238E27FC236}">
                  <a16:creationId xmlns:a16="http://schemas.microsoft.com/office/drawing/2014/main" id="{CC603FDE-6348-43B4-B3E8-C1794007E3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1" name="Rectangle 19">
              <a:extLst>
                <a:ext uri="{FF2B5EF4-FFF2-40B4-BE49-F238E27FC236}">
                  <a16:creationId xmlns:a16="http://schemas.microsoft.com/office/drawing/2014/main" id="{1896EF90-4A56-4F54-BD8E-E74B624DD9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2" name="Oval 20">
              <a:extLst>
                <a:ext uri="{FF2B5EF4-FFF2-40B4-BE49-F238E27FC236}">
                  <a16:creationId xmlns:a16="http://schemas.microsoft.com/office/drawing/2014/main" id="{AF89C2A2-26F4-4032-9CE0-5C795B14A5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3" name="Oval 21">
              <a:extLst>
                <a:ext uri="{FF2B5EF4-FFF2-40B4-BE49-F238E27FC236}">
                  <a16:creationId xmlns:a16="http://schemas.microsoft.com/office/drawing/2014/main" id="{DB8578BE-8E2C-42CD-B2D0-556B1C5F3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4" name="Line 22">
              <a:extLst>
                <a:ext uri="{FF2B5EF4-FFF2-40B4-BE49-F238E27FC236}">
                  <a16:creationId xmlns:a16="http://schemas.microsoft.com/office/drawing/2014/main" id="{C3517C0D-3A50-470F-BA98-3A154F6A19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5" name="Line 23">
              <a:extLst>
                <a:ext uri="{FF2B5EF4-FFF2-40B4-BE49-F238E27FC236}">
                  <a16:creationId xmlns:a16="http://schemas.microsoft.com/office/drawing/2014/main" id="{DF74CF3E-6010-4F6E-924C-CD352A50AD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6" name="Rectangle 24">
              <a:extLst>
                <a:ext uri="{FF2B5EF4-FFF2-40B4-BE49-F238E27FC236}">
                  <a16:creationId xmlns:a16="http://schemas.microsoft.com/office/drawing/2014/main" id="{86835078-B1E1-4B82-8E7B-94C15F8FE1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7" name="Oval 25">
              <a:extLst>
                <a:ext uri="{FF2B5EF4-FFF2-40B4-BE49-F238E27FC236}">
                  <a16:creationId xmlns:a16="http://schemas.microsoft.com/office/drawing/2014/main" id="{34C75405-CCD8-49BE-9896-2DD477A9D4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8" name="Oval 26">
              <a:extLst>
                <a:ext uri="{FF2B5EF4-FFF2-40B4-BE49-F238E27FC236}">
                  <a16:creationId xmlns:a16="http://schemas.microsoft.com/office/drawing/2014/main" id="{7C37989F-8152-4CCA-99A5-3F0020E286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49" name="Line 27">
              <a:extLst>
                <a:ext uri="{FF2B5EF4-FFF2-40B4-BE49-F238E27FC236}">
                  <a16:creationId xmlns:a16="http://schemas.microsoft.com/office/drawing/2014/main" id="{F708B205-5D1B-49AC-B0C9-0A6806C774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0" name="Line 28">
              <a:extLst>
                <a:ext uri="{FF2B5EF4-FFF2-40B4-BE49-F238E27FC236}">
                  <a16:creationId xmlns:a16="http://schemas.microsoft.com/office/drawing/2014/main" id="{F67F7926-BF64-41E2-BC66-1FB0C9EE4B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1" name="Rectangle 29">
              <a:extLst>
                <a:ext uri="{FF2B5EF4-FFF2-40B4-BE49-F238E27FC236}">
                  <a16:creationId xmlns:a16="http://schemas.microsoft.com/office/drawing/2014/main" id="{43F7123E-4F61-4920-B839-AA62392408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2" name="Oval 30">
              <a:extLst>
                <a:ext uri="{FF2B5EF4-FFF2-40B4-BE49-F238E27FC236}">
                  <a16:creationId xmlns:a16="http://schemas.microsoft.com/office/drawing/2014/main" id="{916578E2-59E2-415E-B014-A7B1983199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3" name="Oval 31">
              <a:extLst>
                <a:ext uri="{FF2B5EF4-FFF2-40B4-BE49-F238E27FC236}">
                  <a16:creationId xmlns:a16="http://schemas.microsoft.com/office/drawing/2014/main" id="{7FC59C5E-BE0E-4868-853E-00B416A814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4" name="Line 32">
              <a:extLst>
                <a:ext uri="{FF2B5EF4-FFF2-40B4-BE49-F238E27FC236}">
                  <a16:creationId xmlns:a16="http://schemas.microsoft.com/office/drawing/2014/main" id="{B56F5832-52E5-49F4-806A-462C00AC71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5" name="Line 33">
              <a:extLst>
                <a:ext uri="{FF2B5EF4-FFF2-40B4-BE49-F238E27FC236}">
                  <a16:creationId xmlns:a16="http://schemas.microsoft.com/office/drawing/2014/main" id="{024FC4CF-F2C5-4644-B575-3B562E4461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6" name="Rectangle 34">
              <a:extLst>
                <a:ext uri="{FF2B5EF4-FFF2-40B4-BE49-F238E27FC236}">
                  <a16:creationId xmlns:a16="http://schemas.microsoft.com/office/drawing/2014/main" id="{3AF2D362-82C6-44BA-AC5D-14E334B049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7" name="Oval 35">
              <a:extLst>
                <a:ext uri="{FF2B5EF4-FFF2-40B4-BE49-F238E27FC236}">
                  <a16:creationId xmlns:a16="http://schemas.microsoft.com/office/drawing/2014/main" id="{3D4D983A-AA70-462F-88EC-A3ADF342F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8" name="Freeform 36">
              <a:extLst>
                <a:ext uri="{FF2B5EF4-FFF2-40B4-BE49-F238E27FC236}">
                  <a16:creationId xmlns:a16="http://schemas.microsoft.com/office/drawing/2014/main" id="{D3F4A2E2-A897-4C1D-951E-6569BD74D88F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59" name="Freeform 37">
              <a:extLst>
                <a:ext uri="{FF2B5EF4-FFF2-40B4-BE49-F238E27FC236}">
                  <a16:creationId xmlns:a16="http://schemas.microsoft.com/office/drawing/2014/main" id="{B57E47C2-73DE-465B-ABF5-51F64A648B0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0" name="Freeform 38">
              <a:extLst>
                <a:ext uri="{FF2B5EF4-FFF2-40B4-BE49-F238E27FC236}">
                  <a16:creationId xmlns:a16="http://schemas.microsoft.com/office/drawing/2014/main" id="{31BF97B6-538F-48FC-ACC7-65CB42D0D9DA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1" name="Freeform 39">
              <a:extLst>
                <a:ext uri="{FF2B5EF4-FFF2-40B4-BE49-F238E27FC236}">
                  <a16:creationId xmlns:a16="http://schemas.microsoft.com/office/drawing/2014/main" id="{704B1E50-AF0D-436B-9CC9-012366A644FA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2" name="Freeform 40">
              <a:extLst>
                <a:ext uri="{FF2B5EF4-FFF2-40B4-BE49-F238E27FC236}">
                  <a16:creationId xmlns:a16="http://schemas.microsoft.com/office/drawing/2014/main" id="{AC03ABBD-A48C-4F37-87D8-D956D7075259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3" name="Freeform 41">
              <a:extLst>
                <a:ext uri="{FF2B5EF4-FFF2-40B4-BE49-F238E27FC236}">
                  <a16:creationId xmlns:a16="http://schemas.microsoft.com/office/drawing/2014/main" id="{B67F3186-D708-4EB9-A17F-79E8157C61B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4" name="Freeform 42">
              <a:extLst>
                <a:ext uri="{FF2B5EF4-FFF2-40B4-BE49-F238E27FC236}">
                  <a16:creationId xmlns:a16="http://schemas.microsoft.com/office/drawing/2014/main" id="{11F0D3D7-9761-4AA7-B8D1-94FC77C0342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5" name="Freeform 43">
              <a:extLst>
                <a:ext uri="{FF2B5EF4-FFF2-40B4-BE49-F238E27FC236}">
                  <a16:creationId xmlns:a16="http://schemas.microsoft.com/office/drawing/2014/main" id="{587AE7BD-1BDA-4D22-B08C-729C6D566122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66" name="Freeform 44">
              <a:extLst>
                <a:ext uri="{FF2B5EF4-FFF2-40B4-BE49-F238E27FC236}">
                  <a16:creationId xmlns:a16="http://schemas.microsoft.com/office/drawing/2014/main" id="{BA2B6F78-89DD-4A6A-89BF-2D4F28BC950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88467" name="Group 45">
              <a:extLst>
                <a:ext uri="{FF2B5EF4-FFF2-40B4-BE49-F238E27FC236}">
                  <a16:creationId xmlns:a16="http://schemas.microsoft.com/office/drawing/2014/main" id="{6816194D-33C1-46F7-9F85-4CCC382718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88493" name="Rectangle 46">
                <a:extLst>
                  <a:ext uri="{FF2B5EF4-FFF2-40B4-BE49-F238E27FC236}">
                    <a16:creationId xmlns:a16="http://schemas.microsoft.com/office/drawing/2014/main" id="{642DE620-7D71-4D11-94CC-4AE860FA8C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8494" name="Text Box 47">
                <a:extLst>
                  <a:ext uri="{FF2B5EF4-FFF2-40B4-BE49-F238E27FC236}">
                    <a16:creationId xmlns:a16="http://schemas.microsoft.com/office/drawing/2014/main" id="{79BC96BE-34A4-4202-BC00-C3EF1D7937E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8468" name="Group 48">
              <a:extLst>
                <a:ext uri="{FF2B5EF4-FFF2-40B4-BE49-F238E27FC236}">
                  <a16:creationId xmlns:a16="http://schemas.microsoft.com/office/drawing/2014/main" id="{9AADBC48-F240-499B-BC31-A8A1F02844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88491" name="Rectangle 49">
                <a:extLst>
                  <a:ext uri="{FF2B5EF4-FFF2-40B4-BE49-F238E27FC236}">
                    <a16:creationId xmlns:a16="http://schemas.microsoft.com/office/drawing/2014/main" id="{C418BA0B-8B2B-43CE-B64D-198508EA2C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8492" name="Text Box 50">
                <a:extLst>
                  <a:ext uri="{FF2B5EF4-FFF2-40B4-BE49-F238E27FC236}">
                    <a16:creationId xmlns:a16="http://schemas.microsoft.com/office/drawing/2014/main" id="{B1A8C1E0-7416-4982-BC26-AC8E31BC9E4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y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8469" name="Group 51">
              <a:extLst>
                <a:ext uri="{FF2B5EF4-FFF2-40B4-BE49-F238E27FC236}">
                  <a16:creationId xmlns:a16="http://schemas.microsoft.com/office/drawing/2014/main" id="{E7AD6EDB-285E-4B43-9194-7FD4780C46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88489" name="Rectangle 52">
                <a:extLst>
                  <a:ext uri="{FF2B5EF4-FFF2-40B4-BE49-F238E27FC236}">
                    <a16:creationId xmlns:a16="http://schemas.microsoft.com/office/drawing/2014/main" id="{070EA405-42DC-489C-935A-25F3AF6E71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8490" name="Text Box 53">
                <a:extLst>
                  <a:ext uri="{FF2B5EF4-FFF2-40B4-BE49-F238E27FC236}">
                    <a16:creationId xmlns:a16="http://schemas.microsoft.com/office/drawing/2014/main" id="{7A4827DC-71B1-4347-B020-C0DEBB07256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</a:p>
            </p:txBody>
          </p:sp>
        </p:grpSp>
        <p:grpSp>
          <p:nvGrpSpPr>
            <p:cNvPr id="188470" name="Group 54">
              <a:extLst>
                <a:ext uri="{FF2B5EF4-FFF2-40B4-BE49-F238E27FC236}">
                  <a16:creationId xmlns:a16="http://schemas.microsoft.com/office/drawing/2014/main" id="{AB0997BA-EF8B-4853-8356-38A67915FE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188487" name="Rectangle 55">
                <a:extLst>
                  <a:ext uri="{FF2B5EF4-FFF2-40B4-BE49-F238E27FC236}">
                    <a16:creationId xmlns:a16="http://schemas.microsoft.com/office/drawing/2014/main" id="{D0F004CB-D5F4-4625-8855-40BE7E2744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8488" name="Text Box 56">
                <a:extLst>
                  <a:ext uri="{FF2B5EF4-FFF2-40B4-BE49-F238E27FC236}">
                    <a16:creationId xmlns:a16="http://schemas.microsoft.com/office/drawing/2014/main" id="{43F9BBE4-000D-4E69-BB77-4EB5FC083B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w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8471" name="Group 57">
              <a:extLst>
                <a:ext uri="{FF2B5EF4-FFF2-40B4-BE49-F238E27FC236}">
                  <a16:creationId xmlns:a16="http://schemas.microsoft.com/office/drawing/2014/main" id="{174A7003-9242-4572-A86A-C82CBAECC1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88485" name="Rectangle 58">
                <a:extLst>
                  <a:ext uri="{FF2B5EF4-FFF2-40B4-BE49-F238E27FC236}">
                    <a16:creationId xmlns:a16="http://schemas.microsoft.com/office/drawing/2014/main" id="{6411B7DA-BAB3-46D9-A0BE-A733EEE2C5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8486" name="Text Box 59">
                <a:extLst>
                  <a:ext uri="{FF2B5EF4-FFF2-40B4-BE49-F238E27FC236}">
                    <a16:creationId xmlns:a16="http://schemas.microsoft.com/office/drawing/2014/main" id="{F2FA6C5D-2A1C-4ACD-8F47-4FF8C201643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v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8472" name="Group 60">
              <a:extLst>
                <a:ext uri="{FF2B5EF4-FFF2-40B4-BE49-F238E27FC236}">
                  <a16:creationId xmlns:a16="http://schemas.microsoft.com/office/drawing/2014/main" id="{476D8CA7-222E-460F-9B9D-C16E5FA5475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88483" name="Rectangle 61">
                <a:extLst>
                  <a:ext uri="{FF2B5EF4-FFF2-40B4-BE49-F238E27FC236}">
                    <a16:creationId xmlns:a16="http://schemas.microsoft.com/office/drawing/2014/main" id="{ED72DF8A-FC96-4AFD-818A-6765543F6E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8484" name="Text Box 62">
                <a:extLst>
                  <a:ext uri="{FF2B5EF4-FFF2-40B4-BE49-F238E27FC236}">
                    <a16:creationId xmlns:a16="http://schemas.microsoft.com/office/drawing/2014/main" id="{A36810C6-26E0-49B6-AB47-583C2ECB203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z</a:t>
                </a:r>
              </a:p>
            </p:txBody>
          </p:sp>
        </p:grpSp>
        <p:sp>
          <p:nvSpPr>
            <p:cNvPr id="188473" name="Text Box 63">
              <a:extLst>
                <a:ext uri="{FF2B5EF4-FFF2-40B4-BE49-F238E27FC236}">
                  <a16:creationId xmlns:a16="http://schemas.microsoft.com/office/drawing/2014/main" id="{BE1EB27C-7BED-412E-8AFB-041ECEB8A6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74" name="Text Box 64">
              <a:extLst>
                <a:ext uri="{FF2B5EF4-FFF2-40B4-BE49-F238E27FC236}">
                  <a16:creationId xmlns:a16="http://schemas.microsoft.com/office/drawing/2014/main" id="{E1879C73-8636-431D-B2C0-BBB5D04644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75" name="Text Box 65">
              <a:extLst>
                <a:ext uri="{FF2B5EF4-FFF2-40B4-BE49-F238E27FC236}">
                  <a16:creationId xmlns:a16="http://schemas.microsoft.com/office/drawing/2014/main" id="{D9D2B68E-1A93-4008-88D8-684D8F00E3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76" name="Text Box 66">
              <a:extLst>
                <a:ext uri="{FF2B5EF4-FFF2-40B4-BE49-F238E27FC236}">
                  <a16:creationId xmlns:a16="http://schemas.microsoft.com/office/drawing/2014/main" id="{02F72AFA-C5C6-468F-9E1F-84E202414A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77" name="Text Box 67">
              <a:extLst>
                <a:ext uri="{FF2B5EF4-FFF2-40B4-BE49-F238E27FC236}">
                  <a16:creationId xmlns:a16="http://schemas.microsoft.com/office/drawing/2014/main" id="{CF312E67-7EB5-48BB-AF83-07A15817E2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78" name="Text Box 68">
              <a:extLst>
                <a:ext uri="{FF2B5EF4-FFF2-40B4-BE49-F238E27FC236}">
                  <a16:creationId xmlns:a16="http://schemas.microsoft.com/office/drawing/2014/main" id="{C7196B6A-1D8A-4CD6-BD0D-916A12D066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79" name="Text Box 69">
              <a:extLst>
                <a:ext uri="{FF2B5EF4-FFF2-40B4-BE49-F238E27FC236}">
                  <a16:creationId xmlns:a16="http://schemas.microsoft.com/office/drawing/2014/main" id="{491C5900-E1A0-4D5D-BD1C-90616D2C85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80" name="Text Box 70">
              <a:extLst>
                <a:ext uri="{FF2B5EF4-FFF2-40B4-BE49-F238E27FC236}">
                  <a16:creationId xmlns:a16="http://schemas.microsoft.com/office/drawing/2014/main" id="{D596D511-8150-4BCB-BA81-71B79BC5A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81" name="Text Box 71">
              <a:extLst>
                <a:ext uri="{FF2B5EF4-FFF2-40B4-BE49-F238E27FC236}">
                  <a16:creationId xmlns:a16="http://schemas.microsoft.com/office/drawing/2014/main" id="{BD35FF3D-2375-402A-B189-84B1A47A3C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8482" name="Text Box 72">
              <a:extLst>
                <a:ext uri="{FF2B5EF4-FFF2-40B4-BE49-F238E27FC236}">
                  <a16:creationId xmlns:a16="http://schemas.microsoft.com/office/drawing/2014/main" id="{531B6197-B335-44C5-9325-59E3DA4E28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88423" name="Text Box 73">
            <a:extLst>
              <a:ext uri="{FF2B5EF4-FFF2-40B4-BE49-F238E27FC236}">
                <a16:creationId xmlns:a16="http://schemas.microsoft.com/office/drawing/2014/main" id="{73E9DF84-0FFA-4A4B-8BBC-9123905764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5738" y="1689100"/>
            <a:ext cx="3052762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c(x,x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= cost of link (x,x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e.g., c(w,z) = 5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cost could always be 1, or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inversely related to bandwidth,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or inversely related to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congestion</a:t>
            </a:r>
          </a:p>
        </p:txBody>
      </p:sp>
      <p:sp>
        <p:nvSpPr>
          <p:cNvPr id="188424" name="Text Box 74">
            <a:extLst>
              <a:ext uri="{FF2B5EF4-FFF2-40B4-BE49-F238E27FC236}">
                <a16:creationId xmlns:a16="http://schemas.microsoft.com/office/drawing/2014/main" id="{5B0048CB-9D02-4B68-9F79-BDD0858A34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5513" y="4227513"/>
            <a:ext cx="67611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of path (x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 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 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,…, 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= c(x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+ c(x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+ … + c(x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p-1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,x</a:t>
            </a:r>
            <a:r>
              <a:rPr kumimoji="0" lang="en-US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 </a:t>
            </a:r>
          </a:p>
        </p:txBody>
      </p:sp>
      <p:sp>
        <p:nvSpPr>
          <p:cNvPr id="188425" name="Text Box 75">
            <a:extLst>
              <a:ext uri="{FF2B5EF4-FFF2-40B4-BE49-F238E27FC236}">
                <a16:creationId xmlns:a16="http://schemas.microsoft.com/office/drawing/2014/main" id="{621F4275-849F-4D5A-AEFA-195D0DCD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63" y="4981575"/>
            <a:ext cx="7667625" cy="954088"/>
          </a:xfrm>
          <a:prstGeom prst="rect">
            <a:avLst/>
          </a:prstGeom>
          <a:noFill/>
          <a:ln w="28575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key question: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what is the least-cost path between u and z 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Solution: 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Routing algorithm that finds that least cost path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4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84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84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Footer Placeholder 5">
            <a:extLst>
              <a:ext uri="{FF2B5EF4-FFF2-40B4-BE49-F238E27FC236}">
                <a16:creationId xmlns:a16="http://schemas.microsoft.com/office/drawing/2014/main" id="{AE0F4911-363C-47F1-9568-EE42DD899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9443" name="Slide Number Placeholder 6">
            <a:extLst>
              <a:ext uri="{FF2B5EF4-FFF2-40B4-BE49-F238E27FC236}">
                <a16:creationId xmlns:a16="http://schemas.microsoft.com/office/drawing/2014/main" id="{00910047-616C-466D-9079-0AB524B9F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AF82FDB9-9F06-40D3-B37A-A0ED6C5F7B72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89444" name="Picture 5" descr="underline_base">
            <a:extLst>
              <a:ext uri="{FF2B5EF4-FFF2-40B4-BE49-F238E27FC236}">
                <a16:creationId xmlns:a16="http://schemas.microsoft.com/office/drawing/2014/main" id="{2CD25F42-95FB-460A-8650-2855E4F2F37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801688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9445" name="Rectangle 2">
            <a:extLst>
              <a:ext uri="{FF2B5EF4-FFF2-40B4-BE49-F238E27FC236}">
                <a16:creationId xmlns:a16="http://schemas.microsoft.com/office/drawing/2014/main" id="{98633DD4-4C03-4B8F-A17B-4827D3DDF6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7463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Routing algorithm classification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89446" name="Rectangle 3">
            <a:extLst>
              <a:ext uri="{FF2B5EF4-FFF2-40B4-BE49-F238E27FC236}">
                <a16:creationId xmlns:a16="http://schemas.microsoft.com/office/drawing/2014/main" id="{90C2E8E9-62BC-4E37-986A-335F33341B3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22288" y="1371600"/>
            <a:ext cx="421640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 Centralized or decentralized?</a:t>
            </a:r>
          </a:p>
          <a:p>
            <a:pPr>
              <a:spcBef>
                <a:spcPct val="40000"/>
              </a:spcBef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centralized: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all routers have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complete topology</a:t>
            </a:r>
            <a:r>
              <a:rPr lang="en-US" altLang="zh-TW" sz="2400" dirty="0">
                <a:ea typeface="ＭＳ Ｐゴシック" panose="020B0600070205080204" pitchFamily="34" charset="-128"/>
              </a:rPr>
              <a:t>, link cost info</a:t>
            </a:r>
          </a:p>
          <a:p>
            <a:r>
              <a:rPr lang="ja-JP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link state</a:t>
            </a:r>
            <a:r>
              <a:rPr lang="ja-JP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algorithms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decentralized: 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router knows physically-connected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neighbors</a:t>
            </a:r>
            <a:r>
              <a:rPr lang="en-US" altLang="zh-TW" sz="2400" dirty="0">
                <a:ea typeface="ＭＳ Ｐゴシック" panose="020B0600070205080204" pitchFamily="34" charset="-128"/>
              </a:rPr>
              <a:t>, link costs to neighbors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iterative process of computation, exchange of info with neighbors</a:t>
            </a:r>
          </a:p>
          <a:p>
            <a:r>
              <a:rPr lang="ja-JP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distance vector</a:t>
            </a:r>
            <a:r>
              <a:rPr lang="ja-JP" altLang="en-US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algorithms</a:t>
            </a:r>
            <a:endParaRPr lang="en-US" altLang="zh-TW" sz="2400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</p:txBody>
      </p:sp>
      <p:sp>
        <p:nvSpPr>
          <p:cNvPr id="77831" name="Rectangle 4">
            <a:extLst>
              <a:ext uri="{FF2B5EF4-FFF2-40B4-BE49-F238E27FC236}">
                <a16:creationId xmlns:a16="http://schemas.microsoft.com/office/drawing/2014/main" id="{DFAE8FA8-01F1-4FE3-A332-34334773C62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38700" y="1347788"/>
            <a:ext cx="3810000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cs typeface="+mn-cs"/>
              </a:rPr>
              <a:t>Q: static or dynamic?</a:t>
            </a:r>
          </a:p>
          <a:p>
            <a:pPr>
              <a:spcBef>
                <a:spcPct val="40000"/>
              </a:spcBef>
              <a:buFont typeface="Wingdings" charset="0"/>
              <a:buNone/>
              <a:defRPr/>
            </a:pPr>
            <a:r>
              <a:rPr lang="en-US" sz="2400" i="1" dirty="0">
                <a:solidFill>
                  <a:srgbClr val="CC0000"/>
                </a:solidFill>
                <a:cs typeface="+mn-cs"/>
              </a:rPr>
              <a:t>static:</a:t>
            </a:r>
            <a:r>
              <a:rPr lang="en-US" sz="2400" dirty="0">
                <a:cs typeface="+mn-cs"/>
              </a:rPr>
              <a:t> 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routes change slowly over time</a:t>
            </a:r>
          </a:p>
          <a:p>
            <a:pPr>
              <a:buFont typeface="Wingdings" charset="0"/>
              <a:buNone/>
              <a:defRPr/>
            </a:pPr>
            <a:r>
              <a:rPr lang="en-US" sz="2400" i="1" dirty="0">
                <a:solidFill>
                  <a:srgbClr val="CC0000"/>
                </a:solidFill>
                <a:cs typeface="+mn-cs"/>
              </a:rPr>
              <a:t>dynamic: 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routes change more quickly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/>
              <a:t>periodic update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/>
              <a:t>in response to link cost changes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5.2 routing protocols</a:t>
            </a:r>
          </a:p>
          <a:p>
            <a:pPr>
              <a:lnSpc>
                <a:spcPts val="2580"/>
              </a:lnSpc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link state</a:t>
            </a:r>
          </a:p>
          <a:p>
            <a:pPr>
              <a:lnSpc>
                <a:spcPts val="2580"/>
              </a:lnSpc>
            </a:pPr>
            <a:r>
              <a:rPr lang="en-US" sz="2400" dirty="0"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5.4 routing among the ISPs: BGP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5.6 ICMP: The Internet Control Message Protocol 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5.7 Network management and SNMP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12</a:t>
            </a:fld>
            <a:endParaRPr lang="en-US" sz="1200" dirty="0">
              <a:latin typeface="Tahoma" charset="0"/>
            </a:endParaRPr>
          </a:p>
        </p:txBody>
      </p:sp>
      <p:sp>
        <p:nvSpPr>
          <p:cNvPr id="11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3495845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Footer Placeholder 5">
            <a:extLst>
              <a:ext uri="{FF2B5EF4-FFF2-40B4-BE49-F238E27FC236}">
                <a16:creationId xmlns:a16="http://schemas.microsoft.com/office/drawing/2014/main" id="{05445547-4258-435B-B599-21AA02554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1491" name="Slide Number Placeholder 6">
            <a:extLst>
              <a:ext uri="{FF2B5EF4-FFF2-40B4-BE49-F238E27FC236}">
                <a16:creationId xmlns:a16="http://schemas.microsoft.com/office/drawing/2014/main" id="{1C28BF66-AD76-4CED-AD2B-91867A805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C90090D9-179F-40E6-B880-52488BD1067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1492" name="Picture 6" descr="underline_base">
            <a:extLst>
              <a:ext uri="{FF2B5EF4-FFF2-40B4-BE49-F238E27FC236}">
                <a16:creationId xmlns:a16="http://schemas.microsoft.com/office/drawing/2014/main" id="{2709643F-4B02-4527-A6A9-C36C2AD3ADF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14413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1493" name="Rectangle 2">
            <a:extLst>
              <a:ext uri="{FF2B5EF4-FFF2-40B4-BE49-F238E27FC236}">
                <a16:creationId xmlns:a16="http://schemas.microsoft.com/office/drawing/2014/main" id="{388F9E59-E36A-41D0-86EC-ECE510C6D6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A Link-State Routing Algorithm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1494" name="Rectangle 3">
            <a:extLst>
              <a:ext uri="{FF2B5EF4-FFF2-40B4-BE49-F238E27FC236}">
                <a16:creationId xmlns:a16="http://schemas.microsoft.com/office/drawing/2014/main" id="{E48747DA-4B9F-41DD-A054-D50BAD6EC62D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4513" y="1555750"/>
            <a:ext cx="3810000" cy="490378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Dijkstra</a:t>
            </a:r>
            <a:r>
              <a:rPr lang="ja-JP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 algorithm</a:t>
            </a:r>
          </a:p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network topology &amp; link costs known to all nodes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accomplished via </a:t>
            </a:r>
            <a:r>
              <a:rPr lang="ja-JP" altLang="en-US" sz="2000" dirty="0">
                <a:ea typeface="ＭＳ Ｐゴシック" panose="020B0600070205080204" pitchFamily="34" charset="-128"/>
              </a:rPr>
              <a:t>“</a:t>
            </a:r>
            <a:r>
              <a:rPr lang="en-US" altLang="ja-JP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link state broadcast</a:t>
            </a:r>
            <a:r>
              <a:rPr lang="ja-JP" altLang="en-US" sz="2000" dirty="0">
                <a:ea typeface="ＭＳ Ｐゴシック" panose="020B0600070205080204" pitchFamily="34" charset="-128"/>
              </a:rPr>
              <a:t>”</a:t>
            </a:r>
            <a:r>
              <a:rPr lang="en-US" altLang="ja-JP" sz="2000" dirty="0">
                <a:ea typeface="ＭＳ Ｐゴシック" panose="020B0600070205080204" pitchFamily="34" charset="-128"/>
              </a:rPr>
              <a:t> 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all nodes have same info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computes least cost paths from one node (</a:t>
            </a:r>
            <a:r>
              <a:rPr lang="ja-JP" altLang="en-US" sz="2400" dirty="0">
                <a:ea typeface="ＭＳ Ｐゴシック" panose="020B0600070205080204" pitchFamily="34" charset="-128"/>
              </a:rPr>
              <a:t>‘</a:t>
            </a:r>
            <a:r>
              <a:rPr lang="en-US" altLang="ja-JP" sz="2400" dirty="0">
                <a:ea typeface="ＭＳ Ｐゴシック" panose="020B0600070205080204" pitchFamily="34" charset="-128"/>
              </a:rPr>
              <a:t>source</a:t>
            </a:r>
            <a:r>
              <a:rPr lang="ja-JP" altLang="en-US" sz="2400" dirty="0"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ea typeface="ＭＳ Ｐゴシック" panose="020B0600070205080204" pitchFamily="34" charset="-128"/>
              </a:rPr>
              <a:t>) to all other nodes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gives </a:t>
            </a:r>
            <a:r>
              <a:rPr lang="en-US" altLang="zh-TW" sz="20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forwarding table</a:t>
            </a:r>
            <a:r>
              <a:rPr lang="en-US" altLang="zh-TW" sz="2000" dirty="0">
                <a:ea typeface="ＭＳ Ｐゴシック" panose="020B0600070205080204" pitchFamily="34" charset="-128"/>
              </a:rPr>
              <a:t> for that node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iterative</a:t>
            </a:r>
            <a:r>
              <a:rPr lang="en-US" altLang="zh-TW" sz="2400" dirty="0">
                <a:ea typeface="ＭＳ Ｐゴシック" panose="020B0600070205080204" pitchFamily="34" charset="-128"/>
              </a:rPr>
              <a:t>: after k iterations, know least cost path to k </a:t>
            </a:r>
            <a:r>
              <a:rPr lang="en-US" altLang="zh-TW" sz="2400" dirty="0" err="1">
                <a:ea typeface="ＭＳ Ｐゴシック" panose="020B0600070205080204" pitchFamily="34" charset="-128"/>
              </a:rPr>
              <a:t>dest</a:t>
            </a:r>
            <a:r>
              <a:rPr lang="en-US" altLang="zh-TW" sz="2400" dirty="0">
                <a:ea typeface="ＭＳ Ｐゴシック" panose="020B0600070205080204" pitchFamily="34" charset="-128"/>
              </a:rPr>
              <a:t>.</a:t>
            </a:r>
            <a:r>
              <a:rPr lang="ja-JP" altLang="en-US" sz="2400" dirty="0">
                <a:ea typeface="ＭＳ Ｐゴシック" panose="020B0600070205080204" pitchFamily="34" charset="-128"/>
              </a:rPr>
              <a:t>’</a:t>
            </a:r>
            <a:r>
              <a:rPr lang="en-US" altLang="ja-JP" sz="2400" dirty="0">
                <a:ea typeface="ＭＳ Ｐゴシック" panose="020B0600070205080204" pitchFamily="34" charset="-128"/>
              </a:rPr>
              <a:t>s</a:t>
            </a: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191495" name="Rectangle 4">
            <a:extLst>
              <a:ext uri="{FF2B5EF4-FFF2-40B4-BE49-F238E27FC236}">
                <a16:creationId xmlns:a16="http://schemas.microsoft.com/office/drawing/2014/main" id="{CEF56BB2-4A2E-438A-A4D6-C98DC287654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lnSpc>
                <a:spcPct val="75000"/>
              </a:lnSpc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notation:</a:t>
            </a:r>
          </a:p>
          <a:p>
            <a:pPr>
              <a:lnSpc>
                <a:spcPct val="75000"/>
              </a:lnSpc>
            </a:pP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c(</a:t>
            </a:r>
            <a:r>
              <a:rPr lang="en-US" altLang="zh-TW" dirty="0" err="1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x,y</a:t>
            </a: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):</a:t>
            </a:r>
            <a:r>
              <a:rPr lang="en-US" altLang="zh-TW" sz="2400" dirty="0">
                <a:ea typeface="ＭＳ Ｐゴシック" panose="020B0600070205080204" pitchFamily="34" charset="-128"/>
              </a:rPr>
              <a:t> link cost from node x to y;  = ∞ if not direct neighbors</a:t>
            </a:r>
          </a:p>
          <a:p>
            <a:pPr>
              <a:lnSpc>
                <a:spcPct val="75000"/>
              </a:lnSpc>
            </a:pP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D(v):</a:t>
            </a:r>
            <a:r>
              <a:rPr lang="en-US" altLang="zh-TW" sz="2400" dirty="0">
                <a:ea typeface="ＭＳ Ｐゴシック" panose="020B0600070205080204" pitchFamily="34" charset="-128"/>
              </a:rPr>
              <a:t> current value of cost of path from source to </a:t>
            </a:r>
            <a:r>
              <a:rPr lang="en-US" altLang="zh-TW" sz="2400" dirty="0" err="1">
                <a:ea typeface="ＭＳ Ｐゴシック" panose="020B0600070205080204" pitchFamily="34" charset="-128"/>
              </a:rPr>
              <a:t>dest</a:t>
            </a:r>
            <a:r>
              <a:rPr lang="en-US" altLang="zh-TW" sz="2400" dirty="0">
                <a:ea typeface="ＭＳ Ｐゴシック" panose="020B0600070205080204" pitchFamily="34" charset="-128"/>
              </a:rPr>
              <a:t>. v</a:t>
            </a:r>
          </a:p>
          <a:p>
            <a:pPr>
              <a:lnSpc>
                <a:spcPct val="75000"/>
              </a:lnSpc>
            </a:pP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p(v):</a:t>
            </a:r>
            <a:r>
              <a:rPr lang="en-US" altLang="zh-TW" sz="2400" dirty="0">
                <a:ea typeface="ＭＳ Ｐゴシック" panose="020B0600070205080204" pitchFamily="34" charset="-128"/>
              </a:rPr>
              <a:t> predecessor node along path from source to v</a:t>
            </a:r>
          </a:p>
          <a:p>
            <a:pPr>
              <a:lnSpc>
                <a:spcPct val="75000"/>
              </a:lnSpc>
            </a:pP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N</a:t>
            </a: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'</a:t>
            </a:r>
            <a:r>
              <a:rPr lang="en-US" altLang="zh-TW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</a:rPr>
              <a:t>:</a:t>
            </a:r>
            <a:r>
              <a:rPr lang="en-US" altLang="zh-TW" sz="2400" dirty="0">
                <a:ea typeface="ＭＳ Ｐゴシック" panose="020B0600070205080204" pitchFamily="34" charset="-128"/>
              </a:rPr>
              <a:t> set of nodes whose least cost path definitively known</a:t>
            </a:r>
          </a:p>
          <a:p>
            <a:pPr>
              <a:lnSpc>
                <a:spcPct val="75000"/>
              </a:lnSpc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Footer Placeholder 3">
            <a:extLst>
              <a:ext uri="{FF2B5EF4-FFF2-40B4-BE49-F238E27FC236}">
                <a16:creationId xmlns:a16="http://schemas.microsoft.com/office/drawing/2014/main" id="{BA619CF6-0575-4902-8D2E-1B18CE5E2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2515" name="Slide Number Placeholder 4">
            <a:extLst>
              <a:ext uri="{FF2B5EF4-FFF2-40B4-BE49-F238E27FC236}">
                <a16:creationId xmlns:a16="http://schemas.microsoft.com/office/drawing/2014/main" id="{F054451B-C473-4BC3-8F5D-0D8758C2B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0393210B-31E7-48E8-9A06-24B3C1DB10DD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2516" name="Picture 6" descr="underline_base">
            <a:extLst>
              <a:ext uri="{FF2B5EF4-FFF2-40B4-BE49-F238E27FC236}">
                <a16:creationId xmlns:a16="http://schemas.microsoft.com/office/drawing/2014/main" id="{3DA0188D-4FB1-4F67-A217-B87E380A0B4B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1014413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2517" name="Rectangle 2">
            <a:extLst>
              <a:ext uri="{FF2B5EF4-FFF2-40B4-BE49-F238E27FC236}">
                <a16:creationId xmlns:a16="http://schemas.microsoft.com/office/drawing/2014/main" id="{F89EE39E-7045-4A9D-8A90-6C79C210FF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Dijsktra</a:t>
            </a:r>
            <a:r>
              <a:rPr lang="ja-JP" altLang="en-US" sz="4000">
                <a:ea typeface="ＭＳ Ｐゴシック" panose="020B0600070205080204" pitchFamily="34" charset="-128"/>
              </a:rPr>
              <a:t>’</a:t>
            </a:r>
            <a:r>
              <a:rPr lang="en-US" altLang="ja-JP" sz="4000">
                <a:ea typeface="ＭＳ Ｐゴシック" panose="020B0600070205080204" pitchFamily="34" charset="-128"/>
              </a:rPr>
              <a:t>s Algorithm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2518" name="Text Box 3">
            <a:extLst>
              <a:ext uri="{FF2B5EF4-FFF2-40B4-BE49-F238E27FC236}">
                <a16:creationId xmlns:a16="http://schemas.microsoft.com/office/drawing/2014/main" id="{F190C1F9-2D4F-4201-85D8-CD1839C090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1413" y="1458913"/>
            <a:ext cx="6221412" cy="466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 </a:t>
            </a:r>
            <a:r>
              <a:rPr kumimoji="0" lang="en-US" altLang="zh-TW" sz="20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Initialization: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  N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' = {u}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3    for all nodes v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4      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if v adjacent to u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5          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then D(v) = c(</a:t>
            </a:r>
            <a:r>
              <a:rPr kumimoji="0" lang="en-US" altLang="zh-TW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u,v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6      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else D(v) = ∞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7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8   </a:t>
            </a:r>
            <a:r>
              <a:rPr kumimoji="0" lang="en-US" altLang="zh-TW" sz="20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Loop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9     find w not in N' such that D(w) is a minimum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10    add w to N'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11    update D(v) for all v adjacent to w and not in N'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12       </a:t>
            </a: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D(v) = min( D(v), D(w) + c(</a:t>
            </a:r>
            <a:r>
              <a:rPr kumimoji="0" lang="en-US" altLang="zh-TW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w,v</a:t>
            </a: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) 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    /* new cost to v is either old cost to v or known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14     shortest path cost to w plus cost from w to v */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15  </a:t>
            </a:r>
            <a:r>
              <a:rPr kumimoji="0" lang="en-US" altLang="zh-TW" sz="20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until all nodes in N'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92519" name="Freeform 4">
            <a:extLst>
              <a:ext uri="{FF2B5EF4-FFF2-40B4-BE49-F238E27FC236}">
                <a16:creationId xmlns:a16="http://schemas.microsoft.com/office/drawing/2014/main" id="{B16764FE-7253-4AEA-BA87-F7E325CF2DBD}"/>
              </a:ext>
            </a:extLst>
          </p:cNvPr>
          <p:cNvSpPr>
            <a:spLocks/>
          </p:cNvSpPr>
          <p:nvPr/>
        </p:nvSpPr>
        <p:spPr bwMode="auto">
          <a:xfrm>
            <a:off x="600075" y="3543300"/>
            <a:ext cx="800100" cy="2886075"/>
          </a:xfrm>
          <a:custGeom>
            <a:avLst/>
            <a:gdLst>
              <a:gd name="T0" fmla="*/ 2147483646 w 504"/>
              <a:gd name="T1" fmla="*/ 2147483646 h 1818"/>
              <a:gd name="T2" fmla="*/ 2147483646 w 504"/>
              <a:gd name="T3" fmla="*/ 2147483646 h 1818"/>
              <a:gd name="T4" fmla="*/ 2147483646 w 504"/>
              <a:gd name="T5" fmla="*/ 2147483646 h 1818"/>
              <a:gd name="T6" fmla="*/ 2147483646 w 504"/>
              <a:gd name="T7" fmla="*/ 2147483646 h 1818"/>
              <a:gd name="T8" fmla="*/ 0 60000 65536"/>
              <a:gd name="T9" fmla="*/ 0 60000 65536"/>
              <a:gd name="T10" fmla="*/ 0 60000 65536"/>
              <a:gd name="T11" fmla="*/ 0 60000 65536"/>
              <a:gd name="T12" fmla="*/ 0 w 504"/>
              <a:gd name="T13" fmla="*/ 0 h 1818"/>
              <a:gd name="T14" fmla="*/ 504 w 504"/>
              <a:gd name="T15" fmla="*/ 1818 h 181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04" h="1818">
                <a:moveTo>
                  <a:pt x="504" y="1596"/>
                </a:moveTo>
                <a:cubicBezTo>
                  <a:pt x="444" y="1728"/>
                  <a:pt x="240" y="1818"/>
                  <a:pt x="120" y="1602"/>
                </a:cubicBezTo>
                <a:cubicBezTo>
                  <a:pt x="0" y="1386"/>
                  <a:pt x="48" y="444"/>
                  <a:pt x="90" y="192"/>
                </a:cubicBezTo>
                <a:cubicBezTo>
                  <a:pt x="162" y="0"/>
                  <a:pt x="294" y="84"/>
                  <a:pt x="396" y="144"/>
                </a:cubicBez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538" name="Footer Placeholder 3">
            <a:extLst>
              <a:ext uri="{FF2B5EF4-FFF2-40B4-BE49-F238E27FC236}">
                <a16:creationId xmlns:a16="http://schemas.microsoft.com/office/drawing/2014/main" id="{80BF8495-D711-4F51-836A-E3646A423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3539" name="Slide Number Placeholder 4">
            <a:extLst>
              <a:ext uri="{FF2B5EF4-FFF2-40B4-BE49-F238E27FC236}">
                <a16:creationId xmlns:a16="http://schemas.microsoft.com/office/drawing/2014/main" id="{4367BAB4-F528-4456-B48A-A932997BC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8D5C0BE5-584D-4351-817C-6BA38C01BC1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3540" name="Picture 91" descr="underline_base">
            <a:extLst>
              <a:ext uri="{FF2B5EF4-FFF2-40B4-BE49-F238E27FC236}">
                <a16:creationId xmlns:a16="http://schemas.microsoft.com/office/drawing/2014/main" id="{89C280C1-E85E-493C-8136-B474F56B52A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138" y="8334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3541" name="Rectangle 2">
            <a:extLst>
              <a:ext uri="{FF2B5EF4-FFF2-40B4-BE49-F238E27FC236}">
                <a16:creationId xmlns:a16="http://schemas.microsoft.com/office/drawing/2014/main" id="{69347BB9-5F9B-489F-8782-2574A8AEDF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1163" y="130175"/>
            <a:ext cx="8364537" cy="963613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Dijkstra</a:t>
            </a:r>
            <a:r>
              <a:rPr lang="ja-JP" altLang="en-US" sz="4000">
                <a:ea typeface="ＭＳ Ｐゴシック" panose="020B0600070205080204" pitchFamily="34" charset="-128"/>
              </a:rPr>
              <a:t>’</a:t>
            </a:r>
            <a:r>
              <a:rPr lang="en-US" altLang="ja-JP" sz="4000">
                <a:ea typeface="ＭＳ Ｐゴシック" panose="020B0600070205080204" pitchFamily="34" charset="-128"/>
              </a:rPr>
              <a:t>s algorithm: example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3542" name="Text Box 3">
            <a:extLst>
              <a:ext uri="{FF2B5EF4-FFF2-40B4-BE49-F238E27FC236}">
                <a16:creationId xmlns:a16="http://schemas.microsoft.com/office/drawing/2014/main" id="{BBEA4615-D379-40C4-8EFB-CC7EF8DFCD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713" y="1506538"/>
            <a:ext cx="70643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Step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</a:t>
            </a:r>
          </a:p>
        </p:txBody>
      </p:sp>
      <p:sp>
        <p:nvSpPr>
          <p:cNvPr id="193543" name="Text Box 4">
            <a:extLst>
              <a:ext uri="{FF2B5EF4-FFF2-40B4-BE49-F238E27FC236}">
                <a16:creationId xmlns:a16="http://schemas.microsoft.com/office/drawing/2014/main" id="{0AD62710-02CA-406D-B039-CBE8B29CD1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2538" y="1516063"/>
            <a:ext cx="1017587" cy="2225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</a:t>
            </a: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'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ux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uxy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uxyv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uxyvw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uxyvwz</a:t>
            </a:r>
          </a:p>
        </p:txBody>
      </p:sp>
      <p:sp>
        <p:nvSpPr>
          <p:cNvPr id="193544" name="Text Box 5">
            <a:extLst>
              <a:ext uri="{FF2B5EF4-FFF2-40B4-BE49-F238E27FC236}">
                <a16:creationId xmlns:a16="http://schemas.microsoft.com/office/drawing/2014/main" id="{61B4D91E-D7E5-4C1F-978C-40D64A6341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00313" y="1497013"/>
            <a:ext cx="1169987" cy="1311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D(v),p(v)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2,u</a:t>
            </a:r>
          </a:p>
        </p:txBody>
      </p:sp>
      <p:sp>
        <p:nvSpPr>
          <p:cNvPr id="193545" name="Text Box 6">
            <a:extLst>
              <a:ext uri="{FF2B5EF4-FFF2-40B4-BE49-F238E27FC236}">
                <a16:creationId xmlns:a16="http://schemas.microsoft.com/office/drawing/2014/main" id="{970C5821-D8FC-4FDD-B870-F7B36E9E9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7125" y="1501775"/>
            <a:ext cx="1284288" cy="1616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D(w),p(w)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5,u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4,x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3,y</a:t>
            </a:r>
          </a:p>
        </p:txBody>
      </p:sp>
      <p:sp>
        <p:nvSpPr>
          <p:cNvPr id="193546" name="Text Box 7">
            <a:extLst>
              <a:ext uri="{FF2B5EF4-FFF2-40B4-BE49-F238E27FC236}">
                <a16:creationId xmlns:a16="http://schemas.microsoft.com/office/drawing/2014/main" id="{8188F95A-CFB2-4BFD-9001-C14FEB24D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7775" y="1497013"/>
            <a:ext cx="116998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D(x),p(x)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1,u</a:t>
            </a:r>
          </a:p>
        </p:txBody>
      </p:sp>
      <p:sp>
        <p:nvSpPr>
          <p:cNvPr id="193547" name="Text Box 8">
            <a:extLst>
              <a:ext uri="{FF2B5EF4-FFF2-40B4-BE49-F238E27FC236}">
                <a16:creationId xmlns:a16="http://schemas.microsoft.com/office/drawing/2014/main" id="{B4659A7A-BB71-491E-B830-C43EC1E159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3175" y="1501775"/>
            <a:ext cx="1169988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D(y),p(y)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Arial" panose="020B0604020202020204" pitchFamily="34" charset="0"/>
              </a:rPr>
              <a:t>∞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2,x</a:t>
            </a:r>
          </a:p>
        </p:txBody>
      </p:sp>
      <p:sp>
        <p:nvSpPr>
          <p:cNvPr id="193548" name="Text Box 9">
            <a:extLst>
              <a:ext uri="{FF2B5EF4-FFF2-40B4-BE49-F238E27FC236}">
                <a16:creationId xmlns:a16="http://schemas.microsoft.com/office/drawing/2014/main" id="{08013718-1865-42BA-A9BF-0E5A2DA13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05713" y="1516063"/>
            <a:ext cx="1169987" cy="186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D(z),p(z)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rPr>
              <a:t>∞ </a:t>
            </a:r>
            <a:endParaRPr kumimoji="0" lang="en-US" altLang="zh-TW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rPr>
              <a:t>∞ </a:t>
            </a:r>
            <a:endParaRPr kumimoji="0" lang="en-US" altLang="zh-TW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4,y</a:t>
            </a:r>
          </a:p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4,y</a:t>
            </a:r>
          </a:p>
        </p:txBody>
      </p:sp>
      <p:sp>
        <p:nvSpPr>
          <p:cNvPr id="193549" name="Line 10">
            <a:extLst>
              <a:ext uri="{FF2B5EF4-FFF2-40B4-BE49-F238E27FC236}">
                <a16:creationId xmlns:a16="http://schemas.microsoft.com/office/drawing/2014/main" id="{9EC5FCEE-21BA-4CE8-93E3-92716649294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857375"/>
            <a:ext cx="8505825" cy="9525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3550" name="Line 11">
            <a:extLst>
              <a:ext uri="{FF2B5EF4-FFF2-40B4-BE49-F238E27FC236}">
                <a16:creationId xmlns:a16="http://schemas.microsoft.com/office/drawing/2014/main" id="{CE25E64F-7167-4A94-A8D5-B49AE4F3D705}"/>
              </a:ext>
            </a:extLst>
          </p:cNvPr>
          <p:cNvSpPr>
            <a:spLocks noChangeShapeType="1"/>
          </p:cNvSpPr>
          <p:nvPr/>
        </p:nvSpPr>
        <p:spPr bwMode="auto">
          <a:xfrm>
            <a:off x="519113" y="2162175"/>
            <a:ext cx="8296275" cy="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3551" name="Line 12">
            <a:extLst>
              <a:ext uri="{FF2B5EF4-FFF2-40B4-BE49-F238E27FC236}">
                <a16:creationId xmlns:a16="http://schemas.microsoft.com/office/drawing/2014/main" id="{057DD2B8-8DD6-4A11-99BE-663C5488BAA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163" y="2457450"/>
            <a:ext cx="8267700" cy="4763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3552" name="Line 13">
            <a:extLst>
              <a:ext uri="{FF2B5EF4-FFF2-40B4-BE49-F238E27FC236}">
                <a16:creationId xmlns:a16="http://schemas.microsoft.com/office/drawing/2014/main" id="{7665B758-A4B5-4BA1-A59B-797BD980AFB8}"/>
              </a:ext>
            </a:extLst>
          </p:cNvPr>
          <p:cNvSpPr>
            <a:spLocks noChangeShapeType="1"/>
          </p:cNvSpPr>
          <p:nvPr/>
        </p:nvSpPr>
        <p:spPr bwMode="auto">
          <a:xfrm>
            <a:off x="547688" y="2767013"/>
            <a:ext cx="8253412" cy="9525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3553" name="Line 14">
            <a:extLst>
              <a:ext uri="{FF2B5EF4-FFF2-40B4-BE49-F238E27FC236}">
                <a16:creationId xmlns:a16="http://schemas.microsoft.com/office/drawing/2014/main" id="{1935EE97-4B7D-43F8-8347-1F87FF696E1D}"/>
              </a:ext>
            </a:extLst>
          </p:cNvPr>
          <p:cNvSpPr>
            <a:spLocks noChangeShapeType="1"/>
          </p:cNvSpPr>
          <p:nvPr/>
        </p:nvSpPr>
        <p:spPr bwMode="auto">
          <a:xfrm>
            <a:off x="557213" y="3071813"/>
            <a:ext cx="8267700" cy="9525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3554" name="Line 15">
            <a:extLst>
              <a:ext uri="{FF2B5EF4-FFF2-40B4-BE49-F238E27FC236}">
                <a16:creationId xmlns:a16="http://schemas.microsoft.com/office/drawing/2014/main" id="{B6EF29FB-05BB-425D-BBEA-9A14D7E600F6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500" y="3386138"/>
            <a:ext cx="8262938" cy="4762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93555" name="Group 16">
            <a:extLst>
              <a:ext uri="{FF2B5EF4-FFF2-40B4-BE49-F238E27FC236}">
                <a16:creationId xmlns:a16="http://schemas.microsoft.com/office/drawing/2014/main" id="{BBB7C08C-EC2B-4CB2-BCFF-2F341DE5E62F}"/>
              </a:ext>
            </a:extLst>
          </p:cNvPr>
          <p:cNvGrpSpPr>
            <a:grpSpLocks/>
          </p:cNvGrpSpPr>
          <p:nvPr/>
        </p:nvGrpSpPr>
        <p:grpSpPr bwMode="auto">
          <a:xfrm>
            <a:off x="2224088" y="4043363"/>
            <a:ext cx="3571875" cy="2236787"/>
            <a:chOff x="3162" y="1071"/>
            <a:chExt cx="2250" cy="1409"/>
          </a:xfrm>
        </p:grpSpPr>
        <p:sp>
          <p:nvSpPr>
            <p:cNvPr id="193561" name="Freeform 17">
              <a:extLst>
                <a:ext uri="{FF2B5EF4-FFF2-40B4-BE49-F238E27FC236}">
                  <a16:creationId xmlns:a16="http://schemas.microsoft.com/office/drawing/2014/main" id="{627E4878-5DB5-449A-827D-ABDFA07D7D9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2" name="Freeform 18">
              <a:extLst>
                <a:ext uri="{FF2B5EF4-FFF2-40B4-BE49-F238E27FC236}">
                  <a16:creationId xmlns:a16="http://schemas.microsoft.com/office/drawing/2014/main" id="{E266949B-B41E-4A11-9E3F-6B998E358EB1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3" name="Oval 19">
              <a:extLst>
                <a:ext uri="{FF2B5EF4-FFF2-40B4-BE49-F238E27FC236}">
                  <a16:creationId xmlns:a16="http://schemas.microsoft.com/office/drawing/2014/main" id="{C434F5E2-3AC8-4A2C-BDA8-488A32F353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4" name="Line 20">
              <a:extLst>
                <a:ext uri="{FF2B5EF4-FFF2-40B4-BE49-F238E27FC236}">
                  <a16:creationId xmlns:a16="http://schemas.microsoft.com/office/drawing/2014/main" id="{784CE96C-7EE5-45EC-B8A6-899FC29885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5" name="Line 21">
              <a:extLst>
                <a:ext uri="{FF2B5EF4-FFF2-40B4-BE49-F238E27FC236}">
                  <a16:creationId xmlns:a16="http://schemas.microsoft.com/office/drawing/2014/main" id="{E32348D7-DB50-4D78-BD8E-3C98BBA621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6" name="Rectangle 22">
              <a:extLst>
                <a:ext uri="{FF2B5EF4-FFF2-40B4-BE49-F238E27FC236}">
                  <a16:creationId xmlns:a16="http://schemas.microsoft.com/office/drawing/2014/main" id="{4DA378B0-F82F-4B65-92F6-83D23AD6DB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7" name="Oval 23">
              <a:extLst>
                <a:ext uri="{FF2B5EF4-FFF2-40B4-BE49-F238E27FC236}">
                  <a16:creationId xmlns:a16="http://schemas.microsoft.com/office/drawing/2014/main" id="{58099DB9-74B2-4E3F-9DC5-353C3B787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8" name="Oval 24">
              <a:extLst>
                <a:ext uri="{FF2B5EF4-FFF2-40B4-BE49-F238E27FC236}">
                  <a16:creationId xmlns:a16="http://schemas.microsoft.com/office/drawing/2014/main" id="{E4D06E02-FF56-4999-8333-A9323D6B9A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69" name="Line 25">
              <a:extLst>
                <a:ext uri="{FF2B5EF4-FFF2-40B4-BE49-F238E27FC236}">
                  <a16:creationId xmlns:a16="http://schemas.microsoft.com/office/drawing/2014/main" id="{819B99DE-329C-43B5-9FB4-9AF00A2204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0" name="Line 26">
              <a:extLst>
                <a:ext uri="{FF2B5EF4-FFF2-40B4-BE49-F238E27FC236}">
                  <a16:creationId xmlns:a16="http://schemas.microsoft.com/office/drawing/2014/main" id="{A8F67661-94B3-4659-8056-4DCD19B054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1" name="Rectangle 27">
              <a:extLst>
                <a:ext uri="{FF2B5EF4-FFF2-40B4-BE49-F238E27FC236}">
                  <a16:creationId xmlns:a16="http://schemas.microsoft.com/office/drawing/2014/main" id="{4F2F5EB4-70CF-45EF-9F26-C6F9C5CF32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2" name="Oval 28">
              <a:extLst>
                <a:ext uri="{FF2B5EF4-FFF2-40B4-BE49-F238E27FC236}">
                  <a16:creationId xmlns:a16="http://schemas.microsoft.com/office/drawing/2014/main" id="{AF469F5E-276D-4274-81A2-267C0FE1F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3" name="Oval 29">
              <a:extLst>
                <a:ext uri="{FF2B5EF4-FFF2-40B4-BE49-F238E27FC236}">
                  <a16:creationId xmlns:a16="http://schemas.microsoft.com/office/drawing/2014/main" id="{14CFCB6F-E561-4271-9AA9-2294682053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4" name="Line 30">
              <a:extLst>
                <a:ext uri="{FF2B5EF4-FFF2-40B4-BE49-F238E27FC236}">
                  <a16:creationId xmlns:a16="http://schemas.microsoft.com/office/drawing/2014/main" id="{32492BB1-DB9D-405A-B903-8E0D83A4D8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5" name="Line 31">
              <a:extLst>
                <a:ext uri="{FF2B5EF4-FFF2-40B4-BE49-F238E27FC236}">
                  <a16:creationId xmlns:a16="http://schemas.microsoft.com/office/drawing/2014/main" id="{AB66F91E-0D84-4E94-B451-87989884CD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6" name="Rectangle 32">
              <a:extLst>
                <a:ext uri="{FF2B5EF4-FFF2-40B4-BE49-F238E27FC236}">
                  <a16:creationId xmlns:a16="http://schemas.microsoft.com/office/drawing/2014/main" id="{77F86A83-8A08-4B34-AB62-82C2E7016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7" name="Oval 33">
              <a:extLst>
                <a:ext uri="{FF2B5EF4-FFF2-40B4-BE49-F238E27FC236}">
                  <a16:creationId xmlns:a16="http://schemas.microsoft.com/office/drawing/2014/main" id="{866EC296-FA00-45A9-BACD-BE392E663D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8" name="Oval 34">
              <a:extLst>
                <a:ext uri="{FF2B5EF4-FFF2-40B4-BE49-F238E27FC236}">
                  <a16:creationId xmlns:a16="http://schemas.microsoft.com/office/drawing/2014/main" id="{0AD142AB-CA25-4635-A40A-DC32E3F7A6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79" name="Line 35">
              <a:extLst>
                <a:ext uri="{FF2B5EF4-FFF2-40B4-BE49-F238E27FC236}">
                  <a16:creationId xmlns:a16="http://schemas.microsoft.com/office/drawing/2014/main" id="{5B771B75-1D59-4263-8E80-59591B4A7E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0" name="Line 36">
              <a:extLst>
                <a:ext uri="{FF2B5EF4-FFF2-40B4-BE49-F238E27FC236}">
                  <a16:creationId xmlns:a16="http://schemas.microsoft.com/office/drawing/2014/main" id="{4F03CCF9-DABE-4246-9C80-FEDB131207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1" name="Rectangle 37">
              <a:extLst>
                <a:ext uri="{FF2B5EF4-FFF2-40B4-BE49-F238E27FC236}">
                  <a16:creationId xmlns:a16="http://schemas.microsoft.com/office/drawing/2014/main" id="{749FC039-9C53-4A1A-BFB2-0110D9C805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2" name="Oval 38">
              <a:extLst>
                <a:ext uri="{FF2B5EF4-FFF2-40B4-BE49-F238E27FC236}">
                  <a16:creationId xmlns:a16="http://schemas.microsoft.com/office/drawing/2014/main" id="{39BBD0A9-25E7-4958-9A35-763FF5C79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3" name="Oval 39">
              <a:extLst>
                <a:ext uri="{FF2B5EF4-FFF2-40B4-BE49-F238E27FC236}">
                  <a16:creationId xmlns:a16="http://schemas.microsoft.com/office/drawing/2014/main" id="{86927CA7-6A64-439A-99CC-6122F19BD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4" name="Line 40">
              <a:extLst>
                <a:ext uri="{FF2B5EF4-FFF2-40B4-BE49-F238E27FC236}">
                  <a16:creationId xmlns:a16="http://schemas.microsoft.com/office/drawing/2014/main" id="{215CCEFB-694E-4647-A152-AD8539F15A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5" name="Line 41">
              <a:extLst>
                <a:ext uri="{FF2B5EF4-FFF2-40B4-BE49-F238E27FC236}">
                  <a16:creationId xmlns:a16="http://schemas.microsoft.com/office/drawing/2014/main" id="{A3D0F7F1-C628-4798-B2F5-068167D38A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6" name="Rectangle 42">
              <a:extLst>
                <a:ext uri="{FF2B5EF4-FFF2-40B4-BE49-F238E27FC236}">
                  <a16:creationId xmlns:a16="http://schemas.microsoft.com/office/drawing/2014/main" id="{6B253E8B-8E81-43EA-9DBE-2AF6D8DEC0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7" name="Oval 43">
              <a:extLst>
                <a:ext uri="{FF2B5EF4-FFF2-40B4-BE49-F238E27FC236}">
                  <a16:creationId xmlns:a16="http://schemas.microsoft.com/office/drawing/2014/main" id="{2D86A46A-9A1D-4C7F-98D1-5447316827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8" name="Oval 44">
              <a:extLst>
                <a:ext uri="{FF2B5EF4-FFF2-40B4-BE49-F238E27FC236}">
                  <a16:creationId xmlns:a16="http://schemas.microsoft.com/office/drawing/2014/main" id="{4813D759-547D-4620-BBD3-D785E1E55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89" name="Line 45">
              <a:extLst>
                <a:ext uri="{FF2B5EF4-FFF2-40B4-BE49-F238E27FC236}">
                  <a16:creationId xmlns:a16="http://schemas.microsoft.com/office/drawing/2014/main" id="{0D83C7D5-32C4-480C-8096-F7B44BEF8B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0" name="Line 46">
              <a:extLst>
                <a:ext uri="{FF2B5EF4-FFF2-40B4-BE49-F238E27FC236}">
                  <a16:creationId xmlns:a16="http://schemas.microsoft.com/office/drawing/2014/main" id="{D45E24ED-CF42-42C0-BE5B-332F905C8C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1" name="Rectangle 47">
              <a:extLst>
                <a:ext uri="{FF2B5EF4-FFF2-40B4-BE49-F238E27FC236}">
                  <a16:creationId xmlns:a16="http://schemas.microsoft.com/office/drawing/2014/main" id="{3C77161A-472B-4D3E-AF9B-BAC94E15C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2" name="Oval 48">
              <a:extLst>
                <a:ext uri="{FF2B5EF4-FFF2-40B4-BE49-F238E27FC236}">
                  <a16:creationId xmlns:a16="http://schemas.microsoft.com/office/drawing/2014/main" id="{19E372F8-B05A-47BD-8519-D456225247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3" name="Freeform 49">
              <a:extLst>
                <a:ext uri="{FF2B5EF4-FFF2-40B4-BE49-F238E27FC236}">
                  <a16:creationId xmlns:a16="http://schemas.microsoft.com/office/drawing/2014/main" id="{E56587A2-E0AE-43DB-AF01-D8CFAC50784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4" name="Freeform 50">
              <a:extLst>
                <a:ext uri="{FF2B5EF4-FFF2-40B4-BE49-F238E27FC236}">
                  <a16:creationId xmlns:a16="http://schemas.microsoft.com/office/drawing/2014/main" id="{7F8D1401-E22C-49CD-AD12-CA057CA23294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5" name="Freeform 51">
              <a:extLst>
                <a:ext uri="{FF2B5EF4-FFF2-40B4-BE49-F238E27FC236}">
                  <a16:creationId xmlns:a16="http://schemas.microsoft.com/office/drawing/2014/main" id="{A75B8B1E-B3A1-4EEA-9D06-939AAB4AE62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6" name="Freeform 52">
              <a:extLst>
                <a:ext uri="{FF2B5EF4-FFF2-40B4-BE49-F238E27FC236}">
                  <a16:creationId xmlns:a16="http://schemas.microsoft.com/office/drawing/2014/main" id="{412634F9-4222-4EE8-9808-4F368586325E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7" name="Freeform 53">
              <a:extLst>
                <a:ext uri="{FF2B5EF4-FFF2-40B4-BE49-F238E27FC236}">
                  <a16:creationId xmlns:a16="http://schemas.microsoft.com/office/drawing/2014/main" id="{1313869E-610B-44BB-ABB2-F1562D631A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8" name="Freeform 54">
              <a:extLst>
                <a:ext uri="{FF2B5EF4-FFF2-40B4-BE49-F238E27FC236}">
                  <a16:creationId xmlns:a16="http://schemas.microsoft.com/office/drawing/2014/main" id="{8EBA9E32-41B2-4BA9-9C78-29052D9DCC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599" name="Freeform 55">
              <a:extLst>
                <a:ext uri="{FF2B5EF4-FFF2-40B4-BE49-F238E27FC236}">
                  <a16:creationId xmlns:a16="http://schemas.microsoft.com/office/drawing/2014/main" id="{2761BDC8-30E0-433B-A218-E362E5FE2CD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00" name="Freeform 56">
              <a:extLst>
                <a:ext uri="{FF2B5EF4-FFF2-40B4-BE49-F238E27FC236}">
                  <a16:creationId xmlns:a16="http://schemas.microsoft.com/office/drawing/2014/main" id="{8071F13C-4BBB-4B21-9533-432146E859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01" name="Freeform 57">
              <a:extLst>
                <a:ext uri="{FF2B5EF4-FFF2-40B4-BE49-F238E27FC236}">
                  <a16:creationId xmlns:a16="http://schemas.microsoft.com/office/drawing/2014/main" id="{F1398D83-FD34-45B2-B628-F5331E805971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3602" name="Group 58">
              <a:extLst>
                <a:ext uri="{FF2B5EF4-FFF2-40B4-BE49-F238E27FC236}">
                  <a16:creationId xmlns:a16="http://schemas.microsoft.com/office/drawing/2014/main" id="{8D76F87F-CA7A-4363-A0F5-85019A6721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3628" name="Rectangle 59">
                <a:extLst>
                  <a:ext uri="{FF2B5EF4-FFF2-40B4-BE49-F238E27FC236}">
                    <a16:creationId xmlns:a16="http://schemas.microsoft.com/office/drawing/2014/main" id="{DCDDB100-3DB4-4DC7-94A5-0848C04734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3629" name="Text Box 60">
                <a:extLst>
                  <a:ext uri="{FF2B5EF4-FFF2-40B4-BE49-F238E27FC236}">
                    <a16:creationId xmlns:a16="http://schemas.microsoft.com/office/drawing/2014/main" id="{CF97A15E-BEA1-42EE-A735-67E5C76E6B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3603" name="Group 61">
              <a:extLst>
                <a:ext uri="{FF2B5EF4-FFF2-40B4-BE49-F238E27FC236}">
                  <a16:creationId xmlns:a16="http://schemas.microsoft.com/office/drawing/2014/main" id="{1582D7DD-E174-480E-872A-4A030EAB93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3626" name="Rectangle 62">
                <a:extLst>
                  <a:ext uri="{FF2B5EF4-FFF2-40B4-BE49-F238E27FC236}">
                    <a16:creationId xmlns:a16="http://schemas.microsoft.com/office/drawing/2014/main" id="{314E74D0-16C5-4498-811B-7D83DDC633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3627" name="Text Box 63">
                <a:extLst>
                  <a:ext uri="{FF2B5EF4-FFF2-40B4-BE49-F238E27FC236}">
                    <a16:creationId xmlns:a16="http://schemas.microsoft.com/office/drawing/2014/main" id="{BF4815EA-8AB3-4511-B96B-0ACA72A4C20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y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3604" name="Group 64">
              <a:extLst>
                <a:ext uri="{FF2B5EF4-FFF2-40B4-BE49-F238E27FC236}">
                  <a16:creationId xmlns:a16="http://schemas.microsoft.com/office/drawing/2014/main" id="{1DB66C8F-C422-48DE-A7A0-D8A14EFE3C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3624" name="Rectangle 65">
                <a:extLst>
                  <a:ext uri="{FF2B5EF4-FFF2-40B4-BE49-F238E27FC236}">
                    <a16:creationId xmlns:a16="http://schemas.microsoft.com/office/drawing/2014/main" id="{AB672A1B-65BD-4517-A9F1-D7E4B9F97B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3625" name="Text Box 66">
                <a:extLst>
                  <a:ext uri="{FF2B5EF4-FFF2-40B4-BE49-F238E27FC236}">
                    <a16:creationId xmlns:a16="http://schemas.microsoft.com/office/drawing/2014/main" id="{36948DB4-DA6D-4CA0-A4DE-294B981803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</a:p>
            </p:txBody>
          </p:sp>
        </p:grpSp>
        <p:grpSp>
          <p:nvGrpSpPr>
            <p:cNvPr id="193605" name="Group 67">
              <a:extLst>
                <a:ext uri="{FF2B5EF4-FFF2-40B4-BE49-F238E27FC236}">
                  <a16:creationId xmlns:a16="http://schemas.microsoft.com/office/drawing/2014/main" id="{F5D62C94-4693-4A7D-B50C-DA02E11CE95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193622" name="Rectangle 68">
                <a:extLst>
                  <a:ext uri="{FF2B5EF4-FFF2-40B4-BE49-F238E27FC236}">
                    <a16:creationId xmlns:a16="http://schemas.microsoft.com/office/drawing/2014/main" id="{0145381F-5F04-41C9-B1D7-BA174ED0A4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3623" name="Text Box 69">
                <a:extLst>
                  <a:ext uri="{FF2B5EF4-FFF2-40B4-BE49-F238E27FC236}">
                    <a16:creationId xmlns:a16="http://schemas.microsoft.com/office/drawing/2014/main" id="{CD5751F6-C52D-4D66-BB85-297260BC960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w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3606" name="Group 70">
              <a:extLst>
                <a:ext uri="{FF2B5EF4-FFF2-40B4-BE49-F238E27FC236}">
                  <a16:creationId xmlns:a16="http://schemas.microsoft.com/office/drawing/2014/main" id="{2B8601DB-3135-4595-B2C8-241698DB4C1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3620" name="Rectangle 71">
                <a:extLst>
                  <a:ext uri="{FF2B5EF4-FFF2-40B4-BE49-F238E27FC236}">
                    <a16:creationId xmlns:a16="http://schemas.microsoft.com/office/drawing/2014/main" id="{13C8BDD1-CBBB-4505-9439-51725B1D15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3621" name="Text Box 72">
                <a:extLst>
                  <a:ext uri="{FF2B5EF4-FFF2-40B4-BE49-F238E27FC236}">
                    <a16:creationId xmlns:a16="http://schemas.microsoft.com/office/drawing/2014/main" id="{B93FE76B-097B-4468-8710-798ADA5ACD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v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3607" name="Group 73">
              <a:extLst>
                <a:ext uri="{FF2B5EF4-FFF2-40B4-BE49-F238E27FC236}">
                  <a16:creationId xmlns:a16="http://schemas.microsoft.com/office/drawing/2014/main" id="{463A5FD0-53CB-4D1F-9994-B699B5B374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93618" name="Rectangle 74">
                <a:extLst>
                  <a:ext uri="{FF2B5EF4-FFF2-40B4-BE49-F238E27FC236}">
                    <a16:creationId xmlns:a16="http://schemas.microsoft.com/office/drawing/2014/main" id="{7CC513CC-06D6-4763-9B69-291968D23C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3619" name="Text Box 75">
                <a:extLst>
                  <a:ext uri="{FF2B5EF4-FFF2-40B4-BE49-F238E27FC236}">
                    <a16:creationId xmlns:a16="http://schemas.microsoft.com/office/drawing/2014/main" id="{16248393-806B-4E7C-BF73-4D568E3E23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z</a:t>
                </a:r>
              </a:p>
            </p:txBody>
          </p:sp>
        </p:grpSp>
        <p:sp>
          <p:nvSpPr>
            <p:cNvPr id="193608" name="Text Box 76">
              <a:extLst>
                <a:ext uri="{FF2B5EF4-FFF2-40B4-BE49-F238E27FC236}">
                  <a16:creationId xmlns:a16="http://schemas.microsoft.com/office/drawing/2014/main" id="{387D9C6A-A04C-4B47-A4D6-F7950A4300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09" name="Text Box 77">
              <a:extLst>
                <a:ext uri="{FF2B5EF4-FFF2-40B4-BE49-F238E27FC236}">
                  <a16:creationId xmlns:a16="http://schemas.microsoft.com/office/drawing/2014/main" id="{8F55E699-6693-4471-AF3E-84B1814B14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0" name="Text Box 78">
              <a:extLst>
                <a:ext uri="{FF2B5EF4-FFF2-40B4-BE49-F238E27FC236}">
                  <a16:creationId xmlns:a16="http://schemas.microsoft.com/office/drawing/2014/main" id="{9CB54DF7-9211-482F-BB2A-0658FA99B6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1" name="Text Box 79">
              <a:extLst>
                <a:ext uri="{FF2B5EF4-FFF2-40B4-BE49-F238E27FC236}">
                  <a16:creationId xmlns:a16="http://schemas.microsoft.com/office/drawing/2014/main" id="{4E8F45F6-9C69-4693-A081-01FD24344B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2" name="Text Box 80">
              <a:extLst>
                <a:ext uri="{FF2B5EF4-FFF2-40B4-BE49-F238E27FC236}">
                  <a16:creationId xmlns:a16="http://schemas.microsoft.com/office/drawing/2014/main" id="{1C85FE05-835E-46DD-AFE0-EF8E6B735B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3" name="Text Box 81">
              <a:extLst>
                <a:ext uri="{FF2B5EF4-FFF2-40B4-BE49-F238E27FC236}">
                  <a16:creationId xmlns:a16="http://schemas.microsoft.com/office/drawing/2014/main" id="{347B358C-5EBA-4042-BAE6-ABED50596E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4" name="Text Box 82">
              <a:extLst>
                <a:ext uri="{FF2B5EF4-FFF2-40B4-BE49-F238E27FC236}">
                  <a16:creationId xmlns:a16="http://schemas.microsoft.com/office/drawing/2014/main" id="{B27AE561-05DF-42E5-A33A-233DD4F552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5" name="Text Box 83">
              <a:extLst>
                <a:ext uri="{FF2B5EF4-FFF2-40B4-BE49-F238E27FC236}">
                  <a16:creationId xmlns:a16="http://schemas.microsoft.com/office/drawing/2014/main" id="{5DFE21AF-069E-4FD2-A513-E8966829F3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6" name="Text Box 84">
              <a:extLst>
                <a:ext uri="{FF2B5EF4-FFF2-40B4-BE49-F238E27FC236}">
                  <a16:creationId xmlns:a16="http://schemas.microsoft.com/office/drawing/2014/main" id="{D65B34C0-89AD-4BFD-A609-0914170A21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3617" name="Text Box 85">
              <a:extLst>
                <a:ext uri="{FF2B5EF4-FFF2-40B4-BE49-F238E27FC236}">
                  <a16:creationId xmlns:a16="http://schemas.microsoft.com/office/drawing/2014/main" id="{709DF878-B530-4AC8-A9AC-B189B8E301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718934" name="Line 86">
            <a:extLst>
              <a:ext uri="{FF2B5EF4-FFF2-40B4-BE49-F238E27FC236}">
                <a16:creationId xmlns:a16="http://schemas.microsoft.com/office/drawing/2014/main" id="{6B9A70A9-C9FC-44C2-8B61-C7770BB99B4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41550" y="2035175"/>
            <a:ext cx="3514725" cy="30956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18935" name="Line 87">
            <a:extLst>
              <a:ext uri="{FF2B5EF4-FFF2-40B4-BE49-F238E27FC236}">
                <a16:creationId xmlns:a16="http://schemas.microsoft.com/office/drawing/2014/main" id="{C4223DB6-7FA4-49C6-800C-168A5EE7239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3763" y="2330450"/>
            <a:ext cx="4894262" cy="33496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18936" name="Line 88">
            <a:extLst>
              <a:ext uri="{FF2B5EF4-FFF2-40B4-BE49-F238E27FC236}">
                <a16:creationId xmlns:a16="http://schemas.microsoft.com/office/drawing/2014/main" id="{DEA73E36-8D40-4A63-8D3A-3EDA75322E5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27263" y="2692400"/>
            <a:ext cx="914400" cy="257175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18937" name="Line 89">
            <a:extLst>
              <a:ext uri="{FF2B5EF4-FFF2-40B4-BE49-F238E27FC236}">
                <a16:creationId xmlns:a16="http://schemas.microsoft.com/office/drawing/2014/main" id="{66BB8268-9E88-4C03-A9D0-6E25325E486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41550" y="2949575"/>
            <a:ext cx="2239963" cy="30956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18938" name="Line 90">
            <a:extLst>
              <a:ext uri="{FF2B5EF4-FFF2-40B4-BE49-F238E27FC236}">
                <a16:creationId xmlns:a16="http://schemas.microsoft.com/office/drawing/2014/main" id="{62F95C92-49C5-471D-A9D3-8B26AAB62C4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54250" y="3206750"/>
            <a:ext cx="5975350" cy="334963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62" name="Footer Placeholder 3">
            <a:extLst>
              <a:ext uri="{FF2B5EF4-FFF2-40B4-BE49-F238E27FC236}">
                <a16:creationId xmlns:a16="http://schemas.microsoft.com/office/drawing/2014/main" id="{AAA1DD6A-3256-4F1D-B4D6-AD4CC0EE0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4563" name="Slide Number Placeholder 4">
            <a:extLst>
              <a:ext uri="{FF2B5EF4-FFF2-40B4-BE49-F238E27FC236}">
                <a16:creationId xmlns:a16="http://schemas.microsoft.com/office/drawing/2014/main" id="{C3E54FD8-4850-4C85-B30A-49293A827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6DE3CBAC-D209-4828-A97C-D95278D2A65E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4564" name="Rectangle 2">
            <a:extLst>
              <a:ext uri="{FF2B5EF4-FFF2-40B4-BE49-F238E27FC236}">
                <a16:creationId xmlns:a16="http://schemas.microsoft.com/office/drawing/2014/main" id="{FE0289A0-F923-4357-A06B-D612901D05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52400"/>
            <a:ext cx="7772400" cy="852488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Dijkstra</a:t>
            </a:r>
            <a:r>
              <a:rPr lang="ja-JP" altLang="en-US" sz="4000">
                <a:ea typeface="ＭＳ Ｐゴシック" panose="020B0600070205080204" pitchFamily="34" charset="-128"/>
              </a:rPr>
              <a:t>’</a:t>
            </a:r>
            <a:r>
              <a:rPr lang="en-US" altLang="ja-JP" sz="4000">
                <a:ea typeface="ＭＳ Ｐゴシック" panose="020B0600070205080204" pitchFamily="34" charset="-128"/>
              </a:rPr>
              <a:t>s algorithm: example </a:t>
            </a:r>
            <a:endParaRPr lang="en-US" altLang="zh-TW" sz="4000">
              <a:ea typeface="ＭＳ Ｐゴシック" panose="020B0600070205080204" pitchFamily="34" charset="-128"/>
            </a:endParaRPr>
          </a:p>
        </p:txBody>
      </p:sp>
      <p:grpSp>
        <p:nvGrpSpPr>
          <p:cNvPr id="194565" name="Group 3">
            <a:extLst>
              <a:ext uri="{FF2B5EF4-FFF2-40B4-BE49-F238E27FC236}">
                <a16:creationId xmlns:a16="http://schemas.microsoft.com/office/drawing/2014/main" id="{13A8F5EF-D349-4DB9-92D7-2868FEB6164F}"/>
              </a:ext>
            </a:extLst>
          </p:cNvPr>
          <p:cNvGrpSpPr>
            <a:grpSpLocks/>
          </p:cNvGrpSpPr>
          <p:nvPr/>
        </p:nvGrpSpPr>
        <p:grpSpPr bwMode="auto">
          <a:xfrm>
            <a:off x="2198688" y="2036763"/>
            <a:ext cx="3244850" cy="1500187"/>
            <a:chOff x="1385" y="1283"/>
            <a:chExt cx="2044" cy="945"/>
          </a:xfrm>
        </p:grpSpPr>
        <p:sp>
          <p:nvSpPr>
            <p:cNvPr id="194584" name="Freeform 4">
              <a:extLst>
                <a:ext uri="{FF2B5EF4-FFF2-40B4-BE49-F238E27FC236}">
                  <a16:creationId xmlns:a16="http://schemas.microsoft.com/office/drawing/2014/main" id="{0C71E578-EBBD-40D0-9D11-0668F0C34A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" y="1465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85" name="Oval 5">
              <a:extLst>
                <a:ext uri="{FF2B5EF4-FFF2-40B4-BE49-F238E27FC236}">
                  <a16:creationId xmlns:a16="http://schemas.microsoft.com/office/drawing/2014/main" id="{9CCD16B3-7DA6-4472-8394-7A403135E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8" y="1707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86" name="Line 6">
              <a:extLst>
                <a:ext uri="{FF2B5EF4-FFF2-40B4-BE49-F238E27FC236}">
                  <a16:creationId xmlns:a16="http://schemas.microsoft.com/office/drawing/2014/main" id="{43CE1F7B-7C3A-461C-9F05-2A2001D1B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8" y="1700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87" name="Line 7">
              <a:extLst>
                <a:ext uri="{FF2B5EF4-FFF2-40B4-BE49-F238E27FC236}">
                  <a16:creationId xmlns:a16="http://schemas.microsoft.com/office/drawing/2014/main" id="{49B09EA8-4D73-48F4-890A-EF5F300350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1" y="1700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88" name="Rectangle 8">
              <a:extLst>
                <a:ext uri="{FF2B5EF4-FFF2-40B4-BE49-F238E27FC236}">
                  <a16:creationId xmlns:a16="http://schemas.microsoft.com/office/drawing/2014/main" id="{4335CDB0-3E70-44AC-A430-A0ED5176A9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8" y="1700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89" name="Oval 9">
              <a:extLst>
                <a:ext uri="{FF2B5EF4-FFF2-40B4-BE49-F238E27FC236}">
                  <a16:creationId xmlns:a16="http://schemas.microsoft.com/office/drawing/2014/main" id="{B2169AFD-73D4-4673-BBE8-48C152F9DA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85" y="1641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0" name="Oval 10">
              <a:extLst>
                <a:ext uri="{FF2B5EF4-FFF2-40B4-BE49-F238E27FC236}">
                  <a16:creationId xmlns:a16="http://schemas.microsoft.com/office/drawing/2014/main" id="{299C9B8E-9F79-422A-9552-1A355E838D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2" y="2094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1" name="Line 11">
              <a:extLst>
                <a:ext uri="{FF2B5EF4-FFF2-40B4-BE49-F238E27FC236}">
                  <a16:creationId xmlns:a16="http://schemas.microsoft.com/office/drawing/2014/main" id="{4BA93B93-A09E-415C-AA09-BEBFD3C3B5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2" y="2087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2" name="Line 12">
              <a:extLst>
                <a:ext uri="{FF2B5EF4-FFF2-40B4-BE49-F238E27FC236}">
                  <a16:creationId xmlns:a16="http://schemas.microsoft.com/office/drawing/2014/main" id="{784A015C-4639-4148-A4E6-BD41A3C2BB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5" y="2087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3" name="Rectangle 13">
              <a:extLst>
                <a:ext uri="{FF2B5EF4-FFF2-40B4-BE49-F238E27FC236}">
                  <a16:creationId xmlns:a16="http://schemas.microsoft.com/office/drawing/2014/main" id="{78EB5B27-6F08-4BC0-ADAE-658BDCD4A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2" y="2087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4" name="Oval 14">
              <a:extLst>
                <a:ext uri="{FF2B5EF4-FFF2-40B4-BE49-F238E27FC236}">
                  <a16:creationId xmlns:a16="http://schemas.microsoft.com/office/drawing/2014/main" id="{50762D82-58F4-4A3F-8966-27AC603E4B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9" y="2028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5" name="Oval 15">
              <a:extLst>
                <a:ext uri="{FF2B5EF4-FFF2-40B4-BE49-F238E27FC236}">
                  <a16:creationId xmlns:a16="http://schemas.microsoft.com/office/drawing/2014/main" id="{F7ECD316-D85F-4CFC-BE25-32BEC16839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8" y="1404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6" name="Line 16">
              <a:extLst>
                <a:ext uri="{FF2B5EF4-FFF2-40B4-BE49-F238E27FC236}">
                  <a16:creationId xmlns:a16="http://schemas.microsoft.com/office/drawing/2014/main" id="{FEE18DFD-BFFC-4394-8179-5839B408E2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8" y="1397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7" name="Line 17">
              <a:extLst>
                <a:ext uri="{FF2B5EF4-FFF2-40B4-BE49-F238E27FC236}">
                  <a16:creationId xmlns:a16="http://schemas.microsoft.com/office/drawing/2014/main" id="{6FC52FFA-4572-4912-9986-D7C38A05A7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1" y="1397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8" name="Rectangle 18">
              <a:extLst>
                <a:ext uri="{FF2B5EF4-FFF2-40B4-BE49-F238E27FC236}">
                  <a16:creationId xmlns:a16="http://schemas.microsoft.com/office/drawing/2014/main" id="{F26FB8A6-A4C9-48CC-B66B-6BB2227124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8" y="1397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99" name="Oval 19">
              <a:extLst>
                <a:ext uri="{FF2B5EF4-FFF2-40B4-BE49-F238E27FC236}">
                  <a16:creationId xmlns:a16="http://schemas.microsoft.com/office/drawing/2014/main" id="{A9516D1C-827F-4EEE-ACBC-433062DB7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55" y="1338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0" name="Oval 20">
              <a:extLst>
                <a:ext uri="{FF2B5EF4-FFF2-40B4-BE49-F238E27FC236}">
                  <a16:creationId xmlns:a16="http://schemas.microsoft.com/office/drawing/2014/main" id="{C00AC69C-6017-4683-9F96-69623D640D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1" y="1400"/>
              <a:ext cx="312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1" name="Line 21">
              <a:extLst>
                <a:ext uri="{FF2B5EF4-FFF2-40B4-BE49-F238E27FC236}">
                  <a16:creationId xmlns:a16="http://schemas.microsoft.com/office/drawing/2014/main" id="{6BF5F74B-2BC1-44F4-9003-0B9D706F10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41" y="1393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2" name="Line 22">
              <a:extLst>
                <a:ext uri="{FF2B5EF4-FFF2-40B4-BE49-F238E27FC236}">
                  <a16:creationId xmlns:a16="http://schemas.microsoft.com/office/drawing/2014/main" id="{5FE11025-2787-4C6B-8DE1-F6C65A019A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3" y="1393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3" name="Rectangle 23">
              <a:extLst>
                <a:ext uri="{FF2B5EF4-FFF2-40B4-BE49-F238E27FC236}">
                  <a16:creationId xmlns:a16="http://schemas.microsoft.com/office/drawing/2014/main" id="{0BB8B8BE-6178-4190-B9D8-B7743119DC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1" y="1393"/>
              <a:ext cx="309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4" name="Oval 24">
              <a:extLst>
                <a:ext uri="{FF2B5EF4-FFF2-40B4-BE49-F238E27FC236}">
                  <a16:creationId xmlns:a16="http://schemas.microsoft.com/office/drawing/2014/main" id="{8ABAAA1B-3769-4A5F-8EF1-A4F7A0798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4" y="1337"/>
              <a:ext cx="312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5" name="Oval 25">
              <a:extLst>
                <a:ext uri="{FF2B5EF4-FFF2-40B4-BE49-F238E27FC236}">
                  <a16:creationId xmlns:a16="http://schemas.microsoft.com/office/drawing/2014/main" id="{7AE4352B-CFDA-49FC-9147-3A3B8B9206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1" y="2091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6" name="Line 26">
              <a:extLst>
                <a:ext uri="{FF2B5EF4-FFF2-40B4-BE49-F238E27FC236}">
                  <a16:creationId xmlns:a16="http://schemas.microsoft.com/office/drawing/2014/main" id="{5DAA4CCD-AA77-4C66-915E-0627E715A6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51" y="2084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7" name="Line 27">
              <a:extLst>
                <a:ext uri="{FF2B5EF4-FFF2-40B4-BE49-F238E27FC236}">
                  <a16:creationId xmlns:a16="http://schemas.microsoft.com/office/drawing/2014/main" id="{FCD285F1-8F4A-43A1-AD06-5AB9D1443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64" y="2084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8" name="Rectangle 28">
              <a:extLst>
                <a:ext uri="{FF2B5EF4-FFF2-40B4-BE49-F238E27FC236}">
                  <a16:creationId xmlns:a16="http://schemas.microsoft.com/office/drawing/2014/main" id="{93BA706A-BA8F-4406-BCE6-7A9B0B224C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1" y="2084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09" name="Oval 29">
              <a:extLst>
                <a:ext uri="{FF2B5EF4-FFF2-40B4-BE49-F238E27FC236}">
                  <a16:creationId xmlns:a16="http://schemas.microsoft.com/office/drawing/2014/main" id="{F0953FC7-E8E2-4FF0-9C72-EC6D67885C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48" y="2025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0" name="Oval 30">
              <a:extLst>
                <a:ext uri="{FF2B5EF4-FFF2-40B4-BE49-F238E27FC236}">
                  <a16:creationId xmlns:a16="http://schemas.microsoft.com/office/drawing/2014/main" id="{D2F7C3C6-1482-4A26-97F9-19CFFCB30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6" y="1750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1" name="Line 31">
              <a:extLst>
                <a:ext uri="{FF2B5EF4-FFF2-40B4-BE49-F238E27FC236}">
                  <a16:creationId xmlns:a16="http://schemas.microsoft.com/office/drawing/2014/main" id="{F4531F0C-2E31-4955-8F52-09E665FCA2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16" y="1743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2" name="Line 32">
              <a:extLst>
                <a:ext uri="{FF2B5EF4-FFF2-40B4-BE49-F238E27FC236}">
                  <a16:creationId xmlns:a16="http://schemas.microsoft.com/office/drawing/2014/main" id="{EC8C315E-EA92-48DB-B18F-0DCBD0C5FA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9" y="1743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3" name="Rectangle 33">
              <a:extLst>
                <a:ext uri="{FF2B5EF4-FFF2-40B4-BE49-F238E27FC236}">
                  <a16:creationId xmlns:a16="http://schemas.microsoft.com/office/drawing/2014/main" id="{606683E3-660E-4946-8D8C-51C275F6EC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6" y="1743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4" name="Oval 34">
              <a:extLst>
                <a:ext uri="{FF2B5EF4-FFF2-40B4-BE49-F238E27FC236}">
                  <a16:creationId xmlns:a16="http://schemas.microsoft.com/office/drawing/2014/main" id="{C517CB1A-7E84-4579-89D3-FC075B5D4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13" y="1684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5" name="Freeform 35">
              <a:extLst>
                <a:ext uri="{FF2B5EF4-FFF2-40B4-BE49-F238E27FC236}">
                  <a16:creationId xmlns:a16="http://schemas.microsoft.com/office/drawing/2014/main" id="{5168118F-C8C3-4422-8FFA-FE4B9DA1EB52}"/>
                </a:ext>
              </a:extLst>
            </p:cNvPr>
            <p:cNvSpPr>
              <a:spLocks/>
            </p:cNvSpPr>
            <p:nvPr/>
          </p:nvSpPr>
          <p:spPr bwMode="auto">
            <a:xfrm>
              <a:off x="2707" y="1492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6" name="Freeform 36">
              <a:extLst>
                <a:ext uri="{FF2B5EF4-FFF2-40B4-BE49-F238E27FC236}">
                  <a16:creationId xmlns:a16="http://schemas.microsoft.com/office/drawing/2014/main" id="{288606B9-4167-47B2-B656-6397F2980E95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6" y="1831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7" name="Freeform 37">
              <a:extLst>
                <a:ext uri="{FF2B5EF4-FFF2-40B4-BE49-F238E27FC236}">
                  <a16:creationId xmlns:a16="http://schemas.microsoft.com/office/drawing/2014/main" id="{5CB86371-486E-481E-99B5-E49E962A36F1}"/>
                </a:ext>
              </a:extLst>
            </p:cNvPr>
            <p:cNvSpPr>
              <a:spLocks/>
            </p:cNvSpPr>
            <p:nvPr/>
          </p:nvSpPr>
          <p:spPr bwMode="auto">
            <a:xfrm>
              <a:off x="2185" y="2113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618" name="Freeform 38">
              <a:extLst>
                <a:ext uri="{FF2B5EF4-FFF2-40B4-BE49-F238E27FC236}">
                  <a16:creationId xmlns:a16="http://schemas.microsoft.com/office/drawing/2014/main" id="{84DB37AB-E7AC-4263-A1F7-00B30E867A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4" y="1789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4619" name="Group 39">
              <a:extLst>
                <a:ext uri="{FF2B5EF4-FFF2-40B4-BE49-F238E27FC236}">
                  <a16:creationId xmlns:a16="http://schemas.microsoft.com/office/drawing/2014/main" id="{8E7FEBFC-E314-4B57-986A-E251A96BEA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37" y="1589"/>
              <a:ext cx="205" cy="250"/>
              <a:chOff x="2954" y="2425"/>
              <a:chExt cx="208" cy="250"/>
            </a:xfrm>
          </p:grpSpPr>
          <p:sp>
            <p:nvSpPr>
              <p:cNvPr id="194635" name="Rectangle 40">
                <a:extLst>
                  <a:ext uri="{FF2B5EF4-FFF2-40B4-BE49-F238E27FC236}">
                    <a16:creationId xmlns:a16="http://schemas.microsoft.com/office/drawing/2014/main" id="{52472635-D924-48C7-8CE1-571221D65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4636" name="Text Box 41">
                <a:extLst>
                  <a:ext uri="{FF2B5EF4-FFF2-40B4-BE49-F238E27FC236}">
                    <a16:creationId xmlns:a16="http://schemas.microsoft.com/office/drawing/2014/main" id="{B5110C95-5F35-4131-943C-0CFE5B366E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4620" name="Group 42">
              <a:extLst>
                <a:ext uri="{FF2B5EF4-FFF2-40B4-BE49-F238E27FC236}">
                  <a16:creationId xmlns:a16="http://schemas.microsoft.com/office/drawing/2014/main" id="{04AA00AA-8B94-4456-9F3C-246C210931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1" y="1973"/>
              <a:ext cx="196" cy="250"/>
              <a:chOff x="2958" y="2425"/>
              <a:chExt cx="199" cy="250"/>
            </a:xfrm>
          </p:grpSpPr>
          <p:sp>
            <p:nvSpPr>
              <p:cNvPr id="194633" name="Rectangle 43">
                <a:extLst>
                  <a:ext uri="{FF2B5EF4-FFF2-40B4-BE49-F238E27FC236}">
                    <a16:creationId xmlns:a16="http://schemas.microsoft.com/office/drawing/2014/main" id="{AF316C5E-10C9-4180-B1AF-B95BE24E0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4634" name="Text Box 44">
                <a:extLst>
                  <a:ext uri="{FF2B5EF4-FFF2-40B4-BE49-F238E27FC236}">
                    <a16:creationId xmlns:a16="http://schemas.microsoft.com/office/drawing/2014/main" id="{EF4D9CB1-B542-48B9-924B-70829DDD103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y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4621" name="Group 45">
              <a:extLst>
                <a:ext uri="{FF2B5EF4-FFF2-40B4-BE49-F238E27FC236}">
                  <a16:creationId xmlns:a16="http://schemas.microsoft.com/office/drawing/2014/main" id="{568A248E-D7F8-4BF4-8E5A-E7E3D26D6F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22" y="1940"/>
              <a:ext cx="212" cy="288"/>
              <a:chOff x="2951" y="2395"/>
              <a:chExt cx="213" cy="288"/>
            </a:xfrm>
          </p:grpSpPr>
          <p:sp>
            <p:nvSpPr>
              <p:cNvPr id="194631" name="Rectangle 46">
                <a:extLst>
                  <a:ext uri="{FF2B5EF4-FFF2-40B4-BE49-F238E27FC236}">
                    <a16:creationId xmlns:a16="http://schemas.microsoft.com/office/drawing/2014/main" id="{77DFF71A-AD4D-42F1-85B5-045E8D028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4632" name="Text Box 47">
                <a:extLst>
                  <a:ext uri="{FF2B5EF4-FFF2-40B4-BE49-F238E27FC236}">
                    <a16:creationId xmlns:a16="http://schemas.microsoft.com/office/drawing/2014/main" id="{C7FB792E-71EB-4A52-8A19-F5161FFB8B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</a:p>
            </p:txBody>
          </p:sp>
        </p:grpSp>
        <p:grpSp>
          <p:nvGrpSpPr>
            <p:cNvPr id="194622" name="Group 48">
              <a:extLst>
                <a:ext uri="{FF2B5EF4-FFF2-40B4-BE49-F238E27FC236}">
                  <a16:creationId xmlns:a16="http://schemas.microsoft.com/office/drawing/2014/main" id="{7A684253-E375-4847-8DCE-F7DBF72FEE8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88" y="1283"/>
              <a:ext cx="232" cy="250"/>
              <a:chOff x="2941" y="2425"/>
              <a:chExt cx="235" cy="250"/>
            </a:xfrm>
          </p:grpSpPr>
          <p:sp>
            <p:nvSpPr>
              <p:cNvPr id="194629" name="Rectangle 49">
                <a:extLst>
                  <a:ext uri="{FF2B5EF4-FFF2-40B4-BE49-F238E27FC236}">
                    <a16:creationId xmlns:a16="http://schemas.microsoft.com/office/drawing/2014/main" id="{1D69AF4E-080E-4AAF-9A83-6F5D8AA7E0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4630" name="Text Box 50">
                <a:extLst>
                  <a:ext uri="{FF2B5EF4-FFF2-40B4-BE49-F238E27FC236}">
                    <a16:creationId xmlns:a16="http://schemas.microsoft.com/office/drawing/2014/main" id="{6797EFE1-DF81-487F-8A56-CDD97C48A1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w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4623" name="Group 51">
              <a:extLst>
                <a:ext uri="{FF2B5EF4-FFF2-40B4-BE49-F238E27FC236}">
                  <a16:creationId xmlns:a16="http://schemas.microsoft.com/office/drawing/2014/main" id="{F719ED99-C602-4EE3-A026-29D4611601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21" y="1283"/>
              <a:ext cx="196" cy="250"/>
              <a:chOff x="2958" y="2425"/>
              <a:chExt cx="199" cy="250"/>
            </a:xfrm>
          </p:grpSpPr>
          <p:sp>
            <p:nvSpPr>
              <p:cNvPr id="194627" name="Rectangle 52">
                <a:extLst>
                  <a:ext uri="{FF2B5EF4-FFF2-40B4-BE49-F238E27FC236}">
                    <a16:creationId xmlns:a16="http://schemas.microsoft.com/office/drawing/2014/main" id="{4A612F64-F91D-42CB-847E-CAF5D77139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4628" name="Text Box 53">
                <a:extLst>
                  <a:ext uri="{FF2B5EF4-FFF2-40B4-BE49-F238E27FC236}">
                    <a16:creationId xmlns:a16="http://schemas.microsoft.com/office/drawing/2014/main" id="{A963FA85-462E-4395-8CFE-5ECAAFCE51B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v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4624" name="Group 54">
              <a:extLst>
                <a:ext uri="{FF2B5EF4-FFF2-40B4-BE49-F238E27FC236}">
                  <a16:creationId xmlns:a16="http://schemas.microsoft.com/office/drawing/2014/main" id="{BAE13A6D-DB1E-4BCB-8964-0B10C26055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75" y="1601"/>
              <a:ext cx="212" cy="288"/>
              <a:chOff x="2949" y="2395"/>
              <a:chExt cx="214" cy="288"/>
            </a:xfrm>
          </p:grpSpPr>
          <p:sp>
            <p:nvSpPr>
              <p:cNvPr id="194625" name="Rectangle 55">
                <a:extLst>
                  <a:ext uri="{FF2B5EF4-FFF2-40B4-BE49-F238E27FC236}">
                    <a16:creationId xmlns:a16="http://schemas.microsoft.com/office/drawing/2014/main" id="{206E6687-C3AD-40A8-80E2-9BD31831F7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4626" name="Text Box 56">
                <a:extLst>
                  <a:ext uri="{FF2B5EF4-FFF2-40B4-BE49-F238E27FC236}">
                    <a16:creationId xmlns:a16="http://schemas.microsoft.com/office/drawing/2014/main" id="{64E8B41C-FF88-45B3-BF52-97DAB83FE5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z</a:t>
                </a:r>
              </a:p>
            </p:txBody>
          </p:sp>
        </p:grpSp>
      </p:grpSp>
      <p:sp>
        <p:nvSpPr>
          <p:cNvPr id="194566" name="Text Box 57">
            <a:extLst>
              <a:ext uri="{FF2B5EF4-FFF2-40B4-BE49-F238E27FC236}">
                <a16:creationId xmlns:a16="http://schemas.microsoft.com/office/drawing/2014/main" id="{E2226E90-3FC8-4AEC-A65D-E5D613F4B1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850" y="1220788"/>
            <a:ext cx="45688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resulting shortest-path tree from u:</a:t>
            </a:r>
          </a:p>
        </p:txBody>
      </p:sp>
      <p:grpSp>
        <p:nvGrpSpPr>
          <p:cNvPr id="194567" name="Group 58">
            <a:extLst>
              <a:ext uri="{FF2B5EF4-FFF2-40B4-BE49-F238E27FC236}">
                <a16:creationId xmlns:a16="http://schemas.microsoft.com/office/drawing/2014/main" id="{CD9D4998-CAFB-4FF0-A125-ACEC8D0D3FBD}"/>
              </a:ext>
            </a:extLst>
          </p:cNvPr>
          <p:cNvGrpSpPr>
            <a:grpSpLocks/>
          </p:cNvGrpSpPr>
          <p:nvPr/>
        </p:nvGrpSpPr>
        <p:grpSpPr bwMode="auto">
          <a:xfrm>
            <a:off x="2268538" y="4224338"/>
            <a:ext cx="2319337" cy="2276475"/>
            <a:chOff x="259" y="2768"/>
            <a:chExt cx="1461" cy="1434"/>
          </a:xfrm>
        </p:grpSpPr>
        <p:sp>
          <p:nvSpPr>
            <p:cNvPr id="194570" name="Line 59">
              <a:extLst>
                <a:ext uri="{FF2B5EF4-FFF2-40B4-BE49-F238E27FC236}">
                  <a16:creationId xmlns:a16="http://schemas.microsoft.com/office/drawing/2014/main" id="{6A57DD50-969E-4E98-BF2F-27C403AD6B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2" y="2880"/>
              <a:ext cx="8" cy="132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71" name="Line 60">
              <a:extLst>
                <a:ext uri="{FF2B5EF4-FFF2-40B4-BE49-F238E27FC236}">
                  <a16:creationId xmlns:a16="http://schemas.microsoft.com/office/drawing/2014/main" id="{C6F6BD76-B519-42AF-A49E-06DF30D6D7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7" y="3058"/>
              <a:ext cx="1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4572" name="Text Box 61">
              <a:extLst>
                <a:ext uri="{FF2B5EF4-FFF2-40B4-BE49-F238E27FC236}">
                  <a16:creationId xmlns:a16="http://schemas.microsoft.com/office/drawing/2014/main" id="{F3987456-BFD7-4979-A935-E3C247F039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3" y="3060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v</a:t>
              </a:r>
            </a:p>
          </p:txBody>
        </p:sp>
        <p:sp>
          <p:nvSpPr>
            <p:cNvPr id="194573" name="Text Box 62">
              <a:extLst>
                <a:ext uri="{FF2B5EF4-FFF2-40B4-BE49-F238E27FC236}">
                  <a16:creationId xmlns:a16="http://schemas.microsoft.com/office/drawing/2014/main" id="{EF7F9564-4933-467F-AF47-0EEF2BC06F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6" y="3247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x</a:t>
              </a:r>
            </a:p>
          </p:txBody>
        </p:sp>
        <p:sp>
          <p:nvSpPr>
            <p:cNvPr id="194574" name="Text Box 63">
              <a:extLst>
                <a:ext uri="{FF2B5EF4-FFF2-40B4-BE49-F238E27FC236}">
                  <a16:creationId xmlns:a16="http://schemas.microsoft.com/office/drawing/2014/main" id="{8B8DCA1F-AA4A-4858-B3AA-F8CAE840A0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0" y="348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y</a:t>
              </a:r>
            </a:p>
          </p:txBody>
        </p:sp>
        <p:sp>
          <p:nvSpPr>
            <p:cNvPr id="194575" name="Text Box 64">
              <a:extLst>
                <a:ext uri="{FF2B5EF4-FFF2-40B4-BE49-F238E27FC236}">
                  <a16:creationId xmlns:a16="http://schemas.microsoft.com/office/drawing/2014/main" id="{13836FB9-CEB9-4D66-B982-2DF914277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5" y="3717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w</a:t>
              </a:r>
            </a:p>
          </p:txBody>
        </p:sp>
        <p:sp>
          <p:nvSpPr>
            <p:cNvPr id="194576" name="Text Box 65">
              <a:extLst>
                <a:ext uri="{FF2B5EF4-FFF2-40B4-BE49-F238E27FC236}">
                  <a16:creationId xmlns:a16="http://schemas.microsoft.com/office/drawing/2014/main" id="{D77B941C-5CC0-4809-AE59-D29EC47068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4" y="394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z</a:t>
              </a:r>
            </a:p>
          </p:txBody>
        </p:sp>
        <p:sp>
          <p:nvSpPr>
            <p:cNvPr id="194577" name="Text Box 66">
              <a:extLst>
                <a:ext uri="{FF2B5EF4-FFF2-40B4-BE49-F238E27FC236}">
                  <a16:creationId xmlns:a16="http://schemas.microsoft.com/office/drawing/2014/main" id="{67DF3972-86CD-4905-97EC-3BDDF86BFE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8" y="3044"/>
              <a:ext cx="4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(u,v)</a:t>
              </a:r>
            </a:p>
          </p:txBody>
        </p:sp>
        <p:sp>
          <p:nvSpPr>
            <p:cNvPr id="194578" name="Text Box 67">
              <a:extLst>
                <a:ext uri="{FF2B5EF4-FFF2-40B4-BE49-F238E27FC236}">
                  <a16:creationId xmlns:a16="http://schemas.microsoft.com/office/drawing/2014/main" id="{35F9E7EE-E697-44F4-99B6-33EE558572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9" y="3246"/>
              <a:ext cx="4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(u,x)</a:t>
              </a:r>
            </a:p>
          </p:txBody>
        </p:sp>
        <p:sp>
          <p:nvSpPr>
            <p:cNvPr id="194579" name="Text Box 68">
              <a:extLst>
                <a:ext uri="{FF2B5EF4-FFF2-40B4-BE49-F238E27FC236}">
                  <a16:creationId xmlns:a16="http://schemas.microsoft.com/office/drawing/2014/main" id="{F3EBF278-77A9-49FB-A59E-76393706B7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8" y="3497"/>
              <a:ext cx="4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(u,x)</a:t>
              </a:r>
            </a:p>
          </p:txBody>
        </p:sp>
        <p:sp>
          <p:nvSpPr>
            <p:cNvPr id="194580" name="Text Box 69">
              <a:extLst>
                <a:ext uri="{FF2B5EF4-FFF2-40B4-BE49-F238E27FC236}">
                  <a16:creationId xmlns:a16="http://schemas.microsoft.com/office/drawing/2014/main" id="{2D94F55E-6C21-4D29-973A-DF2835F254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64" y="3715"/>
              <a:ext cx="4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(u,x)</a:t>
              </a:r>
            </a:p>
          </p:txBody>
        </p:sp>
        <p:sp>
          <p:nvSpPr>
            <p:cNvPr id="194581" name="Text Box 70">
              <a:extLst>
                <a:ext uri="{FF2B5EF4-FFF2-40B4-BE49-F238E27FC236}">
                  <a16:creationId xmlns:a16="http://schemas.microsoft.com/office/drawing/2014/main" id="{689F169B-2BE3-4BC1-94A8-DC0D1DE283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54" y="3949"/>
              <a:ext cx="4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(u,x)</a:t>
              </a:r>
            </a:p>
          </p:txBody>
        </p:sp>
        <p:sp>
          <p:nvSpPr>
            <p:cNvPr id="194582" name="Text Box 71">
              <a:extLst>
                <a:ext uri="{FF2B5EF4-FFF2-40B4-BE49-F238E27FC236}">
                  <a16:creationId xmlns:a16="http://schemas.microsoft.com/office/drawing/2014/main" id="{BAC94789-1D7D-4C90-A3AC-93B957DECC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" y="2768"/>
              <a:ext cx="8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destination</a:t>
              </a:r>
            </a:p>
          </p:txBody>
        </p:sp>
        <p:sp>
          <p:nvSpPr>
            <p:cNvPr id="194583" name="Text Box 72">
              <a:extLst>
                <a:ext uri="{FF2B5EF4-FFF2-40B4-BE49-F238E27FC236}">
                  <a16:creationId xmlns:a16="http://schemas.microsoft.com/office/drawing/2014/main" id="{8F35830D-7866-4B49-BA7E-0A1E75F9B7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32" y="2791"/>
              <a:ext cx="33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link</a:t>
              </a:r>
            </a:p>
          </p:txBody>
        </p:sp>
      </p:grpSp>
      <p:sp>
        <p:nvSpPr>
          <p:cNvPr id="194568" name="Text Box 73">
            <a:extLst>
              <a:ext uri="{FF2B5EF4-FFF2-40B4-BE49-F238E27FC236}">
                <a16:creationId xmlns:a16="http://schemas.microsoft.com/office/drawing/2014/main" id="{7D15966D-D8C4-45D8-9253-4928033C51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463" y="3743325"/>
            <a:ext cx="39497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resulting forwarding table in u:</a:t>
            </a:r>
          </a:p>
        </p:txBody>
      </p:sp>
      <p:pic>
        <p:nvPicPr>
          <p:cNvPr id="194569" name="Picture 74" descr="underline_base">
            <a:extLst>
              <a:ext uri="{FF2B5EF4-FFF2-40B4-BE49-F238E27FC236}">
                <a16:creationId xmlns:a16="http://schemas.microsoft.com/office/drawing/2014/main" id="{3233EDB9-9030-4793-8B7B-F29A07CBE572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86042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Footer Placeholder 5">
            <a:extLst>
              <a:ext uri="{FF2B5EF4-FFF2-40B4-BE49-F238E27FC236}">
                <a16:creationId xmlns:a16="http://schemas.microsoft.com/office/drawing/2014/main" id="{A48CBA1F-419C-4C9E-B842-EF1CD8A6A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5587" name="Slide Number Placeholder 6">
            <a:extLst>
              <a:ext uri="{FF2B5EF4-FFF2-40B4-BE49-F238E27FC236}">
                <a16:creationId xmlns:a16="http://schemas.microsoft.com/office/drawing/2014/main" id="{4F58C8E2-C8A2-4A64-B5DC-8E891FAB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E4E0BB73-56C6-40AE-A7CA-755C95C8C239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5588" name="Picture 224" descr="underline_base">
            <a:extLst>
              <a:ext uri="{FF2B5EF4-FFF2-40B4-BE49-F238E27FC236}">
                <a16:creationId xmlns:a16="http://schemas.microsoft.com/office/drawing/2014/main" id="{0CB6CF7E-F259-409E-852F-68360F532F6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836613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5589" name="Rectangle 2">
            <a:extLst>
              <a:ext uri="{FF2B5EF4-FFF2-40B4-BE49-F238E27FC236}">
                <a16:creationId xmlns:a16="http://schemas.microsoft.com/office/drawing/2014/main" id="{D4F525BF-B43B-43B9-8408-509E1181EE9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52413"/>
            <a:ext cx="7772400" cy="6858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Dijkstra</a:t>
            </a:r>
            <a:r>
              <a:rPr lang="ja-JP" altLang="en-US" sz="4000">
                <a:ea typeface="ＭＳ Ｐゴシック" panose="020B0600070205080204" pitchFamily="34" charset="-128"/>
              </a:rPr>
              <a:t>’</a:t>
            </a:r>
            <a:r>
              <a:rPr lang="en-US" altLang="ja-JP" sz="4000">
                <a:ea typeface="ＭＳ Ｐゴシック" panose="020B0600070205080204" pitchFamily="34" charset="-128"/>
              </a:rPr>
              <a:t>s algorithm, discussion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84998" name="Rectangle 3">
            <a:extLst>
              <a:ext uri="{FF2B5EF4-FFF2-40B4-BE49-F238E27FC236}">
                <a16:creationId xmlns:a16="http://schemas.microsoft.com/office/drawing/2014/main" id="{B1AFAA70-F651-4175-9E8B-5A434B7C155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668338" y="1190625"/>
            <a:ext cx="7353300" cy="2651125"/>
          </a:xfrm>
        </p:spPr>
        <p:txBody>
          <a:bodyPr/>
          <a:lstStyle/>
          <a:p>
            <a:pPr>
              <a:lnSpc>
                <a:spcPct val="90000"/>
              </a:lnSpc>
              <a:buFont typeface="Wingdings" charset="0"/>
              <a:buNone/>
              <a:defRPr/>
            </a:pPr>
            <a:r>
              <a:rPr lang="en-US" i="1" dirty="0">
                <a:solidFill>
                  <a:srgbClr val="0070C0"/>
                </a:solidFill>
                <a:cs typeface="+mn-cs"/>
              </a:rPr>
              <a:t>algorithm complexity:</a:t>
            </a:r>
            <a:r>
              <a:rPr lang="en-US" dirty="0">
                <a:solidFill>
                  <a:srgbClr val="0070C0"/>
                </a:solidFill>
                <a:cs typeface="+mn-cs"/>
              </a:rPr>
              <a:t> </a:t>
            </a:r>
            <a:r>
              <a:rPr lang="en-US" dirty="0">
                <a:cs typeface="+mn-cs"/>
              </a:rPr>
              <a:t>n nodes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each iteration: need to check all nodes, w, not in N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n(n+1)/2 comparisons: O(n</a:t>
            </a:r>
            <a:r>
              <a:rPr lang="en-US" sz="2400" baseline="30000" dirty="0">
                <a:cs typeface="+mn-cs"/>
              </a:rPr>
              <a:t>2</a:t>
            </a:r>
            <a:r>
              <a:rPr lang="en-US" sz="2400" dirty="0">
                <a:cs typeface="+mn-cs"/>
              </a:rPr>
              <a:t>)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more efficient implementations possible: O(nlogn)</a:t>
            </a:r>
          </a:p>
          <a:p>
            <a:pPr>
              <a:lnSpc>
                <a:spcPct val="90000"/>
              </a:lnSpc>
              <a:spcBef>
                <a:spcPct val="40000"/>
              </a:spcBef>
              <a:buFont typeface="Wingdings" charset="0"/>
              <a:buNone/>
              <a:defRPr/>
            </a:pPr>
            <a:r>
              <a:rPr lang="en-US" i="1" dirty="0">
                <a:solidFill>
                  <a:srgbClr val="0070C0"/>
                </a:solidFill>
                <a:cs typeface="+mn-cs"/>
              </a:rPr>
              <a:t>oscillations possible:</a:t>
            </a:r>
          </a:p>
          <a:p>
            <a:pPr>
              <a:lnSpc>
                <a:spcPct val="90000"/>
              </a:lnSpc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e.g., </a:t>
            </a:r>
            <a:r>
              <a:rPr lang="en-US" sz="2400" dirty="0">
                <a:solidFill>
                  <a:srgbClr val="FF0000"/>
                </a:solidFill>
                <a:cs typeface="+mn-cs"/>
              </a:rPr>
              <a:t>Congestion-sensitive routing</a:t>
            </a:r>
            <a:r>
              <a:rPr lang="en-US" sz="2400" dirty="0">
                <a:cs typeface="+mn-cs"/>
              </a:rPr>
              <a:t>: suppose link cost equals amount of carried traffic</a:t>
            </a:r>
          </a:p>
        </p:txBody>
      </p:sp>
      <p:sp>
        <p:nvSpPr>
          <p:cNvPr id="195591" name="Freeform 5">
            <a:extLst>
              <a:ext uri="{FF2B5EF4-FFF2-40B4-BE49-F238E27FC236}">
                <a16:creationId xmlns:a16="http://schemas.microsoft.com/office/drawing/2014/main" id="{B2890DB0-E513-4B35-90AA-BED5B4D09F56}"/>
              </a:ext>
            </a:extLst>
          </p:cNvPr>
          <p:cNvSpPr>
            <a:spLocks/>
          </p:cNvSpPr>
          <p:nvPr/>
        </p:nvSpPr>
        <p:spPr bwMode="auto">
          <a:xfrm>
            <a:off x="395288" y="4141788"/>
            <a:ext cx="1971675" cy="1355725"/>
          </a:xfrm>
          <a:custGeom>
            <a:avLst/>
            <a:gdLst>
              <a:gd name="T0" fmla="*/ 2147483646 w 1242"/>
              <a:gd name="T1" fmla="*/ 2147483646 h 854"/>
              <a:gd name="T2" fmla="*/ 2147483646 w 1242"/>
              <a:gd name="T3" fmla="*/ 2147483646 h 854"/>
              <a:gd name="T4" fmla="*/ 2147483646 w 1242"/>
              <a:gd name="T5" fmla="*/ 2147483646 h 854"/>
              <a:gd name="T6" fmla="*/ 2147483646 w 1242"/>
              <a:gd name="T7" fmla="*/ 2147483646 h 854"/>
              <a:gd name="T8" fmla="*/ 2147483646 w 1242"/>
              <a:gd name="T9" fmla="*/ 2147483646 h 854"/>
              <a:gd name="T10" fmla="*/ 2147483646 w 1242"/>
              <a:gd name="T11" fmla="*/ 2147483646 h 854"/>
              <a:gd name="T12" fmla="*/ 2147483646 w 1242"/>
              <a:gd name="T13" fmla="*/ 2147483646 h 854"/>
              <a:gd name="T14" fmla="*/ 2147483646 w 1242"/>
              <a:gd name="T15" fmla="*/ 2147483646 h 854"/>
              <a:gd name="T16" fmla="*/ 2147483646 w 1242"/>
              <a:gd name="T17" fmla="*/ 2147483646 h 854"/>
              <a:gd name="T18" fmla="*/ 2147483646 w 1242"/>
              <a:gd name="T19" fmla="*/ 2147483646 h 854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242"/>
              <a:gd name="T31" fmla="*/ 0 h 854"/>
              <a:gd name="T32" fmla="*/ 1242 w 1242"/>
              <a:gd name="T33" fmla="*/ 854 h 854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242" h="854">
                <a:moveTo>
                  <a:pt x="1" y="381"/>
                </a:moveTo>
                <a:cubicBezTo>
                  <a:pt x="0" y="296"/>
                  <a:pt x="88" y="222"/>
                  <a:pt x="169" y="162"/>
                </a:cubicBezTo>
                <a:cubicBezTo>
                  <a:pt x="250" y="102"/>
                  <a:pt x="378" y="40"/>
                  <a:pt x="487" y="18"/>
                </a:cubicBezTo>
                <a:cubicBezTo>
                  <a:pt x="616" y="6"/>
                  <a:pt x="685" y="0"/>
                  <a:pt x="823" y="30"/>
                </a:cubicBezTo>
                <a:cubicBezTo>
                  <a:pt x="961" y="60"/>
                  <a:pt x="1121" y="165"/>
                  <a:pt x="1183" y="261"/>
                </a:cubicBezTo>
                <a:cubicBezTo>
                  <a:pt x="1242" y="357"/>
                  <a:pt x="1219" y="523"/>
                  <a:pt x="1177" y="609"/>
                </a:cubicBezTo>
                <a:cubicBezTo>
                  <a:pt x="1135" y="695"/>
                  <a:pt x="1049" y="742"/>
                  <a:pt x="928" y="780"/>
                </a:cubicBezTo>
                <a:cubicBezTo>
                  <a:pt x="807" y="818"/>
                  <a:pt x="573" y="854"/>
                  <a:pt x="448" y="837"/>
                </a:cubicBezTo>
                <a:cubicBezTo>
                  <a:pt x="323" y="820"/>
                  <a:pt x="252" y="751"/>
                  <a:pt x="178" y="675"/>
                </a:cubicBezTo>
                <a:cubicBezTo>
                  <a:pt x="104" y="599"/>
                  <a:pt x="2" y="466"/>
                  <a:pt x="1" y="381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592" name="Freeform 6">
            <a:extLst>
              <a:ext uri="{FF2B5EF4-FFF2-40B4-BE49-F238E27FC236}">
                <a16:creationId xmlns:a16="http://schemas.microsoft.com/office/drawing/2014/main" id="{C430B4A2-04E1-48F0-8D0D-F6AFBE5F61FA}"/>
              </a:ext>
            </a:extLst>
          </p:cNvPr>
          <p:cNvSpPr>
            <a:spLocks/>
          </p:cNvSpPr>
          <p:nvPr/>
        </p:nvSpPr>
        <p:spPr bwMode="auto">
          <a:xfrm>
            <a:off x="796925" y="4479925"/>
            <a:ext cx="390525" cy="209550"/>
          </a:xfrm>
          <a:custGeom>
            <a:avLst/>
            <a:gdLst>
              <a:gd name="T0" fmla="*/ 0 w 342"/>
              <a:gd name="T1" fmla="*/ 2147483646 h 186"/>
              <a:gd name="T2" fmla="*/ 2147483646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95593" name="Group 7">
            <a:extLst>
              <a:ext uri="{FF2B5EF4-FFF2-40B4-BE49-F238E27FC236}">
                <a16:creationId xmlns:a16="http://schemas.microsoft.com/office/drawing/2014/main" id="{12C97D70-3871-44E8-BCFF-C4AA3E98C263}"/>
              </a:ext>
            </a:extLst>
          </p:cNvPr>
          <p:cNvGrpSpPr>
            <a:grpSpLocks/>
          </p:cNvGrpSpPr>
          <p:nvPr/>
        </p:nvGrpSpPr>
        <p:grpSpPr bwMode="auto">
          <a:xfrm>
            <a:off x="1103313" y="4162425"/>
            <a:ext cx="501650" cy="396875"/>
            <a:chOff x="1747" y="3190"/>
            <a:chExt cx="316" cy="250"/>
          </a:xfrm>
        </p:grpSpPr>
        <p:sp>
          <p:nvSpPr>
            <p:cNvPr id="195813" name="Oval 8">
              <a:extLst>
                <a:ext uri="{FF2B5EF4-FFF2-40B4-BE49-F238E27FC236}">
                  <a16:creationId xmlns:a16="http://schemas.microsoft.com/office/drawing/2014/main" id="{B69FF4D3-CDE6-4076-AF95-D5DE7A062A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0" y="3308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14" name="Line 9">
              <a:extLst>
                <a:ext uri="{FF2B5EF4-FFF2-40B4-BE49-F238E27FC236}">
                  <a16:creationId xmlns:a16="http://schemas.microsoft.com/office/drawing/2014/main" id="{85F6C105-CACF-4734-B988-B772127D2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0" y="3301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15" name="Line 10">
              <a:extLst>
                <a:ext uri="{FF2B5EF4-FFF2-40B4-BE49-F238E27FC236}">
                  <a16:creationId xmlns:a16="http://schemas.microsoft.com/office/drawing/2014/main" id="{1C38DB89-8EA8-421F-AC40-AFA4A508F9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3" y="3301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16" name="Rectangle 11">
              <a:extLst>
                <a:ext uri="{FF2B5EF4-FFF2-40B4-BE49-F238E27FC236}">
                  <a16:creationId xmlns:a16="http://schemas.microsoft.com/office/drawing/2014/main" id="{7296EACA-646C-4B11-BBF6-E494EDF72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0" y="3301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17" name="Oval 12">
              <a:extLst>
                <a:ext uri="{FF2B5EF4-FFF2-40B4-BE49-F238E27FC236}">
                  <a16:creationId xmlns:a16="http://schemas.microsoft.com/office/drawing/2014/main" id="{4CFD360D-3A14-46B1-9BE6-AD0AB555B3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7" y="3242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5818" name="Group 13">
              <a:extLst>
                <a:ext uri="{FF2B5EF4-FFF2-40B4-BE49-F238E27FC236}">
                  <a16:creationId xmlns:a16="http://schemas.microsoft.com/office/drawing/2014/main" id="{793738CD-AF98-4312-9A02-B07875AB0C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0" y="3190"/>
              <a:ext cx="223" cy="250"/>
              <a:chOff x="2945" y="2425"/>
              <a:chExt cx="226" cy="250"/>
            </a:xfrm>
          </p:grpSpPr>
          <p:sp>
            <p:nvSpPr>
              <p:cNvPr id="195819" name="Rectangle 14">
                <a:extLst>
                  <a:ext uri="{FF2B5EF4-FFF2-40B4-BE49-F238E27FC236}">
                    <a16:creationId xmlns:a16="http://schemas.microsoft.com/office/drawing/2014/main" id="{D7D37D46-A743-4FFD-9E5E-A2ADA767B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820" name="Text Box 15">
                <a:extLst>
                  <a:ext uri="{FF2B5EF4-FFF2-40B4-BE49-F238E27FC236}">
                    <a16:creationId xmlns:a16="http://schemas.microsoft.com/office/drawing/2014/main" id="{781305D6-1B11-409F-A5E2-051D23F7A72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5" y="2425"/>
                <a:ext cx="22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95594" name="Group 16">
            <a:extLst>
              <a:ext uri="{FF2B5EF4-FFF2-40B4-BE49-F238E27FC236}">
                <a16:creationId xmlns:a16="http://schemas.microsoft.com/office/drawing/2014/main" id="{40AFB21A-9729-4354-B186-B0D056846B80}"/>
              </a:ext>
            </a:extLst>
          </p:cNvPr>
          <p:cNvGrpSpPr>
            <a:grpSpLocks/>
          </p:cNvGrpSpPr>
          <p:nvPr/>
        </p:nvGrpSpPr>
        <p:grpSpPr bwMode="auto">
          <a:xfrm>
            <a:off x="455613" y="4567238"/>
            <a:ext cx="501650" cy="396875"/>
            <a:chOff x="2221" y="3571"/>
            <a:chExt cx="316" cy="250"/>
          </a:xfrm>
        </p:grpSpPr>
        <p:sp>
          <p:nvSpPr>
            <p:cNvPr id="195805" name="Oval 17">
              <a:extLst>
                <a:ext uri="{FF2B5EF4-FFF2-40B4-BE49-F238E27FC236}">
                  <a16:creationId xmlns:a16="http://schemas.microsoft.com/office/drawing/2014/main" id="{EBA5317C-7838-41B4-9F5C-AD1ACD93DA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" y="3695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06" name="Line 18">
              <a:extLst>
                <a:ext uri="{FF2B5EF4-FFF2-40B4-BE49-F238E27FC236}">
                  <a16:creationId xmlns:a16="http://schemas.microsoft.com/office/drawing/2014/main" id="{789D6037-12B8-4A95-BC75-329ACF53A2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4" y="368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07" name="Line 19">
              <a:extLst>
                <a:ext uri="{FF2B5EF4-FFF2-40B4-BE49-F238E27FC236}">
                  <a16:creationId xmlns:a16="http://schemas.microsoft.com/office/drawing/2014/main" id="{0F383E01-E031-48EC-9E9D-7B325C2FE2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7" y="368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08" name="Rectangle 20">
              <a:extLst>
                <a:ext uri="{FF2B5EF4-FFF2-40B4-BE49-F238E27FC236}">
                  <a16:creationId xmlns:a16="http://schemas.microsoft.com/office/drawing/2014/main" id="{7940FDFF-2757-45F5-8189-ACACF492A5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" y="3688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809" name="Oval 21">
              <a:extLst>
                <a:ext uri="{FF2B5EF4-FFF2-40B4-BE49-F238E27FC236}">
                  <a16:creationId xmlns:a16="http://schemas.microsoft.com/office/drawing/2014/main" id="{77026166-67AB-4856-A4E3-F6F302F4F0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1" y="3629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5810" name="Group 22">
              <a:extLst>
                <a:ext uri="{FF2B5EF4-FFF2-40B4-BE49-F238E27FC236}">
                  <a16:creationId xmlns:a16="http://schemas.microsoft.com/office/drawing/2014/main" id="{4686921F-866B-4DDD-9316-591A26B12D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75" y="3571"/>
              <a:ext cx="232" cy="250"/>
              <a:chOff x="2941" y="2425"/>
              <a:chExt cx="235" cy="250"/>
            </a:xfrm>
          </p:grpSpPr>
          <p:sp>
            <p:nvSpPr>
              <p:cNvPr id="195811" name="Rectangle 23">
                <a:extLst>
                  <a:ext uri="{FF2B5EF4-FFF2-40B4-BE49-F238E27FC236}">
                    <a16:creationId xmlns:a16="http://schemas.microsoft.com/office/drawing/2014/main" id="{62AFFE21-52B3-4BCB-8ED9-B489573FCE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812" name="Text Box 24">
                <a:extLst>
                  <a:ext uri="{FF2B5EF4-FFF2-40B4-BE49-F238E27FC236}">
                    <a16:creationId xmlns:a16="http://schemas.microsoft.com/office/drawing/2014/main" id="{7CC2277F-18A7-4E2D-82A3-45C25B1723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95595" name="Group 25">
            <a:extLst>
              <a:ext uri="{FF2B5EF4-FFF2-40B4-BE49-F238E27FC236}">
                <a16:creationId xmlns:a16="http://schemas.microsoft.com/office/drawing/2014/main" id="{37C81719-BC08-4801-A62B-B5CB84C41A24}"/>
              </a:ext>
            </a:extLst>
          </p:cNvPr>
          <p:cNvGrpSpPr>
            <a:grpSpLocks/>
          </p:cNvGrpSpPr>
          <p:nvPr/>
        </p:nvGrpSpPr>
        <p:grpSpPr bwMode="auto">
          <a:xfrm>
            <a:off x="1090613" y="5029200"/>
            <a:ext cx="500062" cy="396875"/>
            <a:chOff x="2903" y="2884"/>
            <a:chExt cx="315" cy="250"/>
          </a:xfrm>
        </p:grpSpPr>
        <p:grpSp>
          <p:nvGrpSpPr>
            <p:cNvPr id="195796" name="Group 26">
              <a:extLst>
                <a:ext uri="{FF2B5EF4-FFF2-40B4-BE49-F238E27FC236}">
                  <a16:creationId xmlns:a16="http://schemas.microsoft.com/office/drawing/2014/main" id="{39BBCC1E-ECA4-453C-B807-8792BC8EDD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3" y="2938"/>
              <a:ext cx="315" cy="144"/>
              <a:chOff x="2903" y="2938"/>
              <a:chExt cx="315" cy="144"/>
            </a:xfrm>
          </p:grpSpPr>
          <p:sp>
            <p:nvSpPr>
              <p:cNvPr id="195800" name="Oval 27">
                <a:extLst>
                  <a:ext uri="{FF2B5EF4-FFF2-40B4-BE49-F238E27FC236}">
                    <a16:creationId xmlns:a16="http://schemas.microsoft.com/office/drawing/2014/main" id="{99FBB3D9-1D6F-402B-AE54-C8A0B07E47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3" y="3001"/>
                <a:ext cx="312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801" name="Line 28">
                <a:extLst>
                  <a:ext uri="{FF2B5EF4-FFF2-40B4-BE49-F238E27FC236}">
                    <a16:creationId xmlns:a16="http://schemas.microsoft.com/office/drawing/2014/main" id="{1AA6D02F-C705-40C8-8337-20D778DB6B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03" y="2994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802" name="Line 29">
                <a:extLst>
                  <a:ext uri="{FF2B5EF4-FFF2-40B4-BE49-F238E27FC236}">
                    <a16:creationId xmlns:a16="http://schemas.microsoft.com/office/drawing/2014/main" id="{63818342-CB9C-4D9A-92C4-6F46DF3FC3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5" y="2994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803" name="Rectangle 30">
                <a:extLst>
                  <a:ext uri="{FF2B5EF4-FFF2-40B4-BE49-F238E27FC236}">
                    <a16:creationId xmlns:a16="http://schemas.microsoft.com/office/drawing/2014/main" id="{80976BD0-8A0C-4C2B-9D3D-2C5FDCD9BB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3" y="2994"/>
                <a:ext cx="309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804" name="Oval 31">
                <a:extLst>
                  <a:ext uri="{FF2B5EF4-FFF2-40B4-BE49-F238E27FC236}">
                    <a16:creationId xmlns:a16="http://schemas.microsoft.com/office/drawing/2014/main" id="{B37212FE-41A0-4AD6-8D8C-49506A490B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6" y="2938"/>
                <a:ext cx="312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5797" name="Group 32">
              <a:extLst>
                <a:ext uri="{FF2B5EF4-FFF2-40B4-BE49-F238E27FC236}">
                  <a16:creationId xmlns:a16="http://schemas.microsoft.com/office/drawing/2014/main" id="{015D557B-AD6A-49B2-AC52-C1892B463F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49" y="2884"/>
              <a:ext cx="232" cy="250"/>
              <a:chOff x="2940" y="2425"/>
              <a:chExt cx="235" cy="250"/>
            </a:xfrm>
          </p:grpSpPr>
          <p:sp>
            <p:nvSpPr>
              <p:cNvPr id="195798" name="Rectangle 33">
                <a:extLst>
                  <a:ext uri="{FF2B5EF4-FFF2-40B4-BE49-F238E27FC236}">
                    <a16:creationId xmlns:a16="http://schemas.microsoft.com/office/drawing/2014/main" id="{8D4205E4-C38C-4DF0-B4CD-D09898C43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99" name="Text Box 34">
                <a:extLst>
                  <a:ext uri="{FF2B5EF4-FFF2-40B4-BE49-F238E27FC236}">
                    <a16:creationId xmlns:a16="http://schemas.microsoft.com/office/drawing/2014/main" id="{589F1277-72D6-4767-B595-36E6844AB9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0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C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95596" name="Group 35">
            <a:extLst>
              <a:ext uri="{FF2B5EF4-FFF2-40B4-BE49-F238E27FC236}">
                <a16:creationId xmlns:a16="http://schemas.microsoft.com/office/drawing/2014/main" id="{286F13D0-9EF7-412B-AFD5-956A773CE4FF}"/>
              </a:ext>
            </a:extLst>
          </p:cNvPr>
          <p:cNvGrpSpPr>
            <a:grpSpLocks/>
          </p:cNvGrpSpPr>
          <p:nvPr/>
        </p:nvGrpSpPr>
        <p:grpSpPr bwMode="auto">
          <a:xfrm>
            <a:off x="1744663" y="4581525"/>
            <a:ext cx="501650" cy="396875"/>
            <a:chOff x="2217" y="2884"/>
            <a:chExt cx="316" cy="250"/>
          </a:xfrm>
        </p:grpSpPr>
        <p:sp>
          <p:nvSpPr>
            <p:cNvPr id="195788" name="Oval 36">
              <a:extLst>
                <a:ext uri="{FF2B5EF4-FFF2-40B4-BE49-F238E27FC236}">
                  <a16:creationId xmlns:a16="http://schemas.microsoft.com/office/drawing/2014/main" id="{2C0589CA-2879-4538-84E2-2F3103517D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0" y="3005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89" name="Line 37">
              <a:extLst>
                <a:ext uri="{FF2B5EF4-FFF2-40B4-BE49-F238E27FC236}">
                  <a16:creationId xmlns:a16="http://schemas.microsoft.com/office/drawing/2014/main" id="{AE37A96B-A4D7-4D5F-856F-081002E496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0" y="29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90" name="Line 38">
              <a:extLst>
                <a:ext uri="{FF2B5EF4-FFF2-40B4-BE49-F238E27FC236}">
                  <a16:creationId xmlns:a16="http://schemas.microsoft.com/office/drawing/2014/main" id="{DF9C9084-ABA0-451C-AA37-14E5189A4E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29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91" name="Rectangle 39">
              <a:extLst>
                <a:ext uri="{FF2B5EF4-FFF2-40B4-BE49-F238E27FC236}">
                  <a16:creationId xmlns:a16="http://schemas.microsoft.com/office/drawing/2014/main" id="{0E7C3B3C-0B62-4D6F-BB5E-B3E777D188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0" y="2998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92" name="Oval 40">
              <a:extLst>
                <a:ext uri="{FF2B5EF4-FFF2-40B4-BE49-F238E27FC236}">
                  <a16:creationId xmlns:a16="http://schemas.microsoft.com/office/drawing/2014/main" id="{29AFA171-EDB5-4340-A4DA-27DE6373C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17" y="2939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5793" name="Group 41">
              <a:extLst>
                <a:ext uri="{FF2B5EF4-FFF2-40B4-BE49-F238E27FC236}">
                  <a16:creationId xmlns:a16="http://schemas.microsoft.com/office/drawing/2014/main" id="{A3CEA55B-DDEF-49C0-A94C-CBA9E85765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70" y="2884"/>
              <a:ext cx="223" cy="250"/>
              <a:chOff x="2945" y="2425"/>
              <a:chExt cx="226" cy="250"/>
            </a:xfrm>
          </p:grpSpPr>
          <p:sp>
            <p:nvSpPr>
              <p:cNvPr id="195794" name="Rectangle 42">
                <a:extLst>
                  <a:ext uri="{FF2B5EF4-FFF2-40B4-BE49-F238E27FC236}">
                    <a16:creationId xmlns:a16="http://schemas.microsoft.com/office/drawing/2014/main" id="{751D0729-573A-419B-9F0F-1866BD3C5C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95" name="Text Box 43">
                <a:extLst>
                  <a:ext uri="{FF2B5EF4-FFF2-40B4-BE49-F238E27FC236}">
                    <a16:creationId xmlns:a16="http://schemas.microsoft.com/office/drawing/2014/main" id="{900EA887-E30B-4447-A16E-A1AFC5D36B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5" y="2425"/>
                <a:ext cx="22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B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195597" name="Text Box 44">
            <a:extLst>
              <a:ext uri="{FF2B5EF4-FFF2-40B4-BE49-F238E27FC236}">
                <a16:creationId xmlns:a16="http://schemas.microsoft.com/office/drawing/2014/main" id="{32A51692-20C2-42D6-80CC-C66E342450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513" y="4333875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195598" name="Freeform 45">
            <a:extLst>
              <a:ext uri="{FF2B5EF4-FFF2-40B4-BE49-F238E27FC236}">
                <a16:creationId xmlns:a16="http://schemas.microsoft.com/office/drawing/2014/main" id="{FA00D58C-6BB5-4965-9855-0495604E0E13}"/>
              </a:ext>
            </a:extLst>
          </p:cNvPr>
          <p:cNvSpPr>
            <a:spLocks/>
          </p:cNvSpPr>
          <p:nvPr/>
        </p:nvSpPr>
        <p:spPr bwMode="auto">
          <a:xfrm flipH="1">
            <a:off x="1482725" y="4479925"/>
            <a:ext cx="338138" cy="204788"/>
          </a:xfrm>
          <a:custGeom>
            <a:avLst/>
            <a:gdLst>
              <a:gd name="T0" fmla="*/ 0 w 342"/>
              <a:gd name="T1" fmla="*/ 2147483646 h 186"/>
              <a:gd name="T2" fmla="*/ 2147483646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599" name="Freeform 46">
            <a:extLst>
              <a:ext uri="{FF2B5EF4-FFF2-40B4-BE49-F238E27FC236}">
                <a16:creationId xmlns:a16="http://schemas.microsoft.com/office/drawing/2014/main" id="{74CC8824-2FFF-447A-A7BA-9DEA308F8C71}"/>
              </a:ext>
            </a:extLst>
          </p:cNvPr>
          <p:cNvSpPr>
            <a:spLocks/>
          </p:cNvSpPr>
          <p:nvPr/>
        </p:nvSpPr>
        <p:spPr bwMode="auto">
          <a:xfrm flipH="1" flipV="1">
            <a:off x="1497013" y="4894263"/>
            <a:ext cx="314325" cy="228600"/>
          </a:xfrm>
          <a:custGeom>
            <a:avLst/>
            <a:gdLst>
              <a:gd name="T0" fmla="*/ 0 w 342"/>
              <a:gd name="T1" fmla="*/ 2147483646 h 186"/>
              <a:gd name="T2" fmla="*/ 2147483646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chemeClr val="tx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0" name="Freeform 47">
            <a:extLst>
              <a:ext uri="{FF2B5EF4-FFF2-40B4-BE49-F238E27FC236}">
                <a16:creationId xmlns:a16="http://schemas.microsoft.com/office/drawing/2014/main" id="{EB906965-38E9-4A28-A9EE-144B83C6FEC1}"/>
              </a:ext>
            </a:extLst>
          </p:cNvPr>
          <p:cNvSpPr>
            <a:spLocks/>
          </p:cNvSpPr>
          <p:nvPr/>
        </p:nvSpPr>
        <p:spPr bwMode="auto">
          <a:xfrm flipV="1">
            <a:off x="858838" y="4884738"/>
            <a:ext cx="323850" cy="247650"/>
          </a:xfrm>
          <a:custGeom>
            <a:avLst/>
            <a:gdLst>
              <a:gd name="T0" fmla="*/ 0 w 342"/>
              <a:gd name="T1" fmla="*/ 2147483646 h 186"/>
              <a:gd name="T2" fmla="*/ 2147483646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1" name="Text Box 48">
            <a:extLst>
              <a:ext uri="{FF2B5EF4-FFF2-40B4-BE49-F238E27FC236}">
                <a16:creationId xmlns:a16="http://schemas.microsoft.com/office/drawing/2014/main" id="{95658A3F-3B7E-404A-A41A-CCC983009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27188" y="4343400"/>
            <a:ext cx="48418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1+e</a:t>
            </a:r>
          </a:p>
        </p:txBody>
      </p:sp>
      <p:sp>
        <p:nvSpPr>
          <p:cNvPr id="195602" name="Text Box 49">
            <a:extLst>
              <a:ext uri="{FF2B5EF4-FFF2-40B4-BE49-F238E27FC236}">
                <a16:creationId xmlns:a16="http://schemas.microsoft.com/office/drawing/2014/main" id="{D703E615-B83B-43D2-9C29-B8583841F1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3538" y="4933950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e</a:t>
            </a:r>
          </a:p>
        </p:txBody>
      </p:sp>
      <p:sp>
        <p:nvSpPr>
          <p:cNvPr id="195603" name="Text Box 50">
            <a:extLst>
              <a:ext uri="{FF2B5EF4-FFF2-40B4-BE49-F238E27FC236}">
                <a16:creationId xmlns:a16="http://schemas.microsoft.com/office/drawing/2014/main" id="{93E636B4-DF67-492B-9AE4-BF17E15346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4957763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95604" name="Line 51">
            <a:extLst>
              <a:ext uri="{FF2B5EF4-FFF2-40B4-BE49-F238E27FC236}">
                <a16:creationId xmlns:a16="http://schemas.microsoft.com/office/drawing/2014/main" id="{D2A25BE5-9B72-4E97-A848-5F4057890E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30325" y="5351463"/>
            <a:ext cx="0" cy="40005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5" name="Text Box 52">
            <a:extLst>
              <a:ext uri="{FF2B5EF4-FFF2-40B4-BE49-F238E27FC236}">
                <a16:creationId xmlns:a16="http://schemas.microsoft.com/office/drawing/2014/main" id="{2FC304D3-6CBC-4653-AFB6-F7B996DA6B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5850" y="5559425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e</a:t>
            </a:r>
            <a:endParaRPr kumimoji="0" lang="en-US" altLang="zh-TW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6" name="Line 53">
            <a:extLst>
              <a:ext uri="{FF2B5EF4-FFF2-40B4-BE49-F238E27FC236}">
                <a16:creationId xmlns:a16="http://schemas.microsoft.com/office/drawing/2014/main" id="{D55A4BFA-A036-4B75-A5C8-41347C88846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11175" y="4884738"/>
            <a:ext cx="4763" cy="338137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7" name="Text Box 54">
            <a:extLst>
              <a:ext uri="{FF2B5EF4-FFF2-40B4-BE49-F238E27FC236}">
                <a16:creationId xmlns:a16="http://schemas.microsoft.com/office/drawing/2014/main" id="{48BC8AEE-DF10-4906-B4A8-0F4CF7505A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138" y="51736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  <a:endParaRPr kumimoji="0" lang="en-US" altLang="zh-TW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8" name="Line 55">
            <a:extLst>
              <a:ext uri="{FF2B5EF4-FFF2-40B4-BE49-F238E27FC236}">
                <a16:creationId xmlns:a16="http://schemas.microsoft.com/office/drawing/2014/main" id="{079BA49C-0BDB-4C7F-9382-63F26B5605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30413" y="4918075"/>
            <a:ext cx="0" cy="42862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09" name="Text Box 56">
            <a:extLst>
              <a:ext uri="{FF2B5EF4-FFF2-40B4-BE49-F238E27FC236}">
                <a16:creationId xmlns:a16="http://schemas.microsoft.com/office/drawing/2014/main" id="{7465BA83-7DE8-4B25-ABBF-B7F8A77A4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663" y="52784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  <a:endParaRPr kumimoji="0" lang="en-US" altLang="zh-TW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10" name="Freeform 57">
            <a:extLst>
              <a:ext uri="{FF2B5EF4-FFF2-40B4-BE49-F238E27FC236}">
                <a16:creationId xmlns:a16="http://schemas.microsoft.com/office/drawing/2014/main" id="{8C400DBB-6513-4A96-8E74-F8DBD64BDAE6}"/>
              </a:ext>
            </a:extLst>
          </p:cNvPr>
          <p:cNvSpPr>
            <a:spLocks/>
          </p:cNvSpPr>
          <p:nvPr/>
        </p:nvSpPr>
        <p:spPr bwMode="auto">
          <a:xfrm flipH="1" flipV="1">
            <a:off x="1401763" y="4851400"/>
            <a:ext cx="314325" cy="228600"/>
          </a:xfrm>
          <a:custGeom>
            <a:avLst/>
            <a:gdLst>
              <a:gd name="T0" fmla="*/ 0 w 342"/>
              <a:gd name="T1" fmla="*/ 2147483646 h 186"/>
              <a:gd name="T2" fmla="*/ 2147483646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11" name="Freeform 58">
            <a:extLst>
              <a:ext uri="{FF2B5EF4-FFF2-40B4-BE49-F238E27FC236}">
                <a16:creationId xmlns:a16="http://schemas.microsoft.com/office/drawing/2014/main" id="{8CAABA50-2639-4220-A639-1B15468DF520}"/>
              </a:ext>
            </a:extLst>
          </p:cNvPr>
          <p:cNvSpPr>
            <a:spLocks/>
          </p:cNvSpPr>
          <p:nvPr/>
        </p:nvSpPr>
        <p:spPr bwMode="auto">
          <a:xfrm flipH="1">
            <a:off x="949325" y="4860925"/>
            <a:ext cx="304800" cy="219075"/>
          </a:xfrm>
          <a:custGeom>
            <a:avLst/>
            <a:gdLst>
              <a:gd name="T0" fmla="*/ 0 w 342"/>
              <a:gd name="T1" fmla="*/ 2147483646 h 186"/>
              <a:gd name="T2" fmla="*/ 2147483646 w 342"/>
              <a:gd name="T3" fmla="*/ 0 h 186"/>
              <a:gd name="T4" fmla="*/ 0 60000 65536"/>
              <a:gd name="T5" fmla="*/ 0 60000 65536"/>
              <a:gd name="T6" fmla="*/ 0 w 342"/>
              <a:gd name="T7" fmla="*/ 0 h 186"/>
              <a:gd name="T8" fmla="*/ 342 w 34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342" h="186">
                <a:moveTo>
                  <a:pt x="0" y="186"/>
                </a:moveTo>
                <a:lnTo>
                  <a:pt x="342" y="0"/>
                </a:lnTo>
              </a:path>
            </a:pathLst>
          </a:custGeom>
          <a:noFill/>
          <a:ln w="12700">
            <a:solidFill>
              <a:schemeClr val="tx1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12" name="Text Box 59">
            <a:extLst>
              <a:ext uri="{FF2B5EF4-FFF2-40B4-BE49-F238E27FC236}">
                <a16:creationId xmlns:a16="http://schemas.microsoft.com/office/drawing/2014/main" id="{1F896C22-E442-48C2-BC4B-558C243A3C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7750" y="4738688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95613" name="Text Box 60">
            <a:extLst>
              <a:ext uri="{FF2B5EF4-FFF2-40B4-BE49-F238E27FC236}">
                <a16:creationId xmlns:a16="http://schemas.microsoft.com/office/drawing/2014/main" id="{E3A66096-5365-429E-A497-AFAB8B62A2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0650" y="4730750"/>
            <a:ext cx="2825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95614" name="Text Box 211">
            <a:extLst>
              <a:ext uri="{FF2B5EF4-FFF2-40B4-BE49-F238E27FC236}">
                <a16:creationId xmlns:a16="http://schemas.microsoft.com/office/drawing/2014/main" id="{54E04C98-E3F3-4C52-9598-306191DBF7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8050" y="5824538"/>
            <a:ext cx="9493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initially</a:t>
            </a:r>
            <a:endParaRPr kumimoji="0" lang="en-US" altLang="zh-TW" sz="2400" b="0" i="0" u="none" strike="noStrike" kern="1200" cap="none" spc="0" normalizeH="0" baseline="0" noProof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1" name="Group 298">
            <a:extLst>
              <a:ext uri="{FF2B5EF4-FFF2-40B4-BE49-F238E27FC236}">
                <a16:creationId xmlns:a16="http://schemas.microsoft.com/office/drawing/2014/main" id="{320DED0B-E4E7-4C40-9D57-F815283ECF73}"/>
              </a:ext>
            </a:extLst>
          </p:cNvPr>
          <p:cNvGrpSpPr>
            <a:grpSpLocks/>
          </p:cNvGrpSpPr>
          <p:nvPr/>
        </p:nvGrpSpPr>
        <p:grpSpPr bwMode="auto">
          <a:xfrm>
            <a:off x="2544763" y="4189413"/>
            <a:ext cx="2195512" cy="2293937"/>
            <a:chOff x="1729" y="2639"/>
            <a:chExt cx="1383" cy="1445"/>
          </a:xfrm>
        </p:grpSpPr>
        <p:sp>
          <p:nvSpPr>
            <p:cNvPr id="195740" name="Freeform 61">
              <a:extLst>
                <a:ext uri="{FF2B5EF4-FFF2-40B4-BE49-F238E27FC236}">
                  <a16:creationId xmlns:a16="http://schemas.microsoft.com/office/drawing/2014/main" id="{33D0D218-13CA-44F7-B5AF-F4CD2066BB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" y="2639"/>
              <a:ext cx="1225" cy="854"/>
            </a:xfrm>
            <a:custGeom>
              <a:avLst/>
              <a:gdLst>
                <a:gd name="T0" fmla="*/ 0 w 1225"/>
                <a:gd name="T1" fmla="*/ 387 h 854"/>
                <a:gd name="T2" fmla="*/ 168 w 1225"/>
                <a:gd name="T3" fmla="*/ 162 h 854"/>
                <a:gd name="T4" fmla="*/ 486 w 1225"/>
                <a:gd name="T5" fmla="*/ 18 h 854"/>
                <a:gd name="T6" fmla="*/ 822 w 1225"/>
                <a:gd name="T7" fmla="*/ 30 h 854"/>
                <a:gd name="T8" fmla="*/ 1152 w 1225"/>
                <a:gd name="T9" fmla="*/ 267 h 854"/>
                <a:gd name="T10" fmla="*/ 1188 w 1225"/>
                <a:gd name="T11" fmla="*/ 537 h 854"/>
                <a:gd name="T12" fmla="*/ 927 w 1225"/>
                <a:gd name="T13" fmla="*/ 780 h 854"/>
                <a:gd name="T14" fmla="*/ 447 w 1225"/>
                <a:gd name="T15" fmla="*/ 837 h 854"/>
                <a:gd name="T16" fmla="*/ 177 w 1225"/>
                <a:gd name="T17" fmla="*/ 675 h 854"/>
                <a:gd name="T18" fmla="*/ 0 w 1225"/>
                <a:gd name="T19" fmla="*/ 387 h 85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225"/>
                <a:gd name="T31" fmla="*/ 0 h 854"/>
                <a:gd name="T32" fmla="*/ 1225 w 1225"/>
                <a:gd name="T33" fmla="*/ 854 h 854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225" h="854">
                  <a:moveTo>
                    <a:pt x="0" y="387"/>
                  </a:moveTo>
                  <a:cubicBezTo>
                    <a:pt x="0" y="243"/>
                    <a:pt x="87" y="223"/>
                    <a:pt x="168" y="162"/>
                  </a:cubicBezTo>
                  <a:cubicBezTo>
                    <a:pt x="249" y="101"/>
                    <a:pt x="377" y="40"/>
                    <a:pt x="486" y="18"/>
                  </a:cubicBezTo>
                  <a:cubicBezTo>
                    <a:pt x="615" y="6"/>
                    <a:pt x="684" y="0"/>
                    <a:pt x="822" y="30"/>
                  </a:cubicBezTo>
                  <a:cubicBezTo>
                    <a:pt x="960" y="60"/>
                    <a:pt x="1099" y="169"/>
                    <a:pt x="1152" y="267"/>
                  </a:cubicBezTo>
                  <a:cubicBezTo>
                    <a:pt x="1213" y="351"/>
                    <a:pt x="1225" y="452"/>
                    <a:pt x="1188" y="537"/>
                  </a:cubicBezTo>
                  <a:cubicBezTo>
                    <a:pt x="1151" y="622"/>
                    <a:pt x="1050" y="730"/>
                    <a:pt x="927" y="780"/>
                  </a:cubicBezTo>
                  <a:cubicBezTo>
                    <a:pt x="804" y="830"/>
                    <a:pt x="572" y="854"/>
                    <a:pt x="447" y="837"/>
                  </a:cubicBezTo>
                  <a:cubicBezTo>
                    <a:pt x="322" y="820"/>
                    <a:pt x="251" y="750"/>
                    <a:pt x="177" y="675"/>
                  </a:cubicBezTo>
                  <a:cubicBezTo>
                    <a:pt x="103" y="600"/>
                    <a:pt x="0" y="531"/>
                    <a:pt x="0" y="387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41" name="Freeform 62">
              <a:extLst>
                <a:ext uri="{FF2B5EF4-FFF2-40B4-BE49-F238E27FC236}">
                  <a16:creationId xmlns:a16="http://schemas.microsoft.com/office/drawing/2014/main" id="{5DB640C9-3F29-49B1-A1F1-A1B1C0DBD19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0" y="2852"/>
              <a:ext cx="246" cy="132"/>
            </a:xfrm>
            <a:custGeom>
              <a:avLst/>
              <a:gdLst>
                <a:gd name="T0" fmla="*/ 0 w 342"/>
                <a:gd name="T1" fmla="*/ 1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5742" name="Group 63">
              <a:extLst>
                <a:ext uri="{FF2B5EF4-FFF2-40B4-BE49-F238E27FC236}">
                  <a16:creationId xmlns:a16="http://schemas.microsoft.com/office/drawing/2014/main" id="{61751DC0-9A8F-4CD1-B9DF-2A47EE49FC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3" y="2652"/>
              <a:ext cx="316" cy="250"/>
              <a:chOff x="1747" y="3190"/>
              <a:chExt cx="316" cy="250"/>
            </a:xfrm>
          </p:grpSpPr>
          <p:sp>
            <p:nvSpPr>
              <p:cNvPr id="195780" name="Oval 64">
                <a:extLst>
                  <a:ext uri="{FF2B5EF4-FFF2-40B4-BE49-F238E27FC236}">
                    <a16:creationId xmlns:a16="http://schemas.microsoft.com/office/drawing/2014/main" id="{2ECC02C5-E8BA-4059-957E-32F03091A4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8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81" name="Line 65">
                <a:extLst>
                  <a:ext uri="{FF2B5EF4-FFF2-40B4-BE49-F238E27FC236}">
                    <a16:creationId xmlns:a16="http://schemas.microsoft.com/office/drawing/2014/main" id="{5A0DB350-BA60-44B4-A9C8-D6EA0B884E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82" name="Line 66">
                <a:extLst>
                  <a:ext uri="{FF2B5EF4-FFF2-40B4-BE49-F238E27FC236}">
                    <a16:creationId xmlns:a16="http://schemas.microsoft.com/office/drawing/2014/main" id="{32901AA6-EC29-47FC-A534-95EA5AD649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3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83" name="Rectangle 67">
                <a:extLst>
                  <a:ext uri="{FF2B5EF4-FFF2-40B4-BE49-F238E27FC236}">
                    <a16:creationId xmlns:a16="http://schemas.microsoft.com/office/drawing/2014/main" id="{407ACA21-0D72-4463-AA03-BBA826E2CE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1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84" name="Oval 68">
                <a:extLst>
                  <a:ext uri="{FF2B5EF4-FFF2-40B4-BE49-F238E27FC236}">
                    <a16:creationId xmlns:a16="http://schemas.microsoft.com/office/drawing/2014/main" id="{0EF5DB3F-3804-4DB4-A0E9-2B2A37C46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7" y="3242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785" name="Group 69">
                <a:extLst>
                  <a:ext uri="{FF2B5EF4-FFF2-40B4-BE49-F238E27FC236}">
                    <a16:creationId xmlns:a16="http://schemas.microsoft.com/office/drawing/2014/main" id="{3CB7C4DC-27A1-4B39-B37D-97A20876826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90" y="3190"/>
                <a:ext cx="223" cy="250"/>
                <a:chOff x="2945" y="2425"/>
                <a:chExt cx="226" cy="250"/>
              </a:xfrm>
            </p:grpSpPr>
            <p:sp>
              <p:nvSpPr>
                <p:cNvPr id="195786" name="Rectangle 70">
                  <a:extLst>
                    <a:ext uri="{FF2B5EF4-FFF2-40B4-BE49-F238E27FC236}">
                      <a16:creationId xmlns:a16="http://schemas.microsoft.com/office/drawing/2014/main" id="{12731A23-A526-48A9-AF5D-EAB19FF2DA1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87" name="Text Box 71">
                  <a:extLst>
                    <a:ext uri="{FF2B5EF4-FFF2-40B4-BE49-F238E27FC236}">
                      <a16:creationId xmlns:a16="http://schemas.microsoft.com/office/drawing/2014/main" id="{515D2A9B-3D04-4948-A10C-BF870CB56D4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5" y="2425"/>
                  <a:ext cx="22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743" name="Group 72">
              <a:extLst>
                <a:ext uri="{FF2B5EF4-FFF2-40B4-BE49-F238E27FC236}">
                  <a16:creationId xmlns:a16="http://schemas.microsoft.com/office/drawing/2014/main" id="{AF96996B-F0A5-4C87-8C9E-717A4B6EDA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5" y="2907"/>
              <a:ext cx="316" cy="250"/>
              <a:chOff x="2221" y="3571"/>
              <a:chExt cx="316" cy="250"/>
            </a:xfrm>
          </p:grpSpPr>
          <p:sp>
            <p:nvSpPr>
              <p:cNvPr id="195772" name="Oval 73">
                <a:extLst>
                  <a:ext uri="{FF2B5EF4-FFF2-40B4-BE49-F238E27FC236}">
                    <a16:creationId xmlns:a16="http://schemas.microsoft.com/office/drawing/2014/main" id="{3E2A0A73-299E-4D09-81CE-68C0D11E3E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95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73" name="Line 74">
                <a:extLst>
                  <a:ext uri="{FF2B5EF4-FFF2-40B4-BE49-F238E27FC236}">
                    <a16:creationId xmlns:a16="http://schemas.microsoft.com/office/drawing/2014/main" id="{7836EC25-C27A-451B-943D-BDB89CC4DE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4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74" name="Line 75">
                <a:extLst>
                  <a:ext uri="{FF2B5EF4-FFF2-40B4-BE49-F238E27FC236}">
                    <a16:creationId xmlns:a16="http://schemas.microsoft.com/office/drawing/2014/main" id="{7C784D52-EC49-44FA-8C06-1F13976FE3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7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75" name="Rectangle 76">
                <a:extLst>
                  <a:ext uri="{FF2B5EF4-FFF2-40B4-BE49-F238E27FC236}">
                    <a16:creationId xmlns:a16="http://schemas.microsoft.com/office/drawing/2014/main" id="{FC62ECAC-2E33-43BB-8EBC-4DA2AC9D9B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88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76" name="Oval 77">
                <a:extLst>
                  <a:ext uri="{FF2B5EF4-FFF2-40B4-BE49-F238E27FC236}">
                    <a16:creationId xmlns:a16="http://schemas.microsoft.com/office/drawing/2014/main" id="{7059CB56-1C19-4A74-9ADA-85543A3BFD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1" y="362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777" name="Group 78">
                <a:extLst>
                  <a:ext uri="{FF2B5EF4-FFF2-40B4-BE49-F238E27FC236}">
                    <a16:creationId xmlns:a16="http://schemas.microsoft.com/office/drawing/2014/main" id="{A4A2F9AF-C37E-40CE-A286-C3D70879B0B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5" y="3571"/>
                <a:ext cx="232" cy="250"/>
                <a:chOff x="2941" y="2425"/>
                <a:chExt cx="235" cy="250"/>
              </a:xfrm>
            </p:grpSpPr>
            <p:sp>
              <p:nvSpPr>
                <p:cNvPr id="195778" name="Rectangle 79">
                  <a:extLst>
                    <a:ext uri="{FF2B5EF4-FFF2-40B4-BE49-F238E27FC236}">
                      <a16:creationId xmlns:a16="http://schemas.microsoft.com/office/drawing/2014/main" id="{3258D774-758A-4FB4-9297-D298EF766C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79" name="Text Box 80">
                  <a:extLst>
                    <a:ext uri="{FF2B5EF4-FFF2-40B4-BE49-F238E27FC236}">
                      <a16:creationId xmlns:a16="http://schemas.microsoft.com/office/drawing/2014/main" id="{A795A749-D337-4732-8647-267CAC965FE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1" y="2425"/>
                  <a:ext cx="23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744" name="Group 81">
              <a:extLst>
                <a:ext uri="{FF2B5EF4-FFF2-40B4-BE49-F238E27FC236}">
                  <a16:creationId xmlns:a16="http://schemas.microsoft.com/office/drawing/2014/main" id="{3DF5D439-83D7-4CB3-82A8-71869161E5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5" y="3198"/>
              <a:ext cx="315" cy="250"/>
              <a:chOff x="2903" y="2884"/>
              <a:chExt cx="315" cy="250"/>
            </a:xfrm>
          </p:grpSpPr>
          <p:grpSp>
            <p:nvGrpSpPr>
              <p:cNvPr id="195763" name="Group 82">
                <a:extLst>
                  <a:ext uri="{FF2B5EF4-FFF2-40B4-BE49-F238E27FC236}">
                    <a16:creationId xmlns:a16="http://schemas.microsoft.com/office/drawing/2014/main" id="{76510CCB-B764-4A97-A706-C5DA3671C86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03" y="2938"/>
                <a:ext cx="315" cy="144"/>
                <a:chOff x="2903" y="2938"/>
                <a:chExt cx="315" cy="144"/>
              </a:xfrm>
            </p:grpSpPr>
            <p:sp>
              <p:nvSpPr>
                <p:cNvPr id="195767" name="Oval 83">
                  <a:extLst>
                    <a:ext uri="{FF2B5EF4-FFF2-40B4-BE49-F238E27FC236}">
                      <a16:creationId xmlns:a16="http://schemas.microsoft.com/office/drawing/2014/main" id="{D5CFB1CC-30D3-4606-9848-8405E5DD78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3001"/>
                  <a:ext cx="312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68" name="Line 84">
                  <a:extLst>
                    <a:ext uri="{FF2B5EF4-FFF2-40B4-BE49-F238E27FC236}">
                      <a16:creationId xmlns:a16="http://schemas.microsoft.com/office/drawing/2014/main" id="{0E964AF9-4CF8-4F4B-893C-B1AA9BBF99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3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69" name="Line 85">
                  <a:extLst>
                    <a:ext uri="{FF2B5EF4-FFF2-40B4-BE49-F238E27FC236}">
                      <a16:creationId xmlns:a16="http://schemas.microsoft.com/office/drawing/2014/main" id="{07A6A926-3442-4CF5-84D9-84429C5821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5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70" name="Rectangle 86">
                  <a:extLst>
                    <a:ext uri="{FF2B5EF4-FFF2-40B4-BE49-F238E27FC236}">
                      <a16:creationId xmlns:a16="http://schemas.microsoft.com/office/drawing/2014/main" id="{7A34A21C-087A-4E5A-8F72-2CE9B5B46E9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2994"/>
                  <a:ext cx="309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71" name="Oval 87">
                  <a:extLst>
                    <a:ext uri="{FF2B5EF4-FFF2-40B4-BE49-F238E27FC236}">
                      <a16:creationId xmlns:a16="http://schemas.microsoft.com/office/drawing/2014/main" id="{677A67A0-D832-4653-BA63-8B37015B6CD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6" y="2938"/>
                  <a:ext cx="312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95764" name="Group 88">
                <a:extLst>
                  <a:ext uri="{FF2B5EF4-FFF2-40B4-BE49-F238E27FC236}">
                    <a16:creationId xmlns:a16="http://schemas.microsoft.com/office/drawing/2014/main" id="{A088EC2D-19AB-485A-BF50-E03390CCE7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49" y="2884"/>
                <a:ext cx="232" cy="250"/>
                <a:chOff x="2940" y="2425"/>
                <a:chExt cx="235" cy="250"/>
              </a:xfrm>
            </p:grpSpPr>
            <p:sp>
              <p:nvSpPr>
                <p:cNvPr id="195765" name="Rectangle 89">
                  <a:extLst>
                    <a:ext uri="{FF2B5EF4-FFF2-40B4-BE49-F238E27FC236}">
                      <a16:creationId xmlns:a16="http://schemas.microsoft.com/office/drawing/2014/main" id="{0961D576-B5EE-462B-993E-DBB6F18FDDB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66" name="Text Box 90">
                  <a:extLst>
                    <a:ext uri="{FF2B5EF4-FFF2-40B4-BE49-F238E27FC236}">
                      <a16:creationId xmlns:a16="http://schemas.microsoft.com/office/drawing/2014/main" id="{7E62903A-248B-4D85-A51F-674CEF0AA22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0" y="2425"/>
                  <a:ext cx="23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C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745" name="Group 91">
              <a:extLst>
                <a:ext uri="{FF2B5EF4-FFF2-40B4-BE49-F238E27FC236}">
                  <a16:creationId xmlns:a16="http://schemas.microsoft.com/office/drawing/2014/main" id="{5CDB0918-6143-4D59-891F-28EB6DDA4B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2916"/>
              <a:ext cx="316" cy="250"/>
              <a:chOff x="2217" y="2884"/>
              <a:chExt cx="316" cy="250"/>
            </a:xfrm>
          </p:grpSpPr>
          <p:sp>
            <p:nvSpPr>
              <p:cNvPr id="195755" name="Oval 92">
                <a:extLst>
                  <a:ext uri="{FF2B5EF4-FFF2-40B4-BE49-F238E27FC236}">
                    <a16:creationId xmlns:a16="http://schemas.microsoft.com/office/drawing/2014/main" id="{E06E4434-FB54-4655-8FD0-01225A6AC2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3005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56" name="Line 93">
                <a:extLst>
                  <a:ext uri="{FF2B5EF4-FFF2-40B4-BE49-F238E27FC236}">
                    <a16:creationId xmlns:a16="http://schemas.microsoft.com/office/drawing/2014/main" id="{BB6778BC-B72A-4A57-BAAE-8BEF907D3B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0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57" name="Line 94">
                <a:extLst>
                  <a:ext uri="{FF2B5EF4-FFF2-40B4-BE49-F238E27FC236}">
                    <a16:creationId xmlns:a16="http://schemas.microsoft.com/office/drawing/2014/main" id="{7E966075-DF12-4BDA-9286-0661834481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58" name="Rectangle 95">
                <a:extLst>
                  <a:ext uri="{FF2B5EF4-FFF2-40B4-BE49-F238E27FC236}">
                    <a16:creationId xmlns:a16="http://schemas.microsoft.com/office/drawing/2014/main" id="{7F2687A3-BF72-4518-A8B4-F9810FFD5A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2998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59" name="Oval 96">
                <a:extLst>
                  <a:ext uri="{FF2B5EF4-FFF2-40B4-BE49-F238E27FC236}">
                    <a16:creationId xmlns:a16="http://schemas.microsoft.com/office/drawing/2014/main" id="{1CB0BD6A-A87B-423E-9B05-B8061A0B7B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17" y="293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760" name="Group 97">
                <a:extLst>
                  <a:ext uri="{FF2B5EF4-FFF2-40B4-BE49-F238E27FC236}">
                    <a16:creationId xmlns:a16="http://schemas.microsoft.com/office/drawing/2014/main" id="{A98CB1F9-6B12-4D98-B540-44CD8CF3A78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0" y="2884"/>
                <a:ext cx="223" cy="250"/>
                <a:chOff x="2945" y="2425"/>
                <a:chExt cx="226" cy="250"/>
              </a:xfrm>
            </p:grpSpPr>
            <p:sp>
              <p:nvSpPr>
                <p:cNvPr id="195761" name="Rectangle 98">
                  <a:extLst>
                    <a:ext uri="{FF2B5EF4-FFF2-40B4-BE49-F238E27FC236}">
                      <a16:creationId xmlns:a16="http://schemas.microsoft.com/office/drawing/2014/main" id="{11A14615-9022-4D8E-922E-E025A4CEE96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62" name="Text Box 99">
                  <a:extLst>
                    <a:ext uri="{FF2B5EF4-FFF2-40B4-BE49-F238E27FC236}">
                      <a16:creationId xmlns:a16="http://schemas.microsoft.com/office/drawing/2014/main" id="{A9CC6FB9-2737-4933-8D8A-E9B602B641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5" y="2425"/>
                  <a:ext cx="22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B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95746" name="Freeform 101">
              <a:extLst>
                <a:ext uri="{FF2B5EF4-FFF2-40B4-BE49-F238E27FC236}">
                  <a16:creationId xmlns:a16="http://schemas.microsoft.com/office/drawing/2014/main" id="{490565C3-5B9C-45E0-B549-2E8A7DA026D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05" y="2819"/>
              <a:ext cx="198" cy="156"/>
            </a:xfrm>
            <a:custGeom>
              <a:avLst/>
              <a:gdLst>
                <a:gd name="T0" fmla="*/ 0 w 342"/>
                <a:gd name="T1" fmla="*/ 3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47" name="Freeform 102">
              <a:extLst>
                <a:ext uri="{FF2B5EF4-FFF2-40B4-BE49-F238E27FC236}">
                  <a16:creationId xmlns:a16="http://schemas.microsoft.com/office/drawing/2014/main" id="{2B254351-A627-475D-86B2-670AF457783B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84" y="3125"/>
              <a:ext cx="180" cy="141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48" name="Freeform 103">
              <a:extLst>
                <a:ext uri="{FF2B5EF4-FFF2-40B4-BE49-F238E27FC236}">
                  <a16:creationId xmlns:a16="http://schemas.microsoft.com/office/drawing/2014/main" id="{609B7E2A-20FC-46DF-A05B-A08D75201FA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31" y="3107"/>
              <a:ext cx="204" cy="156"/>
            </a:xfrm>
            <a:custGeom>
              <a:avLst/>
              <a:gdLst>
                <a:gd name="T0" fmla="*/ 0 w 342"/>
                <a:gd name="T1" fmla="*/ 3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49" name="Freeform 107">
              <a:extLst>
                <a:ext uri="{FF2B5EF4-FFF2-40B4-BE49-F238E27FC236}">
                  <a16:creationId xmlns:a16="http://schemas.microsoft.com/office/drawing/2014/main" id="{BBCAB650-F7CB-4EC0-9F7C-6817450BD6B2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00" y="3086"/>
              <a:ext cx="189" cy="153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50" name="Freeform 108">
              <a:extLst>
                <a:ext uri="{FF2B5EF4-FFF2-40B4-BE49-F238E27FC236}">
                  <a16:creationId xmlns:a16="http://schemas.microsoft.com/office/drawing/2014/main" id="{E4ADB9E7-8277-4D60-B57C-E6C25E4BF91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124" y="3083"/>
              <a:ext cx="174" cy="147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51" name="Text Box 212">
              <a:extLst>
                <a:ext uri="{FF2B5EF4-FFF2-40B4-BE49-F238E27FC236}">
                  <a16:creationId xmlns:a16="http://schemas.microsoft.com/office/drawing/2014/main" id="{6DA18CC4-F9D8-43FE-9F06-F006B28238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9" y="3612"/>
              <a:ext cx="1383" cy="4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given these costs,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find new routing….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resulting in new costs</a:t>
              </a:r>
            </a:p>
          </p:txBody>
        </p:sp>
        <p:sp>
          <p:nvSpPr>
            <p:cNvPr id="195752" name="Line 215">
              <a:extLst>
                <a:ext uri="{FF2B5EF4-FFF2-40B4-BE49-F238E27FC236}">
                  <a16:creationId xmlns:a16="http://schemas.microsoft.com/office/drawing/2014/main" id="{ABFED519-22AA-45F6-97A7-7CA5334E03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58" y="3407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53" name="Line 216">
              <a:extLst>
                <a:ext uri="{FF2B5EF4-FFF2-40B4-BE49-F238E27FC236}">
                  <a16:creationId xmlns:a16="http://schemas.microsoft.com/office/drawing/2014/main" id="{77960F19-016E-46EA-8CB8-18F83E20D8D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" y="3119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54" name="Line 217">
              <a:extLst>
                <a:ext uri="{FF2B5EF4-FFF2-40B4-BE49-F238E27FC236}">
                  <a16:creationId xmlns:a16="http://schemas.microsoft.com/office/drawing/2014/main" id="{1482B32F-E319-4CD9-92D4-A3FA2E8165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78" y="3122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95616" name="Freeform 288">
            <a:extLst>
              <a:ext uri="{FF2B5EF4-FFF2-40B4-BE49-F238E27FC236}">
                <a16:creationId xmlns:a16="http://schemas.microsoft.com/office/drawing/2014/main" id="{A43474D6-FB6E-4992-83CF-52D4560BCC28}"/>
              </a:ext>
            </a:extLst>
          </p:cNvPr>
          <p:cNvSpPr>
            <a:spLocks/>
          </p:cNvSpPr>
          <p:nvPr/>
        </p:nvSpPr>
        <p:spPr bwMode="auto">
          <a:xfrm>
            <a:off x="1358900" y="4338638"/>
            <a:ext cx="609600" cy="828675"/>
          </a:xfrm>
          <a:custGeom>
            <a:avLst/>
            <a:gdLst>
              <a:gd name="T0" fmla="*/ 0 w 384"/>
              <a:gd name="T1" fmla="*/ 2147483646 h 522"/>
              <a:gd name="T2" fmla="*/ 2147483646 w 384"/>
              <a:gd name="T3" fmla="*/ 2147483646 h 522"/>
              <a:gd name="T4" fmla="*/ 2147483646 w 384"/>
              <a:gd name="T5" fmla="*/ 0 h 522"/>
              <a:gd name="T6" fmla="*/ 0 60000 65536"/>
              <a:gd name="T7" fmla="*/ 0 60000 65536"/>
              <a:gd name="T8" fmla="*/ 0 60000 65536"/>
              <a:gd name="T9" fmla="*/ 0 w 384"/>
              <a:gd name="T10" fmla="*/ 0 h 522"/>
              <a:gd name="T11" fmla="*/ 384 w 384"/>
              <a:gd name="T12" fmla="*/ 522 h 52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84" h="522">
                <a:moveTo>
                  <a:pt x="0" y="522"/>
                </a:moveTo>
                <a:lnTo>
                  <a:pt x="384" y="249"/>
                </a:lnTo>
                <a:lnTo>
                  <a:pt x="12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5617" name="Line 289">
            <a:extLst>
              <a:ext uri="{FF2B5EF4-FFF2-40B4-BE49-F238E27FC236}">
                <a16:creationId xmlns:a16="http://schemas.microsoft.com/office/drawing/2014/main" id="{00E93EEA-C1B1-492C-AC0A-49E8BAF88F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0725" y="4419600"/>
            <a:ext cx="447675" cy="242888"/>
          </a:xfrm>
          <a:prstGeom prst="line">
            <a:avLst/>
          </a:prstGeom>
          <a:noFill/>
          <a:ln w="571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1186" name="Freeform 290">
            <a:extLst>
              <a:ext uri="{FF2B5EF4-FFF2-40B4-BE49-F238E27FC236}">
                <a16:creationId xmlns:a16="http://schemas.microsoft.com/office/drawing/2014/main" id="{1C16B37D-9B66-4757-9E20-D6FF425114D5}"/>
              </a:ext>
            </a:extLst>
          </p:cNvPr>
          <p:cNvSpPr>
            <a:spLocks/>
          </p:cNvSpPr>
          <p:nvPr/>
        </p:nvSpPr>
        <p:spPr bwMode="auto">
          <a:xfrm>
            <a:off x="2943225" y="4391025"/>
            <a:ext cx="1193800" cy="866775"/>
          </a:xfrm>
          <a:custGeom>
            <a:avLst/>
            <a:gdLst>
              <a:gd name="T0" fmla="*/ 2147483646 w 752"/>
              <a:gd name="T1" fmla="*/ 2147483646 h 546"/>
              <a:gd name="T2" fmla="*/ 2147483646 w 752"/>
              <a:gd name="T3" fmla="*/ 2147483646 h 546"/>
              <a:gd name="T4" fmla="*/ 0 w 752"/>
              <a:gd name="T5" fmla="*/ 2147483646 h 546"/>
              <a:gd name="T6" fmla="*/ 2147483646 w 752"/>
              <a:gd name="T7" fmla="*/ 0 h 546"/>
              <a:gd name="T8" fmla="*/ 0 60000 65536"/>
              <a:gd name="T9" fmla="*/ 0 60000 65536"/>
              <a:gd name="T10" fmla="*/ 0 60000 65536"/>
              <a:gd name="T11" fmla="*/ 0 60000 65536"/>
              <a:gd name="T12" fmla="*/ 0 w 752"/>
              <a:gd name="T13" fmla="*/ 0 h 546"/>
              <a:gd name="T14" fmla="*/ 752 w 752"/>
              <a:gd name="T15" fmla="*/ 546 h 54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52" h="546">
                <a:moveTo>
                  <a:pt x="752" y="264"/>
                </a:moveTo>
                <a:lnTo>
                  <a:pt x="383" y="546"/>
                </a:lnTo>
                <a:lnTo>
                  <a:pt x="0" y="248"/>
                </a:lnTo>
                <a:lnTo>
                  <a:pt x="383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1" name="Group 291">
            <a:extLst>
              <a:ext uri="{FF2B5EF4-FFF2-40B4-BE49-F238E27FC236}">
                <a16:creationId xmlns:a16="http://schemas.microsoft.com/office/drawing/2014/main" id="{30744A98-6490-4B73-B49D-5460400C3B44}"/>
              </a:ext>
            </a:extLst>
          </p:cNvPr>
          <p:cNvGrpSpPr>
            <a:grpSpLocks/>
          </p:cNvGrpSpPr>
          <p:nvPr/>
        </p:nvGrpSpPr>
        <p:grpSpPr bwMode="auto">
          <a:xfrm>
            <a:off x="2768600" y="4376738"/>
            <a:ext cx="1430338" cy="966787"/>
            <a:chOff x="1870" y="2772"/>
            <a:chExt cx="901" cy="609"/>
          </a:xfrm>
        </p:grpSpPr>
        <p:sp>
          <p:nvSpPr>
            <p:cNvPr id="195734" name="Text Box 292">
              <a:extLst>
                <a:ext uri="{FF2B5EF4-FFF2-40B4-BE49-F238E27FC236}">
                  <a16:creationId xmlns:a16="http://schemas.microsoft.com/office/drawing/2014/main" id="{1A4AD2B0-7FB8-402E-B572-BA22D26C28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0" y="2772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2+e</a:t>
              </a:r>
            </a:p>
          </p:txBody>
        </p:sp>
        <p:sp>
          <p:nvSpPr>
            <p:cNvPr id="195735" name="Text Box 293">
              <a:extLst>
                <a:ext uri="{FF2B5EF4-FFF2-40B4-BE49-F238E27FC236}">
                  <a16:creationId xmlns:a16="http://schemas.microsoft.com/office/drawing/2014/main" id="{EB4F1081-52E0-4634-9F03-CBE6712279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3" y="279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736" name="Text Box 294">
              <a:extLst>
                <a:ext uri="{FF2B5EF4-FFF2-40B4-BE49-F238E27FC236}">
                  <a16:creationId xmlns:a16="http://schemas.microsoft.com/office/drawing/2014/main" id="{B0677CAE-9906-4C06-9B51-58E89770CD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1" y="3189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737" name="Text Box 295">
              <a:extLst>
                <a:ext uri="{FF2B5EF4-FFF2-40B4-BE49-F238E27FC236}">
                  <a16:creationId xmlns:a16="http://schemas.microsoft.com/office/drawing/2014/main" id="{D8CAC773-F694-40DC-9F69-ECECF3E669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7" y="315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738" name="Text Box 296">
              <a:extLst>
                <a:ext uri="{FF2B5EF4-FFF2-40B4-BE49-F238E27FC236}">
                  <a16:creationId xmlns:a16="http://schemas.microsoft.com/office/drawing/2014/main" id="{79ECFD42-60F1-4AC1-B0E9-7296B888F6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5" y="3009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1+e</a:t>
              </a:r>
            </a:p>
          </p:txBody>
        </p:sp>
        <p:sp>
          <p:nvSpPr>
            <p:cNvPr id="195739" name="Text Box 297">
              <a:extLst>
                <a:ext uri="{FF2B5EF4-FFF2-40B4-BE49-F238E27FC236}">
                  <a16:creationId xmlns:a16="http://schemas.microsoft.com/office/drawing/2014/main" id="{E70DA3A0-B346-41F4-AF3B-73084DFD10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0" y="300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</p:grpSp>
      <p:grpSp>
        <p:nvGrpSpPr>
          <p:cNvPr id="22" name="Group 299">
            <a:extLst>
              <a:ext uri="{FF2B5EF4-FFF2-40B4-BE49-F238E27FC236}">
                <a16:creationId xmlns:a16="http://schemas.microsoft.com/office/drawing/2014/main" id="{81FD6B60-4582-43C2-975A-30C61C85C9F0}"/>
              </a:ext>
            </a:extLst>
          </p:cNvPr>
          <p:cNvGrpSpPr>
            <a:grpSpLocks/>
          </p:cNvGrpSpPr>
          <p:nvPr/>
        </p:nvGrpSpPr>
        <p:grpSpPr bwMode="auto">
          <a:xfrm>
            <a:off x="4814888" y="4197350"/>
            <a:ext cx="2195512" cy="2293938"/>
            <a:chOff x="1729" y="2639"/>
            <a:chExt cx="1383" cy="1445"/>
          </a:xfrm>
        </p:grpSpPr>
        <p:sp>
          <p:nvSpPr>
            <p:cNvPr id="195686" name="Freeform 300">
              <a:extLst>
                <a:ext uri="{FF2B5EF4-FFF2-40B4-BE49-F238E27FC236}">
                  <a16:creationId xmlns:a16="http://schemas.microsoft.com/office/drawing/2014/main" id="{D61DB604-2834-4064-B886-0C6D238B5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" y="2639"/>
              <a:ext cx="1225" cy="854"/>
            </a:xfrm>
            <a:custGeom>
              <a:avLst/>
              <a:gdLst>
                <a:gd name="T0" fmla="*/ 0 w 1225"/>
                <a:gd name="T1" fmla="*/ 387 h 854"/>
                <a:gd name="T2" fmla="*/ 168 w 1225"/>
                <a:gd name="T3" fmla="*/ 162 h 854"/>
                <a:gd name="T4" fmla="*/ 486 w 1225"/>
                <a:gd name="T5" fmla="*/ 18 h 854"/>
                <a:gd name="T6" fmla="*/ 822 w 1225"/>
                <a:gd name="T7" fmla="*/ 30 h 854"/>
                <a:gd name="T8" fmla="*/ 1152 w 1225"/>
                <a:gd name="T9" fmla="*/ 267 h 854"/>
                <a:gd name="T10" fmla="*/ 1188 w 1225"/>
                <a:gd name="T11" fmla="*/ 537 h 854"/>
                <a:gd name="T12" fmla="*/ 927 w 1225"/>
                <a:gd name="T13" fmla="*/ 780 h 854"/>
                <a:gd name="T14" fmla="*/ 447 w 1225"/>
                <a:gd name="T15" fmla="*/ 837 h 854"/>
                <a:gd name="T16" fmla="*/ 177 w 1225"/>
                <a:gd name="T17" fmla="*/ 675 h 854"/>
                <a:gd name="T18" fmla="*/ 0 w 1225"/>
                <a:gd name="T19" fmla="*/ 387 h 85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225"/>
                <a:gd name="T31" fmla="*/ 0 h 854"/>
                <a:gd name="T32" fmla="*/ 1225 w 1225"/>
                <a:gd name="T33" fmla="*/ 854 h 854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225" h="854">
                  <a:moveTo>
                    <a:pt x="0" y="387"/>
                  </a:moveTo>
                  <a:cubicBezTo>
                    <a:pt x="0" y="243"/>
                    <a:pt x="87" y="223"/>
                    <a:pt x="168" y="162"/>
                  </a:cubicBezTo>
                  <a:cubicBezTo>
                    <a:pt x="249" y="101"/>
                    <a:pt x="377" y="40"/>
                    <a:pt x="486" y="18"/>
                  </a:cubicBezTo>
                  <a:cubicBezTo>
                    <a:pt x="615" y="6"/>
                    <a:pt x="684" y="0"/>
                    <a:pt x="822" y="30"/>
                  </a:cubicBezTo>
                  <a:cubicBezTo>
                    <a:pt x="960" y="60"/>
                    <a:pt x="1099" y="169"/>
                    <a:pt x="1152" y="267"/>
                  </a:cubicBezTo>
                  <a:cubicBezTo>
                    <a:pt x="1213" y="351"/>
                    <a:pt x="1225" y="452"/>
                    <a:pt x="1188" y="537"/>
                  </a:cubicBezTo>
                  <a:cubicBezTo>
                    <a:pt x="1151" y="622"/>
                    <a:pt x="1050" y="730"/>
                    <a:pt x="927" y="780"/>
                  </a:cubicBezTo>
                  <a:cubicBezTo>
                    <a:pt x="804" y="830"/>
                    <a:pt x="572" y="854"/>
                    <a:pt x="447" y="837"/>
                  </a:cubicBezTo>
                  <a:cubicBezTo>
                    <a:pt x="322" y="820"/>
                    <a:pt x="251" y="750"/>
                    <a:pt x="177" y="675"/>
                  </a:cubicBezTo>
                  <a:cubicBezTo>
                    <a:pt x="103" y="600"/>
                    <a:pt x="0" y="531"/>
                    <a:pt x="0" y="387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87" name="Freeform 301">
              <a:extLst>
                <a:ext uri="{FF2B5EF4-FFF2-40B4-BE49-F238E27FC236}">
                  <a16:creationId xmlns:a16="http://schemas.microsoft.com/office/drawing/2014/main" id="{ADCBDA69-54FC-4350-BE0D-D44CBAF27A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0" y="2852"/>
              <a:ext cx="246" cy="132"/>
            </a:xfrm>
            <a:custGeom>
              <a:avLst/>
              <a:gdLst>
                <a:gd name="T0" fmla="*/ 0 w 342"/>
                <a:gd name="T1" fmla="*/ 1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5688" name="Group 302">
              <a:extLst>
                <a:ext uri="{FF2B5EF4-FFF2-40B4-BE49-F238E27FC236}">
                  <a16:creationId xmlns:a16="http://schemas.microsoft.com/office/drawing/2014/main" id="{89DB0857-83EC-4FDF-8088-2247F6B65C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3" y="2652"/>
              <a:ext cx="316" cy="250"/>
              <a:chOff x="1747" y="3190"/>
              <a:chExt cx="316" cy="250"/>
            </a:xfrm>
          </p:grpSpPr>
          <p:sp>
            <p:nvSpPr>
              <p:cNvPr id="195726" name="Oval 303">
                <a:extLst>
                  <a:ext uri="{FF2B5EF4-FFF2-40B4-BE49-F238E27FC236}">
                    <a16:creationId xmlns:a16="http://schemas.microsoft.com/office/drawing/2014/main" id="{2D54A2B7-9EC8-43DA-86A3-9F1A113A0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8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27" name="Line 304">
                <a:extLst>
                  <a:ext uri="{FF2B5EF4-FFF2-40B4-BE49-F238E27FC236}">
                    <a16:creationId xmlns:a16="http://schemas.microsoft.com/office/drawing/2014/main" id="{2A7AD319-C1C6-47A0-AD84-3D20102322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28" name="Line 305">
                <a:extLst>
                  <a:ext uri="{FF2B5EF4-FFF2-40B4-BE49-F238E27FC236}">
                    <a16:creationId xmlns:a16="http://schemas.microsoft.com/office/drawing/2014/main" id="{4C9B6DA8-F27F-4E5B-80CB-1E45356374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3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29" name="Rectangle 306">
                <a:extLst>
                  <a:ext uri="{FF2B5EF4-FFF2-40B4-BE49-F238E27FC236}">
                    <a16:creationId xmlns:a16="http://schemas.microsoft.com/office/drawing/2014/main" id="{DBBE9D6F-72A4-4A4D-904A-23429BBE9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1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30" name="Oval 307">
                <a:extLst>
                  <a:ext uri="{FF2B5EF4-FFF2-40B4-BE49-F238E27FC236}">
                    <a16:creationId xmlns:a16="http://schemas.microsoft.com/office/drawing/2014/main" id="{E2527DE6-0B08-4A94-87C7-8FA91E718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7" y="3242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731" name="Group 308">
                <a:extLst>
                  <a:ext uri="{FF2B5EF4-FFF2-40B4-BE49-F238E27FC236}">
                    <a16:creationId xmlns:a16="http://schemas.microsoft.com/office/drawing/2014/main" id="{1AA9A899-4AD2-4E76-A5FA-299D77FD57D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90" y="3190"/>
                <a:ext cx="223" cy="250"/>
                <a:chOff x="2945" y="2425"/>
                <a:chExt cx="226" cy="250"/>
              </a:xfrm>
            </p:grpSpPr>
            <p:sp>
              <p:nvSpPr>
                <p:cNvPr id="195732" name="Rectangle 309">
                  <a:extLst>
                    <a:ext uri="{FF2B5EF4-FFF2-40B4-BE49-F238E27FC236}">
                      <a16:creationId xmlns:a16="http://schemas.microsoft.com/office/drawing/2014/main" id="{F2FA8649-5AE3-49F2-AC48-F2AB3F803C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33" name="Text Box 310">
                  <a:extLst>
                    <a:ext uri="{FF2B5EF4-FFF2-40B4-BE49-F238E27FC236}">
                      <a16:creationId xmlns:a16="http://schemas.microsoft.com/office/drawing/2014/main" id="{21B9CECF-5B59-4DC4-AB2C-239104548C4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5" y="2425"/>
                  <a:ext cx="22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689" name="Group 311">
              <a:extLst>
                <a:ext uri="{FF2B5EF4-FFF2-40B4-BE49-F238E27FC236}">
                  <a16:creationId xmlns:a16="http://schemas.microsoft.com/office/drawing/2014/main" id="{5BADBE7A-EED2-423D-845A-C287F37D84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5" y="2907"/>
              <a:ext cx="316" cy="250"/>
              <a:chOff x="2221" y="3571"/>
              <a:chExt cx="316" cy="250"/>
            </a:xfrm>
          </p:grpSpPr>
          <p:sp>
            <p:nvSpPr>
              <p:cNvPr id="195718" name="Oval 312">
                <a:extLst>
                  <a:ext uri="{FF2B5EF4-FFF2-40B4-BE49-F238E27FC236}">
                    <a16:creationId xmlns:a16="http://schemas.microsoft.com/office/drawing/2014/main" id="{E8262032-99E0-4E93-B1A0-E08186D7EE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95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19" name="Line 313">
                <a:extLst>
                  <a:ext uri="{FF2B5EF4-FFF2-40B4-BE49-F238E27FC236}">
                    <a16:creationId xmlns:a16="http://schemas.microsoft.com/office/drawing/2014/main" id="{9AA32181-B8E8-48F6-A701-481381C389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4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20" name="Line 314">
                <a:extLst>
                  <a:ext uri="{FF2B5EF4-FFF2-40B4-BE49-F238E27FC236}">
                    <a16:creationId xmlns:a16="http://schemas.microsoft.com/office/drawing/2014/main" id="{B0E2AD64-FFCC-4512-AD65-0247F0C190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7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21" name="Rectangle 315">
                <a:extLst>
                  <a:ext uri="{FF2B5EF4-FFF2-40B4-BE49-F238E27FC236}">
                    <a16:creationId xmlns:a16="http://schemas.microsoft.com/office/drawing/2014/main" id="{6DE0CCF0-46A9-4270-947A-5964AFF28C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88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22" name="Oval 316">
                <a:extLst>
                  <a:ext uri="{FF2B5EF4-FFF2-40B4-BE49-F238E27FC236}">
                    <a16:creationId xmlns:a16="http://schemas.microsoft.com/office/drawing/2014/main" id="{411DBF00-1400-49C4-BC53-39FA37E44B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1" y="362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723" name="Group 317">
                <a:extLst>
                  <a:ext uri="{FF2B5EF4-FFF2-40B4-BE49-F238E27FC236}">
                    <a16:creationId xmlns:a16="http://schemas.microsoft.com/office/drawing/2014/main" id="{62CA2EDC-DBCE-4791-B366-6E4030A2B19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5" y="3571"/>
                <a:ext cx="232" cy="250"/>
                <a:chOff x="2941" y="2425"/>
                <a:chExt cx="235" cy="250"/>
              </a:xfrm>
            </p:grpSpPr>
            <p:sp>
              <p:nvSpPr>
                <p:cNvPr id="195724" name="Rectangle 318">
                  <a:extLst>
                    <a:ext uri="{FF2B5EF4-FFF2-40B4-BE49-F238E27FC236}">
                      <a16:creationId xmlns:a16="http://schemas.microsoft.com/office/drawing/2014/main" id="{378FCCC0-60FE-47DF-A487-48A9AB173C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25" name="Text Box 319">
                  <a:extLst>
                    <a:ext uri="{FF2B5EF4-FFF2-40B4-BE49-F238E27FC236}">
                      <a16:creationId xmlns:a16="http://schemas.microsoft.com/office/drawing/2014/main" id="{A8076131-BC53-4EAB-B910-78786FBD4BD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1" y="2425"/>
                  <a:ext cx="23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690" name="Group 320">
              <a:extLst>
                <a:ext uri="{FF2B5EF4-FFF2-40B4-BE49-F238E27FC236}">
                  <a16:creationId xmlns:a16="http://schemas.microsoft.com/office/drawing/2014/main" id="{FECCB878-E479-4A6B-9429-B55DE167E6A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5" y="3198"/>
              <a:ext cx="315" cy="250"/>
              <a:chOff x="2903" y="2884"/>
              <a:chExt cx="315" cy="250"/>
            </a:xfrm>
          </p:grpSpPr>
          <p:grpSp>
            <p:nvGrpSpPr>
              <p:cNvPr id="195709" name="Group 321">
                <a:extLst>
                  <a:ext uri="{FF2B5EF4-FFF2-40B4-BE49-F238E27FC236}">
                    <a16:creationId xmlns:a16="http://schemas.microsoft.com/office/drawing/2014/main" id="{CB1CB9B1-77E0-4540-94FF-4F56776ADF5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03" y="2938"/>
                <a:ext cx="315" cy="144"/>
                <a:chOff x="2903" y="2938"/>
                <a:chExt cx="315" cy="144"/>
              </a:xfrm>
            </p:grpSpPr>
            <p:sp>
              <p:nvSpPr>
                <p:cNvPr id="195713" name="Oval 322">
                  <a:extLst>
                    <a:ext uri="{FF2B5EF4-FFF2-40B4-BE49-F238E27FC236}">
                      <a16:creationId xmlns:a16="http://schemas.microsoft.com/office/drawing/2014/main" id="{4E815584-F633-47C8-A821-72E41B2B5F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3001"/>
                  <a:ext cx="312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14" name="Line 323">
                  <a:extLst>
                    <a:ext uri="{FF2B5EF4-FFF2-40B4-BE49-F238E27FC236}">
                      <a16:creationId xmlns:a16="http://schemas.microsoft.com/office/drawing/2014/main" id="{06092688-C65C-439F-9427-48CBF5C80BB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3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15" name="Line 324">
                  <a:extLst>
                    <a:ext uri="{FF2B5EF4-FFF2-40B4-BE49-F238E27FC236}">
                      <a16:creationId xmlns:a16="http://schemas.microsoft.com/office/drawing/2014/main" id="{64B3CE32-E484-4C1B-8273-8DEBBEB911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5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16" name="Rectangle 325">
                  <a:extLst>
                    <a:ext uri="{FF2B5EF4-FFF2-40B4-BE49-F238E27FC236}">
                      <a16:creationId xmlns:a16="http://schemas.microsoft.com/office/drawing/2014/main" id="{03A77432-FFE0-4282-BED0-0339323997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2994"/>
                  <a:ext cx="309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17" name="Oval 326">
                  <a:extLst>
                    <a:ext uri="{FF2B5EF4-FFF2-40B4-BE49-F238E27FC236}">
                      <a16:creationId xmlns:a16="http://schemas.microsoft.com/office/drawing/2014/main" id="{26ADF8BD-33F3-4F71-BFDC-92CB2F9B99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6" y="2938"/>
                  <a:ext cx="312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95710" name="Group 327">
                <a:extLst>
                  <a:ext uri="{FF2B5EF4-FFF2-40B4-BE49-F238E27FC236}">
                    <a16:creationId xmlns:a16="http://schemas.microsoft.com/office/drawing/2014/main" id="{178326A6-6D98-4F62-BD48-5B46D8B9B6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49" y="2884"/>
                <a:ext cx="232" cy="250"/>
                <a:chOff x="2940" y="2425"/>
                <a:chExt cx="235" cy="250"/>
              </a:xfrm>
            </p:grpSpPr>
            <p:sp>
              <p:nvSpPr>
                <p:cNvPr id="195711" name="Rectangle 328">
                  <a:extLst>
                    <a:ext uri="{FF2B5EF4-FFF2-40B4-BE49-F238E27FC236}">
                      <a16:creationId xmlns:a16="http://schemas.microsoft.com/office/drawing/2014/main" id="{F7E9C571-5A9A-431F-860A-8ED5558A4E9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12" name="Text Box 329">
                  <a:extLst>
                    <a:ext uri="{FF2B5EF4-FFF2-40B4-BE49-F238E27FC236}">
                      <a16:creationId xmlns:a16="http://schemas.microsoft.com/office/drawing/2014/main" id="{4936F051-9350-4A27-9E1B-F436E951C30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0" y="2425"/>
                  <a:ext cx="23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C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691" name="Group 330">
              <a:extLst>
                <a:ext uri="{FF2B5EF4-FFF2-40B4-BE49-F238E27FC236}">
                  <a16:creationId xmlns:a16="http://schemas.microsoft.com/office/drawing/2014/main" id="{A96262AF-F3F1-4668-BB60-07121D43C2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2916"/>
              <a:ext cx="316" cy="250"/>
              <a:chOff x="2217" y="2884"/>
              <a:chExt cx="316" cy="250"/>
            </a:xfrm>
          </p:grpSpPr>
          <p:sp>
            <p:nvSpPr>
              <p:cNvPr id="195701" name="Oval 331">
                <a:extLst>
                  <a:ext uri="{FF2B5EF4-FFF2-40B4-BE49-F238E27FC236}">
                    <a16:creationId xmlns:a16="http://schemas.microsoft.com/office/drawing/2014/main" id="{699FE384-2C00-4049-8DD1-0DAFE660A4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3005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02" name="Line 332">
                <a:extLst>
                  <a:ext uri="{FF2B5EF4-FFF2-40B4-BE49-F238E27FC236}">
                    <a16:creationId xmlns:a16="http://schemas.microsoft.com/office/drawing/2014/main" id="{E10BC584-7074-4D77-87F8-0039758D31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0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03" name="Line 333">
                <a:extLst>
                  <a:ext uri="{FF2B5EF4-FFF2-40B4-BE49-F238E27FC236}">
                    <a16:creationId xmlns:a16="http://schemas.microsoft.com/office/drawing/2014/main" id="{80B3162D-A6BB-487F-9FB6-A3114623D2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04" name="Rectangle 334">
                <a:extLst>
                  <a:ext uri="{FF2B5EF4-FFF2-40B4-BE49-F238E27FC236}">
                    <a16:creationId xmlns:a16="http://schemas.microsoft.com/office/drawing/2014/main" id="{AF4CEB8F-5DB9-4365-8714-4AED62B54B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2998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705" name="Oval 335">
                <a:extLst>
                  <a:ext uri="{FF2B5EF4-FFF2-40B4-BE49-F238E27FC236}">
                    <a16:creationId xmlns:a16="http://schemas.microsoft.com/office/drawing/2014/main" id="{6A4DFC2A-FB22-4B9C-A37D-9C2D1B2500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17" y="293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706" name="Group 336">
                <a:extLst>
                  <a:ext uri="{FF2B5EF4-FFF2-40B4-BE49-F238E27FC236}">
                    <a16:creationId xmlns:a16="http://schemas.microsoft.com/office/drawing/2014/main" id="{8F93D14F-2FEB-481D-AAF9-F10CA8EAE7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0" y="2884"/>
                <a:ext cx="223" cy="250"/>
                <a:chOff x="2945" y="2425"/>
                <a:chExt cx="226" cy="250"/>
              </a:xfrm>
            </p:grpSpPr>
            <p:sp>
              <p:nvSpPr>
                <p:cNvPr id="195707" name="Rectangle 337">
                  <a:extLst>
                    <a:ext uri="{FF2B5EF4-FFF2-40B4-BE49-F238E27FC236}">
                      <a16:creationId xmlns:a16="http://schemas.microsoft.com/office/drawing/2014/main" id="{E57D8148-B304-4487-81E4-FA0187B8F68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708" name="Text Box 338">
                  <a:extLst>
                    <a:ext uri="{FF2B5EF4-FFF2-40B4-BE49-F238E27FC236}">
                      <a16:creationId xmlns:a16="http://schemas.microsoft.com/office/drawing/2014/main" id="{3649277A-AF82-4CEC-85F6-F0138A9B69C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5" y="2425"/>
                  <a:ext cx="22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B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95692" name="Freeform 339">
              <a:extLst>
                <a:ext uri="{FF2B5EF4-FFF2-40B4-BE49-F238E27FC236}">
                  <a16:creationId xmlns:a16="http://schemas.microsoft.com/office/drawing/2014/main" id="{0FD49DA6-0AF2-4708-862E-AA8BB5527431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05" y="2819"/>
              <a:ext cx="198" cy="156"/>
            </a:xfrm>
            <a:custGeom>
              <a:avLst/>
              <a:gdLst>
                <a:gd name="T0" fmla="*/ 0 w 342"/>
                <a:gd name="T1" fmla="*/ 3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93" name="Freeform 340">
              <a:extLst>
                <a:ext uri="{FF2B5EF4-FFF2-40B4-BE49-F238E27FC236}">
                  <a16:creationId xmlns:a16="http://schemas.microsoft.com/office/drawing/2014/main" id="{3A18E5E2-1C75-4E91-8010-26FEE337FFBD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84" y="3125"/>
              <a:ext cx="180" cy="141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94" name="Freeform 341">
              <a:extLst>
                <a:ext uri="{FF2B5EF4-FFF2-40B4-BE49-F238E27FC236}">
                  <a16:creationId xmlns:a16="http://schemas.microsoft.com/office/drawing/2014/main" id="{1CA4B3CF-E150-49D4-923F-2CA51BD9979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31" y="3107"/>
              <a:ext cx="204" cy="156"/>
            </a:xfrm>
            <a:custGeom>
              <a:avLst/>
              <a:gdLst>
                <a:gd name="T0" fmla="*/ 0 w 342"/>
                <a:gd name="T1" fmla="*/ 3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95" name="Freeform 342">
              <a:extLst>
                <a:ext uri="{FF2B5EF4-FFF2-40B4-BE49-F238E27FC236}">
                  <a16:creationId xmlns:a16="http://schemas.microsoft.com/office/drawing/2014/main" id="{4238B79E-F969-4640-ACE1-3096BF16409B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00" y="3086"/>
              <a:ext cx="189" cy="153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96" name="Freeform 343">
              <a:extLst>
                <a:ext uri="{FF2B5EF4-FFF2-40B4-BE49-F238E27FC236}">
                  <a16:creationId xmlns:a16="http://schemas.microsoft.com/office/drawing/2014/main" id="{F4205884-561F-4F44-A6F6-439AD7CD3BE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124" y="3083"/>
              <a:ext cx="174" cy="147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97" name="Text Box 344">
              <a:extLst>
                <a:ext uri="{FF2B5EF4-FFF2-40B4-BE49-F238E27FC236}">
                  <a16:creationId xmlns:a16="http://schemas.microsoft.com/office/drawing/2014/main" id="{95834FEA-DFE1-4FB4-B1A6-487271BD86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9" y="3612"/>
              <a:ext cx="1383" cy="4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given these costs,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find new routing….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resulting in new costs</a:t>
              </a:r>
            </a:p>
          </p:txBody>
        </p:sp>
        <p:sp>
          <p:nvSpPr>
            <p:cNvPr id="195698" name="Line 345">
              <a:extLst>
                <a:ext uri="{FF2B5EF4-FFF2-40B4-BE49-F238E27FC236}">
                  <a16:creationId xmlns:a16="http://schemas.microsoft.com/office/drawing/2014/main" id="{1108070E-3371-420C-AD28-F1BBF2D32F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58" y="3407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99" name="Line 346">
              <a:extLst>
                <a:ext uri="{FF2B5EF4-FFF2-40B4-BE49-F238E27FC236}">
                  <a16:creationId xmlns:a16="http://schemas.microsoft.com/office/drawing/2014/main" id="{436AFE20-559C-4621-924F-9FB958AE11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" y="3119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700" name="Line 347">
              <a:extLst>
                <a:ext uri="{FF2B5EF4-FFF2-40B4-BE49-F238E27FC236}">
                  <a16:creationId xmlns:a16="http://schemas.microsoft.com/office/drawing/2014/main" id="{FDFA6842-1DEF-4FA0-B766-6C6F9ECBE8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78" y="3122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721124" name="Freeform 228">
            <a:extLst>
              <a:ext uri="{FF2B5EF4-FFF2-40B4-BE49-F238E27FC236}">
                <a16:creationId xmlns:a16="http://schemas.microsoft.com/office/drawing/2014/main" id="{E6B36A5D-F2A5-4A6C-B7C6-FB6A05354D3D}"/>
              </a:ext>
            </a:extLst>
          </p:cNvPr>
          <p:cNvSpPr>
            <a:spLocks/>
          </p:cNvSpPr>
          <p:nvPr/>
        </p:nvSpPr>
        <p:spPr bwMode="auto">
          <a:xfrm>
            <a:off x="5219700" y="4332288"/>
            <a:ext cx="1181100" cy="952500"/>
          </a:xfrm>
          <a:custGeom>
            <a:avLst/>
            <a:gdLst>
              <a:gd name="T0" fmla="*/ 0 w 744"/>
              <a:gd name="T1" fmla="*/ 2147483646 h 600"/>
              <a:gd name="T2" fmla="*/ 2147483646 w 744"/>
              <a:gd name="T3" fmla="*/ 2147483646 h 600"/>
              <a:gd name="T4" fmla="*/ 2147483646 w 744"/>
              <a:gd name="T5" fmla="*/ 2147483646 h 600"/>
              <a:gd name="T6" fmla="*/ 2147483646 w 744"/>
              <a:gd name="T7" fmla="*/ 2147483646 h 600"/>
              <a:gd name="T8" fmla="*/ 2147483646 w 744"/>
              <a:gd name="T9" fmla="*/ 0 h 60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44"/>
              <a:gd name="T16" fmla="*/ 0 h 600"/>
              <a:gd name="T17" fmla="*/ 744 w 744"/>
              <a:gd name="T18" fmla="*/ 600 h 60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44" h="600">
                <a:moveTo>
                  <a:pt x="0" y="294"/>
                </a:moveTo>
                <a:lnTo>
                  <a:pt x="387" y="600"/>
                </a:lnTo>
                <a:lnTo>
                  <a:pt x="744" y="304"/>
                </a:lnTo>
                <a:lnTo>
                  <a:pt x="429" y="66"/>
                </a:lnTo>
                <a:lnTo>
                  <a:pt x="354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64864" name="Group 348">
            <a:extLst>
              <a:ext uri="{FF2B5EF4-FFF2-40B4-BE49-F238E27FC236}">
                <a16:creationId xmlns:a16="http://schemas.microsoft.com/office/drawing/2014/main" id="{8523DCEA-E66D-48A1-94C5-1F0D73890E48}"/>
              </a:ext>
            </a:extLst>
          </p:cNvPr>
          <p:cNvGrpSpPr>
            <a:grpSpLocks/>
          </p:cNvGrpSpPr>
          <p:nvPr/>
        </p:nvGrpSpPr>
        <p:grpSpPr bwMode="auto">
          <a:xfrm>
            <a:off x="5137150" y="4410075"/>
            <a:ext cx="1493838" cy="990600"/>
            <a:chOff x="-186" y="1184"/>
            <a:chExt cx="941" cy="624"/>
          </a:xfrm>
        </p:grpSpPr>
        <p:sp>
          <p:nvSpPr>
            <p:cNvPr id="195680" name="Text Box 270">
              <a:extLst>
                <a:ext uri="{FF2B5EF4-FFF2-40B4-BE49-F238E27FC236}">
                  <a16:creationId xmlns:a16="http://schemas.microsoft.com/office/drawing/2014/main" id="{268ADA49-B94E-4381-BF13-B1DB04DD88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6" y="1199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681" name="Text Box 274">
              <a:extLst>
                <a:ext uri="{FF2B5EF4-FFF2-40B4-BE49-F238E27FC236}">
                  <a16:creationId xmlns:a16="http://schemas.microsoft.com/office/drawing/2014/main" id="{2DAD9F52-01A8-437F-9C8D-2FFA851EDF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0" y="1184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2+e</a:t>
              </a:r>
            </a:p>
          </p:txBody>
        </p:sp>
        <p:sp>
          <p:nvSpPr>
            <p:cNvPr id="195682" name="Text Box 275">
              <a:extLst>
                <a:ext uri="{FF2B5EF4-FFF2-40B4-BE49-F238E27FC236}">
                  <a16:creationId xmlns:a16="http://schemas.microsoft.com/office/drawing/2014/main" id="{161EDF59-17E1-4987-AE05-D1264B9999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" y="1616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1+e</a:t>
              </a:r>
            </a:p>
          </p:txBody>
        </p:sp>
        <p:sp>
          <p:nvSpPr>
            <p:cNvPr id="195683" name="Text Box 276">
              <a:extLst>
                <a:ext uri="{FF2B5EF4-FFF2-40B4-BE49-F238E27FC236}">
                  <a16:creationId xmlns:a16="http://schemas.microsoft.com/office/drawing/2014/main" id="{4FBBE02F-971C-4431-80A6-A0841C4047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32" y="1580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  <p:sp>
          <p:nvSpPr>
            <p:cNvPr id="195684" name="Text Box 279">
              <a:extLst>
                <a:ext uri="{FF2B5EF4-FFF2-40B4-BE49-F238E27FC236}">
                  <a16:creationId xmlns:a16="http://schemas.microsoft.com/office/drawing/2014/main" id="{6313B9DC-B567-4158-8621-01E32B1E2E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" y="1436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685" name="Text Box 280">
              <a:extLst>
                <a:ext uri="{FF2B5EF4-FFF2-40B4-BE49-F238E27FC236}">
                  <a16:creationId xmlns:a16="http://schemas.microsoft.com/office/drawing/2014/main" id="{C9D62D56-38DB-4A29-A5EF-BEF77D3F23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1" y="1430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</p:grpSp>
      <p:grpSp>
        <p:nvGrpSpPr>
          <p:cNvPr id="164865" name="Group 349">
            <a:extLst>
              <a:ext uri="{FF2B5EF4-FFF2-40B4-BE49-F238E27FC236}">
                <a16:creationId xmlns:a16="http://schemas.microsoft.com/office/drawing/2014/main" id="{EFB854E5-7811-4AF6-8231-7906AEDF5236}"/>
              </a:ext>
            </a:extLst>
          </p:cNvPr>
          <p:cNvGrpSpPr>
            <a:grpSpLocks/>
          </p:cNvGrpSpPr>
          <p:nvPr/>
        </p:nvGrpSpPr>
        <p:grpSpPr bwMode="auto">
          <a:xfrm>
            <a:off x="6967538" y="4195763"/>
            <a:ext cx="2195512" cy="2293937"/>
            <a:chOff x="1729" y="2639"/>
            <a:chExt cx="1383" cy="1445"/>
          </a:xfrm>
        </p:grpSpPr>
        <p:sp>
          <p:nvSpPr>
            <p:cNvPr id="195632" name="Freeform 350">
              <a:extLst>
                <a:ext uri="{FF2B5EF4-FFF2-40B4-BE49-F238E27FC236}">
                  <a16:creationId xmlns:a16="http://schemas.microsoft.com/office/drawing/2014/main" id="{0FD3A2E3-8195-4288-BD58-95F15A9C71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" y="2639"/>
              <a:ext cx="1225" cy="854"/>
            </a:xfrm>
            <a:custGeom>
              <a:avLst/>
              <a:gdLst>
                <a:gd name="T0" fmla="*/ 0 w 1225"/>
                <a:gd name="T1" fmla="*/ 387 h 854"/>
                <a:gd name="T2" fmla="*/ 168 w 1225"/>
                <a:gd name="T3" fmla="*/ 162 h 854"/>
                <a:gd name="T4" fmla="*/ 486 w 1225"/>
                <a:gd name="T5" fmla="*/ 18 h 854"/>
                <a:gd name="T6" fmla="*/ 822 w 1225"/>
                <a:gd name="T7" fmla="*/ 30 h 854"/>
                <a:gd name="T8" fmla="*/ 1152 w 1225"/>
                <a:gd name="T9" fmla="*/ 267 h 854"/>
                <a:gd name="T10" fmla="*/ 1188 w 1225"/>
                <a:gd name="T11" fmla="*/ 537 h 854"/>
                <a:gd name="T12" fmla="*/ 927 w 1225"/>
                <a:gd name="T13" fmla="*/ 780 h 854"/>
                <a:gd name="T14" fmla="*/ 447 w 1225"/>
                <a:gd name="T15" fmla="*/ 837 h 854"/>
                <a:gd name="T16" fmla="*/ 177 w 1225"/>
                <a:gd name="T17" fmla="*/ 675 h 854"/>
                <a:gd name="T18" fmla="*/ 0 w 1225"/>
                <a:gd name="T19" fmla="*/ 387 h 854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225"/>
                <a:gd name="T31" fmla="*/ 0 h 854"/>
                <a:gd name="T32" fmla="*/ 1225 w 1225"/>
                <a:gd name="T33" fmla="*/ 854 h 854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225" h="854">
                  <a:moveTo>
                    <a:pt x="0" y="387"/>
                  </a:moveTo>
                  <a:cubicBezTo>
                    <a:pt x="0" y="243"/>
                    <a:pt x="87" y="223"/>
                    <a:pt x="168" y="162"/>
                  </a:cubicBezTo>
                  <a:cubicBezTo>
                    <a:pt x="249" y="101"/>
                    <a:pt x="377" y="40"/>
                    <a:pt x="486" y="18"/>
                  </a:cubicBezTo>
                  <a:cubicBezTo>
                    <a:pt x="615" y="6"/>
                    <a:pt x="684" y="0"/>
                    <a:pt x="822" y="30"/>
                  </a:cubicBezTo>
                  <a:cubicBezTo>
                    <a:pt x="960" y="60"/>
                    <a:pt x="1099" y="169"/>
                    <a:pt x="1152" y="267"/>
                  </a:cubicBezTo>
                  <a:cubicBezTo>
                    <a:pt x="1213" y="351"/>
                    <a:pt x="1225" y="452"/>
                    <a:pt x="1188" y="537"/>
                  </a:cubicBezTo>
                  <a:cubicBezTo>
                    <a:pt x="1151" y="622"/>
                    <a:pt x="1050" y="730"/>
                    <a:pt x="927" y="780"/>
                  </a:cubicBezTo>
                  <a:cubicBezTo>
                    <a:pt x="804" y="830"/>
                    <a:pt x="572" y="854"/>
                    <a:pt x="447" y="837"/>
                  </a:cubicBezTo>
                  <a:cubicBezTo>
                    <a:pt x="322" y="820"/>
                    <a:pt x="251" y="750"/>
                    <a:pt x="177" y="675"/>
                  </a:cubicBezTo>
                  <a:cubicBezTo>
                    <a:pt x="103" y="600"/>
                    <a:pt x="0" y="531"/>
                    <a:pt x="0" y="387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33" name="Freeform 351">
              <a:extLst>
                <a:ext uri="{FF2B5EF4-FFF2-40B4-BE49-F238E27FC236}">
                  <a16:creationId xmlns:a16="http://schemas.microsoft.com/office/drawing/2014/main" id="{9C95CCE2-377E-4186-A3FE-DB31FB3ABEB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10" y="2852"/>
              <a:ext cx="246" cy="132"/>
            </a:xfrm>
            <a:custGeom>
              <a:avLst/>
              <a:gdLst>
                <a:gd name="T0" fmla="*/ 0 w 342"/>
                <a:gd name="T1" fmla="*/ 1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5634" name="Group 352">
              <a:extLst>
                <a:ext uri="{FF2B5EF4-FFF2-40B4-BE49-F238E27FC236}">
                  <a16:creationId xmlns:a16="http://schemas.microsoft.com/office/drawing/2014/main" id="{7060998D-AE52-46D3-BC6E-E49A1EC0D2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3" y="2652"/>
              <a:ext cx="316" cy="250"/>
              <a:chOff x="1747" y="3190"/>
              <a:chExt cx="316" cy="250"/>
            </a:xfrm>
          </p:grpSpPr>
          <p:sp>
            <p:nvSpPr>
              <p:cNvPr id="195672" name="Oval 353">
                <a:extLst>
                  <a:ext uri="{FF2B5EF4-FFF2-40B4-BE49-F238E27FC236}">
                    <a16:creationId xmlns:a16="http://schemas.microsoft.com/office/drawing/2014/main" id="{05B2193C-643C-4D9A-B0B6-D83592611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8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73" name="Line 354">
                <a:extLst>
                  <a:ext uri="{FF2B5EF4-FFF2-40B4-BE49-F238E27FC236}">
                    <a16:creationId xmlns:a16="http://schemas.microsoft.com/office/drawing/2014/main" id="{15C0BC48-E8B2-4AA4-A5FB-D4E3F5A14A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74" name="Line 355">
                <a:extLst>
                  <a:ext uri="{FF2B5EF4-FFF2-40B4-BE49-F238E27FC236}">
                    <a16:creationId xmlns:a16="http://schemas.microsoft.com/office/drawing/2014/main" id="{FA5A54D2-7141-45FA-AFD4-CC10D3B19B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3" y="3301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75" name="Rectangle 356">
                <a:extLst>
                  <a:ext uri="{FF2B5EF4-FFF2-40B4-BE49-F238E27FC236}">
                    <a16:creationId xmlns:a16="http://schemas.microsoft.com/office/drawing/2014/main" id="{29271696-BF82-43E3-96CB-EEE3AD1F6A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0" y="3301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76" name="Oval 357">
                <a:extLst>
                  <a:ext uri="{FF2B5EF4-FFF2-40B4-BE49-F238E27FC236}">
                    <a16:creationId xmlns:a16="http://schemas.microsoft.com/office/drawing/2014/main" id="{5CBD6105-D9C0-4987-BBFD-6B3B6A51C2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7" y="3242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677" name="Group 358">
                <a:extLst>
                  <a:ext uri="{FF2B5EF4-FFF2-40B4-BE49-F238E27FC236}">
                    <a16:creationId xmlns:a16="http://schemas.microsoft.com/office/drawing/2014/main" id="{0457806A-A20D-4ECD-BA56-7C43AD9449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90" y="3190"/>
                <a:ext cx="223" cy="250"/>
                <a:chOff x="2945" y="2425"/>
                <a:chExt cx="226" cy="250"/>
              </a:xfrm>
            </p:grpSpPr>
            <p:sp>
              <p:nvSpPr>
                <p:cNvPr id="195678" name="Rectangle 359">
                  <a:extLst>
                    <a:ext uri="{FF2B5EF4-FFF2-40B4-BE49-F238E27FC236}">
                      <a16:creationId xmlns:a16="http://schemas.microsoft.com/office/drawing/2014/main" id="{0FA76FA9-3D82-4C96-9186-4A7DD8989B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79" name="Text Box 360">
                  <a:extLst>
                    <a:ext uri="{FF2B5EF4-FFF2-40B4-BE49-F238E27FC236}">
                      <a16:creationId xmlns:a16="http://schemas.microsoft.com/office/drawing/2014/main" id="{EC527C60-0260-4BBB-8D25-722D42A5CF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5" y="2425"/>
                  <a:ext cx="22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A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635" name="Group 361">
              <a:extLst>
                <a:ext uri="{FF2B5EF4-FFF2-40B4-BE49-F238E27FC236}">
                  <a16:creationId xmlns:a16="http://schemas.microsoft.com/office/drawing/2014/main" id="{A2443281-4D26-472E-BB82-CA26853C225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95" y="2907"/>
              <a:ext cx="316" cy="250"/>
              <a:chOff x="2221" y="3571"/>
              <a:chExt cx="316" cy="250"/>
            </a:xfrm>
          </p:grpSpPr>
          <p:sp>
            <p:nvSpPr>
              <p:cNvPr id="195664" name="Oval 362">
                <a:extLst>
                  <a:ext uri="{FF2B5EF4-FFF2-40B4-BE49-F238E27FC236}">
                    <a16:creationId xmlns:a16="http://schemas.microsoft.com/office/drawing/2014/main" id="{E8CFEDF2-A86B-4A3B-AF04-CBA1780B55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95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65" name="Line 363">
                <a:extLst>
                  <a:ext uri="{FF2B5EF4-FFF2-40B4-BE49-F238E27FC236}">
                    <a16:creationId xmlns:a16="http://schemas.microsoft.com/office/drawing/2014/main" id="{DF3899B8-E3C0-4936-B8D0-ABEE7CCA92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4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66" name="Line 364">
                <a:extLst>
                  <a:ext uri="{FF2B5EF4-FFF2-40B4-BE49-F238E27FC236}">
                    <a16:creationId xmlns:a16="http://schemas.microsoft.com/office/drawing/2014/main" id="{04EA5CC7-EF97-4B90-9E13-5FA6202A9C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7" y="368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67" name="Rectangle 365">
                <a:extLst>
                  <a:ext uri="{FF2B5EF4-FFF2-40B4-BE49-F238E27FC236}">
                    <a16:creationId xmlns:a16="http://schemas.microsoft.com/office/drawing/2014/main" id="{D892FE0E-254C-4430-861E-72239ECBE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" y="3688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68" name="Oval 366">
                <a:extLst>
                  <a:ext uri="{FF2B5EF4-FFF2-40B4-BE49-F238E27FC236}">
                    <a16:creationId xmlns:a16="http://schemas.microsoft.com/office/drawing/2014/main" id="{95A9BDE5-B942-47C1-9DF2-708239099A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1" y="362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669" name="Group 367">
                <a:extLst>
                  <a:ext uri="{FF2B5EF4-FFF2-40B4-BE49-F238E27FC236}">
                    <a16:creationId xmlns:a16="http://schemas.microsoft.com/office/drawing/2014/main" id="{53497D23-6B28-4E39-A7EC-7D66217994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5" y="3571"/>
                <a:ext cx="232" cy="250"/>
                <a:chOff x="2941" y="2425"/>
                <a:chExt cx="235" cy="250"/>
              </a:xfrm>
            </p:grpSpPr>
            <p:sp>
              <p:nvSpPr>
                <p:cNvPr id="195670" name="Rectangle 368">
                  <a:extLst>
                    <a:ext uri="{FF2B5EF4-FFF2-40B4-BE49-F238E27FC236}">
                      <a16:creationId xmlns:a16="http://schemas.microsoft.com/office/drawing/2014/main" id="{987F1892-F243-435A-A933-45CB92B11D5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71" name="Text Box 369">
                  <a:extLst>
                    <a:ext uri="{FF2B5EF4-FFF2-40B4-BE49-F238E27FC236}">
                      <a16:creationId xmlns:a16="http://schemas.microsoft.com/office/drawing/2014/main" id="{5185ED83-C20E-414D-AF53-8D8A529ABC9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1" y="2425"/>
                  <a:ext cx="23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636" name="Group 370">
              <a:extLst>
                <a:ext uri="{FF2B5EF4-FFF2-40B4-BE49-F238E27FC236}">
                  <a16:creationId xmlns:a16="http://schemas.microsoft.com/office/drawing/2014/main" id="{A11B9FAE-63DF-449A-BB54-3229EBFA28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5" y="3198"/>
              <a:ext cx="315" cy="250"/>
              <a:chOff x="2903" y="2884"/>
              <a:chExt cx="315" cy="250"/>
            </a:xfrm>
          </p:grpSpPr>
          <p:grpSp>
            <p:nvGrpSpPr>
              <p:cNvPr id="195655" name="Group 371">
                <a:extLst>
                  <a:ext uri="{FF2B5EF4-FFF2-40B4-BE49-F238E27FC236}">
                    <a16:creationId xmlns:a16="http://schemas.microsoft.com/office/drawing/2014/main" id="{3742DD39-9563-457A-9328-00943849B0A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03" y="2938"/>
                <a:ext cx="315" cy="144"/>
                <a:chOff x="2903" y="2938"/>
                <a:chExt cx="315" cy="144"/>
              </a:xfrm>
            </p:grpSpPr>
            <p:sp>
              <p:nvSpPr>
                <p:cNvPr id="195659" name="Oval 372">
                  <a:extLst>
                    <a:ext uri="{FF2B5EF4-FFF2-40B4-BE49-F238E27FC236}">
                      <a16:creationId xmlns:a16="http://schemas.microsoft.com/office/drawing/2014/main" id="{DA3C74E1-B6A0-4C6C-9CFB-C0CA00804D3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3001"/>
                  <a:ext cx="312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60" name="Line 373">
                  <a:extLst>
                    <a:ext uri="{FF2B5EF4-FFF2-40B4-BE49-F238E27FC236}">
                      <a16:creationId xmlns:a16="http://schemas.microsoft.com/office/drawing/2014/main" id="{5498AF29-FB72-4FCC-8BF3-E35C0268E9A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03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61" name="Line 374">
                  <a:extLst>
                    <a:ext uri="{FF2B5EF4-FFF2-40B4-BE49-F238E27FC236}">
                      <a16:creationId xmlns:a16="http://schemas.microsoft.com/office/drawing/2014/main" id="{FE46905C-77E9-4971-B9EE-86AFE4C98FF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15" y="2994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62" name="Rectangle 375">
                  <a:extLst>
                    <a:ext uri="{FF2B5EF4-FFF2-40B4-BE49-F238E27FC236}">
                      <a16:creationId xmlns:a16="http://schemas.microsoft.com/office/drawing/2014/main" id="{AC7F162E-CE22-4227-9807-A443331CDFB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3" y="2994"/>
                  <a:ext cx="309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63" name="Oval 376">
                  <a:extLst>
                    <a:ext uri="{FF2B5EF4-FFF2-40B4-BE49-F238E27FC236}">
                      <a16:creationId xmlns:a16="http://schemas.microsoft.com/office/drawing/2014/main" id="{14FE2183-2583-45BF-B256-6860EC68D2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06" y="2938"/>
                  <a:ext cx="312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95656" name="Group 377">
                <a:extLst>
                  <a:ext uri="{FF2B5EF4-FFF2-40B4-BE49-F238E27FC236}">
                    <a16:creationId xmlns:a16="http://schemas.microsoft.com/office/drawing/2014/main" id="{9F4D5CA2-9548-4A0E-91B9-014F09D7FE5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949" y="2884"/>
                <a:ext cx="232" cy="250"/>
                <a:chOff x="2940" y="2425"/>
                <a:chExt cx="235" cy="250"/>
              </a:xfrm>
            </p:grpSpPr>
            <p:sp>
              <p:nvSpPr>
                <p:cNvPr id="195657" name="Rectangle 378">
                  <a:extLst>
                    <a:ext uri="{FF2B5EF4-FFF2-40B4-BE49-F238E27FC236}">
                      <a16:creationId xmlns:a16="http://schemas.microsoft.com/office/drawing/2014/main" id="{60A952D2-24F0-4C4E-9742-D9830D2605A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6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58" name="Text Box 379">
                  <a:extLst>
                    <a:ext uri="{FF2B5EF4-FFF2-40B4-BE49-F238E27FC236}">
                      <a16:creationId xmlns:a16="http://schemas.microsoft.com/office/drawing/2014/main" id="{ACA96FCA-2337-485A-8555-0DA2749F1F4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0" y="2425"/>
                  <a:ext cx="23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C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grpSp>
          <p:nvGrpSpPr>
            <p:cNvPr id="195637" name="Group 380">
              <a:extLst>
                <a:ext uri="{FF2B5EF4-FFF2-40B4-BE49-F238E27FC236}">
                  <a16:creationId xmlns:a16="http://schemas.microsoft.com/office/drawing/2014/main" id="{7D109955-CD88-41D6-B29A-760C2FB823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2916"/>
              <a:ext cx="316" cy="250"/>
              <a:chOff x="2217" y="2884"/>
              <a:chExt cx="316" cy="250"/>
            </a:xfrm>
          </p:grpSpPr>
          <p:sp>
            <p:nvSpPr>
              <p:cNvPr id="195647" name="Oval 381">
                <a:extLst>
                  <a:ext uri="{FF2B5EF4-FFF2-40B4-BE49-F238E27FC236}">
                    <a16:creationId xmlns:a16="http://schemas.microsoft.com/office/drawing/2014/main" id="{2B52EAB3-081E-4B0E-A5E0-C1F51F9D41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3005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48" name="Line 382">
                <a:extLst>
                  <a:ext uri="{FF2B5EF4-FFF2-40B4-BE49-F238E27FC236}">
                    <a16:creationId xmlns:a16="http://schemas.microsoft.com/office/drawing/2014/main" id="{CA5A1DE7-6631-4668-8244-095C92B96C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20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49" name="Line 383">
                <a:extLst>
                  <a:ext uri="{FF2B5EF4-FFF2-40B4-BE49-F238E27FC236}">
                    <a16:creationId xmlns:a16="http://schemas.microsoft.com/office/drawing/2014/main" id="{91C264A1-860D-48D2-AEAB-9DE97EFC15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2998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50" name="Rectangle 384">
                <a:extLst>
                  <a:ext uri="{FF2B5EF4-FFF2-40B4-BE49-F238E27FC236}">
                    <a16:creationId xmlns:a16="http://schemas.microsoft.com/office/drawing/2014/main" id="{D09DB11E-6B48-40E6-B60B-58248F7424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0" y="2998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5651" name="Oval 385">
                <a:extLst>
                  <a:ext uri="{FF2B5EF4-FFF2-40B4-BE49-F238E27FC236}">
                    <a16:creationId xmlns:a16="http://schemas.microsoft.com/office/drawing/2014/main" id="{7067F68D-8814-4976-B883-15BC4E07FD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17" y="293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95652" name="Group 386">
                <a:extLst>
                  <a:ext uri="{FF2B5EF4-FFF2-40B4-BE49-F238E27FC236}">
                    <a16:creationId xmlns:a16="http://schemas.microsoft.com/office/drawing/2014/main" id="{506DCD8B-3833-4FB3-81C0-4889A1CB6E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70" y="2884"/>
                <a:ext cx="223" cy="250"/>
                <a:chOff x="2945" y="2425"/>
                <a:chExt cx="226" cy="250"/>
              </a:xfrm>
            </p:grpSpPr>
            <p:sp>
              <p:nvSpPr>
                <p:cNvPr id="195653" name="Rectangle 387">
                  <a:extLst>
                    <a:ext uri="{FF2B5EF4-FFF2-40B4-BE49-F238E27FC236}">
                      <a16:creationId xmlns:a16="http://schemas.microsoft.com/office/drawing/2014/main" id="{88242323-9594-4713-AAFA-7D61844CCF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95654" name="Text Box 388">
                  <a:extLst>
                    <a:ext uri="{FF2B5EF4-FFF2-40B4-BE49-F238E27FC236}">
                      <a16:creationId xmlns:a16="http://schemas.microsoft.com/office/drawing/2014/main" id="{CD5C980F-8549-45DE-8707-1CDCC0441D8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45" y="2425"/>
                  <a:ext cx="22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B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95638" name="Freeform 389">
              <a:extLst>
                <a:ext uri="{FF2B5EF4-FFF2-40B4-BE49-F238E27FC236}">
                  <a16:creationId xmlns:a16="http://schemas.microsoft.com/office/drawing/2014/main" id="{702FADAF-C016-4FDB-A20A-ECFAC6B4226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505" y="2819"/>
              <a:ext cx="198" cy="156"/>
            </a:xfrm>
            <a:custGeom>
              <a:avLst/>
              <a:gdLst>
                <a:gd name="T0" fmla="*/ 0 w 342"/>
                <a:gd name="T1" fmla="*/ 3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39" name="Freeform 390">
              <a:extLst>
                <a:ext uri="{FF2B5EF4-FFF2-40B4-BE49-F238E27FC236}">
                  <a16:creationId xmlns:a16="http://schemas.microsoft.com/office/drawing/2014/main" id="{5F4C5471-CA3E-4C2A-94E5-8D8A4A53C20C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84" y="3125"/>
              <a:ext cx="180" cy="141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40" name="Freeform 391">
              <a:extLst>
                <a:ext uri="{FF2B5EF4-FFF2-40B4-BE49-F238E27FC236}">
                  <a16:creationId xmlns:a16="http://schemas.microsoft.com/office/drawing/2014/main" id="{56D6DC53-6DA7-4DA1-B44C-EA3A8C2C3C0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031" y="3107"/>
              <a:ext cx="204" cy="156"/>
            </a:xfrm>
            <a:custGeom>
              <a:avLst/>
              <a:gdLst>
                <a:gd name="T0" fmla="*/ 0 w 342"/>
                <a:gd name="T1" fmla="*/ 3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41" name="Freeform 392">
              <a:extLst>
                <a:ext uri="{FF2B5EF4-FFF2-40B4-BE49-F238E27FC236}">
                  <a16:creationId xmlns:a16="http://schemas.microsoft.com/office/drawing/2014/main" id="{88D27249-F0E6-4BF4-A635-B3D35998242D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2400" y="3086"/>
              <a:ext cx="189" cy="153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42" name="Freeform 393">
              <a:extLst>
                <a:ext uri="{FF2B5EF4-FFF2-40B4-BE49-F238E27FC236}">
                  <a16:creationId xmlns:a16="http://schemas.microsoft.com/office/drawing/2014/main" id="{FE4B698C-4F47-43DF-8B4D-387548075E9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2124" y="3083"/>
              <a:ext cx="174" cy="147"/>
            </a:xfrm>
            <a:custGeom>
              <a:avLst/>
              <a:gdLst>
                <a:gd name="T0" fmla="*/ 0 w 342"/>
                <a:gd name="T1" fmla="*/ 2 h 186"/>
                <a:gd name="T2" fmla="*/ 1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43" name="Text Box 394">
              <a:extLst>
                <a:ext uri="{FF2B5EF4-FFF2-40B4-BE49-F238E27FC236}">
                  <a16:creationId xmlns:a16="http://schemas.microsoft.com/office/drawing/2014/main" id="{B2C27CC6-FA67-4073-B3B4-CC0E30A2AB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29" y="3612"/>
              <a:ext cx="1383" cy="4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given these costs,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find new routing….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Gill Sans MT" panose="020B0502020104020203" pitchFamily="34" charset="0"/>
                  <a:ea typeface="ＭＳ Ｐゴシック" panose="020B0600070205080204" pitchFamily="34" charset="-128"/>
                  <a:cs typeface="+mn-cs"/>
                </a:rPr>
                <a:t>resulting in new costs</a:t>
              </a:r>
            </a:p>
          </p:txBody>
        </p:sp>
        <p:sp>
          <p:nvSpPr>
            <p:cNvPr id="195644" name="Line 395">
              <a:extLst>
                <a:ext uri="{FF2B5EF4-FFF2-40B4-BE49-F238E27FC236}">
                  <a16:creationId xmlns:a16="http://schemas.microsoft.com/office/drawing/2014/main" id="{D25B3D09-29DB-457E-9A6E-84BF67716E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58" y="3407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45" name="Line 396">
              <a:extLst>
                <a:ext uri="{FF2B5EF4-FFF2-40B4-BE49-F238E27FC236}">
                  <a16:creationId xmlns:a16="http://schemas.microsoft.com/office/drawing/2014/main" id="{1325BC76-BC4C-4095-889F-3619AD7B11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38" y="3119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5646" name="Line 397">
              <a:extLst>
                <a:ext uri="{FF2B5EF4-FFF2-40B4-BE49-F238E27FC236}">
                  <a16:creationId xmlns:a16="http://schemas.microsoft.com/office/drawing/2014/main" id="{7B183ACA-2268-4394-B2AB-E1255B908E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78" y="3122"/>
              <a:ext cx="0" cy="15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721294" name="Freeform 398">
            <a:extLst>
              <a:ext uri="{FF2B5EF4-FFF2-40B4-BE49-F238E27FC236}">
                <a16:creationId xmlns:a16="http://schemas.microsoft.com/office/drawing/2014/main" id="{D4EB83E9-3BD5-4481-81CB-AED96EA06F26}"/>
              </a:ext>
            </a:extLst>
          </p:cNvPr>
          <p:cNvSpPr>
            <a:spLocks/>
          </p:cNvSpPr>
          <p:nvPr/>
        </p:nvSpPr>
        <p:spPr bwMode="auto">
          <a:xfrm>
            <a:off x="7366000" y="4397375"/>
            <a:ext cx="1193800" cy="866775"/>
          </a:xfrm>
          <a:custGeom>
            <a:avLst/>
            <a:gdLst>
              <a:gd name="T0" fmla="*/ 2147483646 w 752"/>
              <a:gd name="T1" fmla="*/ 2147483646 h 546"/>
              <a:gd name="T2" fmla="*/ 2147483646 w 752"/>
              <a:gd name="T3" fmla="*/ 2147483646 h 546"/>
              <a:gd name="T4" fmla="*/ 0 w 752"/>
              <a:gd name="T5" fmla="*/ 2147483646 h 546"/>
              <a:gd name="T6" fmla="*/ 2147483646 w 752"/>
              <a:gd name="T7" fmla="*/ 0 h 546"/>
              <a:gd name="T8" fmla="*/ 0 60000 65536"/>
              <a:gd name="T9" fmla="*/ 0 60000 65536"/>
              <a:gd name="T10" fmla="*/ 0 60000 65536"/>
              <a:gd name="T11" fmla="*/ 0 60000 65536"/>
              <a:gd name="T12" fmla="*/ 0 w 752"/>
              <a:gd name="T13" fmla="*/ 0 h 546"/>
              <a:gd name="T14" fmla="*/ 752 w 752"/>
              <a:gd name="T15" fmla="*/ 546 h 54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52" h="546">
                <a:moveTo>
                  <a:pt x="752" y="264"/>
                </a:moveTo>
                <a:lnTo>
                  <a:pt x="383" y="546"/>
                </a:lnTo>
                <a:lnTo>
                  <a:pt x="0" y="248"/>
                </a:lnTo>
                <a:lnTo>
                  <a:pt x="383" y="0"/>
                </a:lnTo>
              </a:path>
            </a:pathLst>
          </a:custGeom>
          <a:noFill/>
          <a:ln w="57150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721283" name="Group 399">
            <a:extLst>
              <a:ext uri="{FF2B5EF4-FFF2-40B4-BE49-F238E27FC236}">
                <a16:creationId xmlns:a16="http://schemas.microsoft.com/office/drawing/2014/main" id="{E08CDF60-FBD3-4D14-819E-312DE3AE90B0}"/>
              </a:ext>
            </a:extLst>
          </p:cNvPr>
          <p:cNvGrpSpPr>
            <a:grpSpLocks/>
          </p:cNvGrpSpPr>
          <p:nvPr/>
        </p:nvGrpSpPr>
        <p:grpSpPr bwMode="auto">
          <a:xfrm>
            <a:off x="7191375" y="4383088"/>
            <a:ext cx="1430338" cy="966787"/>
            <a:chOff x="1870" y="2772"/>
            <a:chExt cx="901" cy="609"/>
          </a:xfrm>
        </p:grpSpPr>
        <p:sp>
          <p:nvSpPr>
            <p:cNvPr id="195626" name="Text Box 400">
              <a:extLst>
                <a:ext uri="{FF2B5EF4-FFF2-40B4-BE49-F238E27FC236}">
                  <a16:creationId xmlns:a16="http://schemas.microsoft.com/office/drawing/2014/main" id="{93859B21-C211-477A-AEBC-C18CB514B9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0" y="2772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2+e</a:t>
              </a:r>
            </a:p>
          </p:txBody>
        </p:sp>
        <p:sp>
          <p:nvSpPr>
            <p:cNvPr id="195627" name="Text Box 401">
              <a:extLst>
                <a:ext uri="{FF2B5EF4-FFF2-40B4-BE49-F238E27FC236}">
                  <a16:creationId xmlns:a16="http://schemas.microsoft.com/office/drawing/2014/main" id="{263F877F-54F6-4F39-9D55-F73F3E1522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3" y="279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628" name="Text Box 402">
              <a:extLst>
                <a:ext uri="{FF2B5EF4-FFF2-40B4-BE49-F238E27FC236}">
                  <a16:creationId xmlns:a16="http://schemas.microsoft.com/office/drawing/2014/main" id="{CB0DE003-A90A-476A-97CA-3D12331DDC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1" y="3189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629" name="Text Box 403">
              <a:extLst>
                <a:ext uri="{FF2B5EF4-FFF2-40B4-BE49-F238E27FC236}">
                  <a16:creationId xmlns:a16="http://schemas.microsoft.com/office/drawing/2014/main" id="{96B79E11-7136-4B15-8C99-2BF04CC55A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87" y="315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0</a:t>
              </a:r>
            </a:p>
          </p:txBody>
        </p:sp>
        <p:sp>
          <p:nvSpPr>
            <p:cNvPr id="195630" name="Text Box 404">
              <a:extLst>
                <a:ext uri="{FF2B5EF4-FFF2-40B4-BE49-F238E27FC236}">
                  <a16:creationId xmlns:a16="http://schemas.microsoft.com/office/drawing/2014/main" id="{566947D4-2625-40E1-880F-DDCD1DB97C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5" y="3009"/>
              <a:ext cx="3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1+e</a:t>
              </a:r>
            </a:p>
          </p:txBody>
        </p:sp>
        <p:sp>
          <p:nvSpPr>
            <p:cNvPr id="195631" name="Text Box 405">
              <a:extLst>
                <a:ext uri="{FF2B5EF4-FFF2-40B4-BE49-F238E27FC236}">
                  <a16:creationId xmlns:a16="http://schemas.microsoft.com/office/drawing/2014/main" id="{8E421EBF-8630-4883-A960-E5B5813302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0" y="3003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21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721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64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164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721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21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5.2 routing protocols</a:t>
            </a:r>
          </a:p>
          <a:p>
            <a:pPr>
              <a:lnSpc>
                <a:spcPts val="2580"/>
              </a:lnSpc>
            </a:pPr>
            <a:r>
              <a:rPr lang="en-US" sz="2400" dirty="0">
                <a:solidFill>
                  <a:srgbClr val="000000"/>
                </a:solidFill>
                <a:latin typeface="Gill Sans MT" charset="0"/>
              </a:rPr>
              <a:t>link state</a:t>
            </a:r>
          </a:p>
          <a:p>
            <a:pPr>
              <a:lnSpc>
                <a:spcPts val="2580"/>
              </a:lnSpc>
            </a:pPr>
            <a:r>
              <a:rPr lang="en-US" sz="2400" dirty="0">
                <a:solidFill>
                  <a:srgbClr val="CC0000"/>
                </a:solidFill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5.4 routing among the ISPs: BGP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5.6 ICMP: The Internet Control Message Protocol 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5.7 Network management and SNMP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18</a:t>
            </a:fld>
            <a:endParaRPr lang="en-US" sz="1200" dirty="0">
              <a:latin typeface="Tahoma" charset="0"/>
            </a:endParaRPr>
          </a:p>
        </p:txBody>
      </p:sp>
      <p:sp>
        <p:nvSpPr>
          <p:cNvPr id="11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3225323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4" name="Footer Placeholder 4">
            <a:extLst>
              <a:ext uri="{FF2B5EF4-FFF2-40B4-BE49-F238E27FC236}">
                <a16:creationId xmlns:a16="http://schemas.microsoft.com/office/drawing/2014/main" id="{049D3AF6-340E-40A7-999B-E4674E1BF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7635" name="Slide Number Placeholder 5">
            <a:extLst>
              <a:ext uri="{FF2B5EF4-FFF2-40B4-BE49-F238E27FC236}">
                <a16:creationId xmlns:a16="http://schemas.microsoft.com/office/drawing/2014/main" id="{045D70BC-4E27-4651-AB78-A512CEEB0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BC4B6344-9653-400E-9FBD-81B921AFF67C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7636" name="Picture 6" descr="underline_base">
            <a:extLst>
              <a:ext uri="{FF2B5EF4-FFF2-40B4-BE49-F238E27FC236}">
                <a16:creationId xmlns:a16="http://schemas.microsoft.com/office/drawing/2014/main" id="{B95B875C-46FF-4682-B389-18DE544FA16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788" y="942975"/>
            <a:ext cx="6399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5" name="Rectangle 2">
            <a:extLst>
              <a:ext uri="{FF2B5EF4-FFF2-40B4-BE49-F238E27FC236}">
                <a16:creationId xmlns:a16="http://schemas.microsoft.com/office/drawing/2014/main" id="{30B3CD4B-C754-4EF8-B1FE-740BC2B21B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96863"/>
            <a:ext cx="7772400" cy="841375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Distance vector algorithm </a:t>
            </a:r>
          </a:p>
        </p:txBody>
      </p:sp>
      <p:sp>
        <p:nvSpPr>
          <p:cNvPr id="197638" name="Rectangle 3">
            <a:extLst>
              <a:ext uri="{FF2B5EF4-FFF2-40B4-BE49-F238E27FC236}">
                <a16:creationId xmlns:a16="http://schemas.microsoft.com/office/drawing/2014/main" id="{D4E81A0E-C8B6-41F2-B40B-BAD676395B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795337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Bellman-Ford equation (dynamic programming)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let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   d</a:t>
            </a:r>
            <a:r>
              <a:rPr lang="en-US" altLang="zh-TW" baseline="-25000" dirty="0">
                <a:ea typeface="ＭＳ Ｐゴシック" panose="020B0600070205080204" pitchFamily="34" charset="-128"/>
              </a:rPr>
              <a:t>x</a:t>
            </a:r>
            <a:r>
              <a:rPr lang="en-US" altLang="zh-TW" dirty="0">
                <a:ea typeface="ＭＳ Ｐゴシック" panose="020B0600070205080204" pitchFamily="34" charset="-128"/>
              </a:rPr>
              <a:t>(y) := cost of least-cost path from x to y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ea typeface="ＭＳ Ｐゴシック" panose="020B0600070205080204" pitchFamily="34" charset="-128"/>
              </a:rPr>
              <a:t>then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  </a:t>
            </a:r>
            <a:r>
              <a:rPr lang="en-US" altLang="zh-TW" sz="3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zh-TW" sz="3200" baseline="-25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x</a:t>
            </a:r>
            <a:r>
              <a:rPr lang="en-US" altLang="zh-TW" sz="3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(y) = </a:t>
            </a:r>
            <a:r>
              <a:rPr lang="en-US" altLang="zh-TW" sz="3200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min</a:t>
            </a:r>
            <a:r>
              <a:rPr lang="en-US" altLang="zh-TW" sz="3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{c(</a:t>
            </a:r>
            <a:r>
              <a:rPr lang="en-US" altLang="zh-TW" sz="32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x,v</a:t>
            </a:r>
            <a:r>
              <a:rPr lang="en-US" altLang="zh-TW" sz="3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) + d</a:t>
            </a:r>
            <a:r>
              <a:rPr lang="en-US" altLang="zh-TW" sz="3200" baseline="-25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v</a:t>
            </a:r>
            <a:r>
              <a:rPr lang="en-US" altLang="zh-TW" sz="32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(y) }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3200" dirty="0">
                <a:ea typeface="ＭＳ Ｐゴシック" panose="020B0600070205080204" pitchFamily="34" charset="-128"/>
              </a:rPr>
              <a:t>   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97639" name="Text Box 5">
            <a:extLst>
              <a:ext uri="{FF2B5EF4-FFF2-40B4-BE49-F238E27FC236}">
                <a16:creationId xmlns:a16="http://schemas.microsoft.com/office/drawing/2014/main" id="{9B4E4E00-6054-4B7B-8EDF-29CFAC67DD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0913" y="4138613"/>
            <a:ext cx="2952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rPr>
              <a:t>v</a:t>
            </a:r>
          </a:p>
        </p:txBody>
      </p:sp>
      <p:sp>
        <p:nvSpPr>
          <p:cNvPr id="197640" name="Text Box 7">
            <a:extLst>
              <a:ext uri="{FF2B5EF4-FFF2-40B4-BE49-F238E27FC236}">
                <a16:creationId xmlns:a16="http://schemas.microsoft.com/office/drawing/2014/main" id="{95B03A39-DB95-45AE-8A64-E7B2E9C2B2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7838" y="5126038"/>
            <a:ext cx="24495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cost to neighbor v</a:t>
            </a:r>
          </a:p>
        </p:txBody>
      </p:sp>
      <p:sp>
        <p:nvSpPr>
          <p:cNvPr id="197641" name="Text Box 8">
            <a:extLst>
              <a:ext uri="{FF2B5EF4-FFF2-40B4-BE49-F238E27FC236}">
                <a16:creationId xmlns:a16="http://schemas.microsoft.com/office/drawing/2014/main" id="{F9A64DE1-020C-4D9E-ADA3-EA49EF66F5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6138" y="5762625"/>
            <a:ext cx="44434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min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taken over all neighbors v of x</a:t>
            </a:r>
          </a:p>
        </p:txBody>
      </p:sp>
      <p:sp>
        <p:nvSpPr>
          <p:cNvPr id="197642" name="Text Box 9">
            <a:extLst>
              <a:ext uri="{FF2B5EF4-FFF2-40B4-BE49-F238E27FC236}">
                <a16:creationId xmlns:a16="http://schemas.microsoft.com/office/drawing/2014/main" id="{843E3163-3440-4DC5-8D55-8D6BADF647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0675" y="4730750"/>
            <a:ext cx="47942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cost from neighbor v to destination y</a:t>
            </a:r>
          </a:p>
        </p:txBody>
      </p:sp>
      <p:sp>
        <p:nvSpPr>
          <p:cNvPr id="197643" name="Line 10">
            <a:extLst>
              <a:ext uri="{FF2B5EF4-FFF2-40B4-BE49-F238E27FC236}">
                <a16:creationId xmlns:a16="http://schemas.microsoft.com/office/drawing/2014/main" id="{B2BF775F-FF89-4008-B63B-7CC317273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2363788" y="4549775"/>
            <a:ext cx="0" cy="1282700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7644" name="Line 11">
            <a:extLst>
              <a:ext uri="{FF2B5EF4-FFF2-40B4-BE49-F238E27FC236}">
                <a16:creationId xmlns:a16="http://schemas.microsoft.com/office/drawing/2014/main" id="{BBA92E43-7A76-4CE7-A3A8-5D4142B8B38E}"/>
              </a:ext>
            </a:extLst>
          </p:cNvPr>
          <p:cNvSpPr>
            <a:spLocks noChangeShapeType="1"/>
          </p:cNvSpPr>
          <p:nvPr/>
        </p:nvSpPr>
        <p:spPr bwMode="auto">
          <a:xfrm>
            <a:off x="3344863" y="4359275"/>
            <a:ext cx="0" cy="8921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97645" name="Line 13">
            <a:extLst>
              <a:ext uri="{FF2B5EF4-FFF2-40B4-BE49-F238E27FC236}">
                <a16:creationId xmlns:a16="http://schemas.microsoft.com/office/drawing/2014/main" id="{1AAEF320-BECE-44CD-BA47-B465D0C7013C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9788" y="4427538"/>
            <a:ext cx="0" cy="43497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58" name="Footer Placeholder 3">
            <a:extLst>
              <a:ext uri="{FF2B5EF4-FFF2-40B4-BE49-F238E27FC236}">
                <a16:creationId xmlns:a16="http://schemas.microsoft.com/office/drawing/2014/main" id="{D468FBEF-A813-4E79-967E-1C7E8BF1B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8659" name="Slide Number Placeholder 4">
            <a:extLst>
              <a:ext uri="{FF2B5EF4-FFF2-40B4-BE49-F238E27FC236}">
                <a16:creationId xmlns:a16="http://schemas.microsoft.com/office/drawing/2014/main" id="{0530AF1A-402D-4419-81AE-A2BD5361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D0738AD1-6E1A-4A1F-A567-ABBDC92509DE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8660" name="Picture 77" descr="underline_base">
            <a:extLst>
              <a:ext uri="{FF2B5EF4-FFF2-40B4-BE49-F238E27FC236}">
                <a16:creationId xmlns:a16="http://schemas.microsoft.com/office/drawing/2014/main" id="{BA34A951-852B-42AC-A50F-54E6ACB47DCA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238" y="83978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8069" name="Rectangle 2">
            <a:extLst>
              <a:ext uri="{FF2B5EF4-FFF2-40B4-BE49-F238E27FC236}">
                <a16:creationId xmlns:a16="http://schemas.microsoft.com/office/drawing/2014/main" id="{627CDE01-9B0C-416E-B314-1EA43CAAE4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74625"/>
            <a:ext cx="7772400" cy="874713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Bellman-Ford example </a:t>
            </a:r>
          </a:p>
        </p:txBody>
      </p:sp>
      <p:grpSp>
        <p:nvGrpSpPr>
          <p:cNvPr id="198662" name="Group 3">
            <a:extLst>
              <a:ext uri="{FF2B5EF4-FFF2-40B4-BE49-F238E27FC236}">
                <a16:creationId xmlns:a16="http://schemas.microsoft.com/office/drawing/2014/main" id="{FD9DA387-3BA7-48A6-AF95-1717123870DB}"/>
              </a:ext>
            </a:extLst>
          </p:cNvPr>
          <p:cNvGrpSpPr>
            <a:grpSpLocks/>
          </p:cNvGrpSpPr>
          <p:nvPr/>
        </p:nvGrpSpPr>
        <p:grpSpPr bwMode="auto">
          <a:xfrm>
            <a:off x="276225" y="1470025"/>
            <a:ext cx="3571875" cy="2236788"/>
            <a:chOff x="3162" y="1071"/>
            <a:chExt cx="2250" cy="1409"/>
          </a:xfrm>
        </p:grpSpPr>
        <p:sp>
          <p:nvSpPr>
            <p:cNvPr id="198667" name="Freeform 4">
              <a:extLst>
                <a:ext uri="{FF2B5EF4-FFF2-40B4-BE49-F238E27FC236}">
                  <a16:creationId xmlns:a16="http://schemas.microsoft.com/office/drawing/2014/main" id="{A9058261-D918-4359-9090-C02F4186A30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68" name="Freeform 5">
              <a:extLst>
                <a:ext uri="{FF2B5EF4-FFF2-40B4-BE49-F238E27FC236}">
                  <a16:creationId xmlns:a16="http://schemas.microsoft.com/office/drawing/2014/main" id="{73845EA9-9CE8-4564-A65F-A6FD0424E4E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69" name="Oval 6">
              <a:extLst>
                <a:ext uri="{FF2B5EF4-FFF2-40B4-BE49-F238E27FC236}">
                  <a16:creationId xmlns:a16="http://schemas.microsoft.com/office/drawing/2014/main" id="{1866B025-3D40-4E86-807B-3C2391BC77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0" name="Line 7">
              <a:extLst>
                <a:ext uri="{FF2B5EF4-FFF2-40B4-BE49-F238E27FC236}">
                  <a16:creationId xmlns:a16="http://schemas.microsoft.com/office/drawing/2014/main" id="{F1B80EAB-2EF1-45A1-A31C-68B4356226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1" name="Line 8">
              <a:extLst>
                <a:ext uri="{FF2B5EF4-FFF2-40B4-BE49-F238E27FC236}">
                  <a16:creationId xmlns:a16="http://schemas.microsoft.com/office/drawing/2014/main" id="{627D8765-CE66-40B6-8803-DC58519315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2" name="Rectangle 9">
              <a:extLst>
                <a:ext uri="{FF2B5EF4-FFF2-40B4-BE49-F238E27FC236}">
                  <a16:creationId xmlns:a16="http://schemas.microsoft.com/office/drawing/2014/main" id="{F177670D-9B24-47FB-B5A1-EFBDCB3AD5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3" name="Oval 10">
              <a:extLst>
                <a:ext uri="{FF2B5EF4-FFF2-40B4-BE49-F238E27FC236}">
                  <a16:creationId xmlns:a16="http://schemas.microsoft.com/office/drawing/2014/main" id="{71759B7A-10CD-41F4-9EFA-E84284B8D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4" name="Oval 11">
              <a:extLst>
                <a:ext uri="{FF2B5EF4-FFF2-40B4-BE49-F238E27FC236}">
                  <a16:creationId xmlns:a16="http://schemas.microsoft.com/office/drawing/2014/main" id="{21F2EEF2-7F33-41FA-98F2-88FCC61F87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5" name="Line 12">
              <a:extLst>
                <a:ext uri="{FF2B5EF4-FFF2-40B4-BE49-F238E27FC236}">
                  <a16:creationId xmlns:a16="http://schemas.microsoft.com/office/drawing/2014/main" id="{E7BBCB29-A8E0-4A63-BF43-1A995074B7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6" name="Line 13">
              <a:extLst>
                <a:ext uri="{FF2B5EF4-FFF2-40B4-BE49-F238E27FC236}">
                  <a16:creationId xmlns:a16="http://schemas.microsoft.com/office/drawing/2014/main" id="{23E46DD5-69FF-4038-A06D-56E2FD5762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7" name="Rectangle 14">
              <a:extLst>
                <a:ext uri="{FF2B5EF4-FFF2-40B4-BE49-F238E27FC236}">
                  <a16:creationId xmlns:a16="http://schemas.microsoft.com/office/drawing/2014/main" id="{401BA837-F684-46A2-9F6F-D16C0A7244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8" name="Oval 15">
              <a:extLst>
                <a:ext uri="{FF2B5EF4-FFF2-40B4-BE49-F238E27FC236}">
                  <a16:creationId xmlns:a16="http://schemas.microsoft.com/office/drawing/2014/main" id="{78F081A7-E221-4C07-B54A-42B329C7BA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79" name="Oval 16">
              <a:extLst>
                <a:ext uri="{FF2B5EF4-FFF2-40B4-BE49-F238E27FC236}">
                  <a16:creationId xmlns:a16="http://schemas.microsoft.com/office/drawing/2014/main" id="{09DAACCE-FA7B-4EC8-8D87-04E0604C1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0" name="Line 17">
              <a:extLst>
                <a:ext uri="{FF2B5EF4-FFF2-40B4-BE49-F238E27FC236}">
                  <a16:creationId xmlns:a16="http://schemas.microsoft.com/office/drawing/2014/main" id="{940FF747-F8E5-4225-903F-9C9E8A34E1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1" name="Line 18">
              <a:extLst>
                <a:ext uri="{FF2B5EF4-FFF2-40B4-BE49-F238E27FC236}">
                  <a16:creationId xmlns:a16="http://schemas.microsoft.com/office/drawing/2014/main" id="{8E40C3AF-D346-4970-9CCD-040F39416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2" name="Rectangle 19">
              <a:extLst>
                <a:ext uri="{FF2B5EF4-FFF2-40B4-BE49-F238E27FC236}">
                  <a16:creationId xmlns:a16="http://schemas.microsoft.com/office/drawing/2014/main" id="{9C173ABB-5351-4E64-B37D-1ADAED3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3" name="Oval 20">
              <a:extLst>
                <a:ext uri="{FF2B5EF4-FFF2-40B4-BE49-F238E27FC236}">
                  <a16:creationId xmlns:a16="http://schemas.microsoft.com/office/drawing/2014/main" id="{31A61A0D-5BEC-4E36-B1CD-BB499F548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4" name="Oval 21">
              <a:extLst>
                <a:ext uri="{FF2B5EF4-FFF2-40B4-BE49-F238E27FC236}">
                  <a16:creationId xmlns:a16="http://schemas.microsoft.com/office/drawing/2014/main" id="{4D1B4F45-27A1-4543-A69D-DEE009463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5" name="Line 22">
              <a:extLst>
                <a:ext uri="{FF2B5EF4-FFF2-40B4-BE49-F238E27FC236}">
                  <a16:creationId xmlns:a16="http://schemas.microsoft.com/office/drawing/2014/main" id="{2FBBBF47-65D1-4A57-9087-61337DB143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6" name="Line 23">
              <a:extLst>
                <a:ext uri="{FF2B5EF4-FFF2-40B4-BE49-F238E27FC236}">
                  <a16:creationId xmlns:a16="http://schemas.microsoft.com/office/drawing/2014/main" id="{B79922E4-6FC7-4791-9AB4-8C3584027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7" name="Rectangle 24">
              <a:extLst>
                <a:ext uri="{FF2B5EF4-FFF2-40B4-BE49-F238E27FC236}">
                  <a16:creationId xmlns:a16="http://schemas.microsoft.com/office/drawing/2014/main" id="{64FBFFDE-58F0-4854-9511-50B1A975B8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8" name="Oval 25">
              <a:extLst>
                <a:ext uri="{FF2B5EF4-FFF2-40B4-BE49-F238E27FC236}">
                  <a16:creationId xmlns:a16="http://schemas.microsoft.com/office/drawing/2014/main" id="{0CC5C1C2-653A-41FB-BC5E-9D8B0A8E59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89" name="Oval 26">
              <a:extLst>
                <a:ext uri="{FF2B5EF4-FFF2-40B4-BE49-F238E27FC236}">
                  <a16:creationId xmlns:a16="http://schemas.microsoft.com/office/drawing/2014/main" id="{0F351A05-9CFE-4CB9-B0EA-76075B5631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0" name="Line 27">
              <a:extLst>
                <a:ext uri="{FF2B5EF4-FFF2-40B4-BE49-F238E27FC236}">
                  <a16:creationId xmlns:a16="http://schemas.microsoft.com/office/drawing/2014/main" id="{F3643604-675A-4ACE-AB90-51E1E2C2D2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1" name="Line 28">
              <a:extLst>
                <a:ext uri="{FF2B5EF4-FFF2-40B4-BE49-F238E27FC236}">
                  <a16:creationId xmlns:a16="http://schemas.microsoft.com/office/drawing/2014/main" id="{6B015792-5DE3-4211-A48E-A2BD605C4D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2" name="Rectangle 29">
              <a:extLst>
                <a:ext uri="{FF2B5EF4-FFF2-40B4-BE49-F238E27FC236}">
                  <a16:creationId xmlns:a16="http://schemas.microsoft.com/office/drawing/2014/main" id="{ED51DDE2-6863-40F0-BFE0-BB9018F0B5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3" name="Oval 30">
              <a:extLst>
                <a:ext uri="{FF2B5EF4-FFF2-40B4-BE49-F238E27FC236}">
                  <a16:creationId xmlns:a16="http://schemas.microsoft.com/office/drawing/2014/main" id="{97FE3A32-FFBB-437B-8F44-838289DB4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4" name="Oval 31">
              <a:extLst>
                <a:ext uri="{FF2B5EF4-FFF2-40B4-BE49-F238E27FC236}">
                  <a16:creationId xmlns:a16="http://schemas.microsoft.com/office/drawing/2014/main" id="{891ABDF7-6451-4768-8309-A8B1C2E0F0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5" name="Line 32">
              <a:extLst>
                <a:ext uri="{FF2B5EF4-FFF2-40B4-BE49-F238E27FC236}">
                  <a16:creationId xmlns:a16="http://schemas.microsoft.com/office/drawing/2014/main" id="{09F43C1C-765C-46EF-A255-E92D7BDF01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6" name="Line 33">
              <a:extLst>
                <a:ext uri="{FF2B5EF4-FFF2-40B4-BE49-F238E27FC236}">
                  <a16:creationId xmlns:a16="http://schemas.microsoft.com/office/drawing/2014/main" id="{BD5268B2-F925-48BE-A02D-DFDE00C18B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7" name="Rectangle 34">
              <a:extLst>
                <a:ext uri="{FF2B5EF4-FFF2-40B4-BE49-F238E27FC236}">
                  <a16:creationId xmlns:a16="http://schemas.microsoft.com/office/drawing/2014/main" id="{AA917005-609C-4DD6-91FA-7B92AE6603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8" name="Oval 35">
              <a:extLst>
                <a:ext uri="{FF2B5EF4-FFF2-40B4-BE49-F238E27FC236}">
                  <a16:creationId xmlns:a16="http://schemas.microsoft.com/office/drawing/2014/main" id="{393E873D-8A88-40A3-994F-6D0DD98E0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699" name="Freeform 36">
              <a:extLst>
                <a:ext uri="{FF2B5EF4-FFF2-40B4-BE49-F238E27FC236}">
                  <a16:creationId xmlns:a16="http://schemas.microsoft.com/office/drawing/2014/main" id="{4665800E-E720-443B-8FD9-BCDC49D22691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0" name="Freeform 37">
              <a:extLst>
                <a:ext uri="{FF2B5EF4-FFF2-40B4-BE49-F238E27FC236}">
                  <a16:creationId xmlns:a16="http://schemas.microsoft.com/office/drawing/2014/main" id="{82E4C070-B335-43C2-B41C-E028DFAC40F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1" name="Freeform 38">
              <a:extLst>
                <a:ext uri="{FF2B5EF4-FFF2-40B4-BE49-F238E27FC236}">
                  <a16:creationId xmlns:a16="http://schemas.microsoft.com/office/drawing/2014/main" id="{E17E0BB8-86BF-4BD3-9196-2028CF320DB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2" name="Freeform 39">
              <a:extLst>
                <a:ext uri="{FF2B5EF4-FFF2-40B4-BE49-F238E27FC236}">
                  <a16:creationId xmlns:a16="http://schemas.microsoft.com/office/drawing/2014/main" id="{A5D111CF-5E64-487B-BD2F-92713EEFC10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3" name="Freeform 40">
              <a:extLst>
                <a:ext uri="{FF2B5EF4-FFF2-40B4-BE49-F238E27FC236}">
                  <a16:creationId xmlns:a16="http://schemas.microsoft.com/office/drawing/2014/main" id="{B23639DA-CC0B-4372-8711-76F54FC5C03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4" name="Freeform 41">
              <a:extLst>
                <a:ext uri="{FF2B5EF4-FFF2-40B4-BE49-F238E27FC236}">
                  <a16:creationId xmlns:a16="http://schemas.microsoft.com/office/drawing/2014/main" id="{D0926168-9D63-4DD9-AAA4-118ACB77C9DF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5" name="Freeform 42">
              <a:extLst>
                <a:ext uri="{FF2B5EF4-FFF2-40B4-BE49-F238E27FC236}">
                  <a16:creationId xmlns:a16="http://schemas.microsoft.com/office/drawing/2014/main" id="{026C9D89-DE75-40EB-8E27-AB126959BB3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6" name="Freeform 43">
              <a:extLst>
                <a:ext uri="{FF2B5EF4-FFF2-40B4-BE49-F238E27FC236}">
                  <a16:creationId xmlns:a16="http://schemas.microsoft.com/office/drawing/2014/main" id="{A0AC9493-F303-4FEF-BEA5-54ECED54482E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07" name="Freeform 44">
              <a:extLst>
                <a:ext uri="{FF2B5EF4-FFF2-40B4-BE49-F238E27FC236}">
                  <a16:creationId xmlns:a16="http://schemas.microsoft.com/office/drawing/2014/main" id="{F2AD23B5-B996-40CB-AA59-AA63102F23B5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98708" name="Group 45">
              <a:extLst>
                <a:ext uri="{FF2B5EF4-FFF2-40B4-BE49-F238E27FC236}">
                  <a16:creationId xmlns:a16="http://schemas.microsoft.com/office/drawing/2014/main" id="{6CA9E7DB-3098-4404-9D8A-34A088BAD5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198734" name="Rectangle 46">
                <a:extLst>
                  <a:ext uri="{FF2B5EF4-FFF2-40B4-BE49-F238E27FC236}">
                    <a16:creationId xmlns:a16="http://schemas.microsoft.com/office/drawing/2014/main" id="{FCBD9673-41D9-4BBD-AFE1-AF544FA1D5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8735" name="Text Box 47">
                <a:extLst>
                  <a:ext uri="{FF2B5EF4-FFF2-40B4-BE49-F238E27FC236}">
                    <a16:creationId xmlns:a16="http://schemas.microsoft.com/office/drawing/2014/main" id="{9026EFAF-537D-480D-B224-5752A2387B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8709" name="Group 48">
              <a:extLst>
                <a:ext uri="{FF2B5EF4-FFF2-40B4-BE49-F238E27FC236}">
                  <a16:creationId xmlns:a16="http://schemas.microsoft.com/office/drawing/2014/main" id="{66779539-35B2-4E67-A52A-F5D85C0DA7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198732" name="Rectangle 49">
                <a:extLst>
                  <a:ext uri="{FF2B5EF4-FFF2-40B4-BE49-F238E27FC236}">
                    <a16:creationId xmlns:a16="http://schemas.microsoft.com/office/drawing/2014/main" id="{6F25758D-22E5-4778-9E38-EFBE7326A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8733" name="Text Box 50">
                <a:extLst>
                  <a:ext uri="{FF2B5EF4-FFF2-40B4-BE49-F238E27FC236}">
                    <a16:creationId xmlns:a16="http://schemas.microsoft.com/office/drawing/2014/main" id="{B5852C35-AD3C-4211-959B-2740CD18DC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y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8710" name="Group 51">
              <a:extLst>
                <a:ext uri="{FF2B5EF4-FFF2-40B4-BE49-F238E27FC236}">
                  <a16:creationId xmlns:a16="http://schemas.microsoft.com/office/drawing/2014/main" id="{8486D88F-F480-4168-94E4-C084AEFF66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198730" name="Rectangle 52">
                <a:extLst>
                  <a:ext uri="{FF2B5EF4-FFF2-40B4-BE49-F238E27FC236}">
                    <a16:creationId xmlns:a16="http://schemas.microsoft.com/office/drawing/2014/main" id="{56E8FE24-0089-44D5-ADC1-CA5CB9405D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8731" name="Text Box 53">
                <a:extLst>
                  <a:ext uri="{FF2B5EF4-FFF2-40B4-BE49-F238E27FC236}">
                    <a16:creationId xmlns:a16="http://schemas.microsoft.com/office/drawing/2014/main" id="{A7AB42B1-B472-4460-8498-2535B20B578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</a:p>
            </p:txBody>
          </p:sp>
        </p:grpSp>
        <p:grpSp>
          <p:nvGrpSpPr>
            <p:cNvPr id="198711" name="Group 54">
              <a:extLst>
                <a:ext uri="{FF2B5EF4-FFF2-40B4-BE49-F238E27FC236}">
                  <a16:creationId xmlns:a16="http://schemas.microsoft.com/office/drawing/2014/main" id="{EA7B5894-7AC8-4CC1-8408-1C265AD81E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198728" name="Rectangle 55">
                <a:extLst>
                  <a:ext uri="{FF2B5EF4-FFF2-40B4-BE49-F238E27FC236}">
                    <a16:creationId xmlns:a16="http://schemas.microsoft.com/office/drawing/2014/main" id="{E6A3C863-56E9-4BF2-BE25-D2C901428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8729" name="Text Box 56">
                <a:extLst>
                  <a:ext uri="{FF2B5EF4-FFF2-40B4-BE49-F238E27FC236}">
                    <a16:creationId xmlns:a16="http://schemas.microsoft.com/office/drawing/2014/main" id="{8E690FCC-4944-4D5E-8B3F-C6F974685CE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w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8712" name="Group 57">
              <a:extLst>
                <a:ext uri="{FF2B5EF4-FFF2-40B4-BE49-F238E27FC236}">
                  <a16:creationId xmlns:a16="http://schemas.microsoft.com/office/drawing/2014/main" id="{DE3D7666-74F8-44F2-8157-4EAEDE80248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198726" name="Rectangle 58">
                <a:extLst>
                  <a:ext uri="{FF2B5EF4-FFF2-40B4-BE49-F238E27FC236}">
                    <a16:creationId xmlns:a16="http://schemas.microsoft.com/office/drawing/2014/main" id="{0733B4C0-B472-4D61-92E1-A93874AC38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8727" name="Text Box 59">
                <a:extLst>
                  <a:ext uri="{FF2B5EF4-FFF2-40B4-BE49-F238E27FC236}">
                    <a16:creationId xmlns:a16="http://schemas.microsoft.com/office/drawing/2014/main" id="{76A50A09-9F69-4C6C-A19C-97DDC9A5CB1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v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98713" name="Group 60">
              <a:extLst>
                <a:ext uri="{FF2B5EF4-FFF2-40B4-BE49-F238E27FC236}">
                  <a16:creationId xmlns:a16="http://schemas.microsoft.com/office/drawing/2014/main" id="{EEA517E4-1547-4B92-B590-215189609F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198724" name="Rectangle 61">
                <a:extLst>
                  <a:ext uri="{FF2B5EF4-FFF2-40B4-BE49-F238E27FC236}">
                    <a16:creationId xmlns:a16="http://schemas.microsoft.com/office/drawing/2014/main" id="{5D4A0210-FFCB-4598-AA69-D3149CC84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98725" name="Text Box 62">
                <a:extLst>
                  <a:ext uri="{FF2B5EF4-FFF2-40B4-BE49-F238E27FC236}">
                    <a16:creationId xmlns:a16="http://schemas.microsoft.com/office/drawing/2014/main" id="{03419A51-2FB9-4A5D-B584-16484CE3EC4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z</a:t>
                </a:r>
              </a:p>
            </p:txBody>
          </p:sp>
        </p:grpSp>
        <p:sp>
          <p:nvSpPr>
            <p:cNvPr id="198714" name="Text Box 63">
              <a:extLst>
                <a:ext uri="{FF2B5EF4-FFF2-40B4-BE49-F238E27FC236}">
                  <a16:creationId xmlns:a16="http://schemas.microsoft.com/office/drawing/2014/main" id="{C362AD8A-2CAC-459C-B845-499D7264A9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15" name="Text Box 64">
              <a:extLst>
                <a:ext uri="{FF2B5EF4-FFF2-40B4-BE49-F238E27FC236}">
                  <a16:creationId xmlns:a16="http://schemas.microsoft.com/office/drawing/2014/main" id="{D579AA78-4746-4E25-BEB3-6348D1AFF5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16" name="Text Box 65">
              <a:extLst>
                <a:ext uri="{FF2B5EF4-FFF2-40B4-BE49-F238E27FC236}">
                  <a16:creationId xmlns:a16="http://schemas.microsoft.com/office/drawing/2014/main" id="{89C72C7A-2E58-4511-902C-1E6AEEE02B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17" name="Text Box 66">
              <a:extLst>
                <a:ext uri="{FF2B5EF4-FFF2-40B4-BE49-F238E27FC236}">
                  <a16:creationId xmlns:a16="http://schemas.microsoft.com/office/drawing/2014/main" id="{993053BC-5B5A-456A-8157-F0ED9CE4F7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18" name="Text Box 67">
              <a:extLst>
                <a:ext uri="{FF2B5EF4-FFF2-40B4-BE49-F238E27FC236}">
                  <a16:creationId xmlns:a16="http://schemas.microsoft.com/office/drawing/2014/main" id="{03C73ABC-7A77-41D1-B18A-1631D5DBBA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19" name="Text Box 68">
              <a:extLst>
                <a:ext uri="{FF2B5EF4-FFF2-40B4-BE49-F238E27FC236}">
                  <a16:creationId xmlns:a16="http://schemas.microsoft.com/office/drawing/2014/main" id="{15794800-D83A-45F2-9C77-68374E3F69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20" name="Text Box 69">
              <a:extLst>
                <a:ext uri="{FF2B5EF4-FFF2-40B4-BE49-F238E27FC236}">
                  <a16:creationId xmlns:a16="http://schemas.microsoft.com/office/drawing/2014/main" id="{6895E118-C98D-4EBF-83D7-85DF244724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21" name="Text Box 70">
              <a:extLst>
                <a:ext uri="{FF2B5EF4-FFF2-40B4-BE49-F238E27FC236}">
                  <a16:creationId xmlns:a16="http://schemas.microsoft.com/office/drawing/2014/main" id="{9E0BED6B-258C-4D8A-8275-2773EACD63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22" name="Text Box 71">
              <a:extLst>
                <a:ext uri="{FF2B5EF4-FFF2-40B4-BE49-F238E27FC236}">
                  <a16:creationId xmlns:a16="http://schemas.microsoft.com/office/drawing/2014/main" id="{38C0913A-6FE0-46F7-93D4-CFE42506BF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3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98723" name="Text Box 72">
              <a:extLst>
                <a:ext uri="{FF2B5EF4-FFF2-40B4-BE49-F238E27FC236}">
                  <a16:creationId xmlns:a16="http://schemas.microsoft.com/office/drawing/2014/main" id="{230A9241-9FF7-42CF-879E-B50FD1150F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5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98663" name="Text Box 73">
            <a:extLst>
              <a:ext uri="{FF2B5EF4-FFF2-40B4-BE49-F238E27FC236}">
                <a16:creationId xmlns:a16="http://schemas.microsoft.com/office/drawing/2014/main" id="{3203F4E2-E452-4A1A-8AED-9E4C19539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5550" y="1770063"/>
            <a:ext cx="49212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Given d</a:t>
            </a:r>
            <a:r>
              <a:rPr kumimoji="0" lang="en-US" altLang="zh-TW" sz="24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= 5, d</a:t>
            </a:r>
            <a:r>
              <a:rPr kumimoji="0" lang="en-US" altLang="zh-TW" sz="24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= 3, d</a:t>
            </a:r>
            <a:r>
              <a:rPr kumimoji="0" lang="en-US" altLang="zh-TW" sz="24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= 3</a:t>
            </a:r>
          </a:p>
        </p:txBody>
      </p:sp>
      <p:sp>
        <p:nvSpPr>
          <p:cNvPr id="198664" name="Text Box 74">
            <a:extLst>
              <a:ext uri="{FF2B5EF4-FFF2-40B4-BE49-F238E27FC236}">
                <a16:creationId xmlns:a16="http://schemas.microsoft.com/office/drawing/2014/main" id="{8E3C6396-19A8-4015-A920-1AA153BB7E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75138" y="2928938"/>
            <a:ext cx="3900487" cy="2282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zh-TW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= min { c(</a:t>
            </a:r>
            <a:r>
              <a:rPr kumimoji="0" lang="en-US" altLang="zh-TW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u,v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+ d</a:t>
            </a:r>
            <a:r>
              <a:rPr kumimoji="0" lang="en-US" altLang="zh-TW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           c(</a:t>
            </a:r>
            <a:r>
              <a:rPr kumimoji="0" lang="en-US" altLang="zh-TW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u,x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+ d</a:t>
            </a:r>
            <a:r>
              <a:rPr kumimoji="0" lang="en-US" altLang="zh-TW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           c(</a:t>
            </a:r>
            <a:r>
              <a:rPr kumimoji="0" lang="en-US" altLang="zh-TW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u,w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 + </a:t>
            </a:r>
            <a:r>
              <a:rPr kumimoji="0" lang="en-US" altLang="zh-TW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en-US" altLang="zh-TW" sz="2400" b="0" i="0" u="none" strike="noStrike" kern="1200" cap="none" spc="0" normalizeH="0" baseline="-2500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= min {2 + 5,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           1 + 3,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           5 + 3}  = 4</a:t>
            </a:r>
          </a:p>
        </p:txBody>
      </p:sp>
      <p:sp>
        <p:nvSpPr>
          <p:cNvPr id="198665" name="Text Box 75">
            <a:extLst>
              <a:ext uri="{FF2B5EF4-FFF2-40B4-BE49-F238E27FC236}">
                <a16:creationId xmlns:a16="http://schemas.microsoft.com/office/drawing/2014/main" id="{731D7701-BB0D-43AF-BFEE-A56B10420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1963" y="5330825"/>
            <a:ext cx="6765925" cy="819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node achieving minimum is next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hop in shortest path, used in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MS Mincho" panose="02020609040205080304" pitchFamily="49" charset="-128"/>
                <a:cs typeface="+mn-cs"/>
              </a:rPr>
              <a:t> forwarding table</a:t>
            </a:r>
          </a:p>
        </p:txBody>
      </p:sp>
      <p:sp>
        <p:nvSpPr>
          <p:cNvPr id="198666" name="Text Box 76">
            <a:extLst>
              <a:ext uri="{FF2B5EF4-FFF2-40B4-BE49-F238E27FC236}">
                <a16:creationId xmlns:a16="http://schemas.microsoft.com/office/drawing/2014/main" id="{7BBD1380-0BD3-457B-BCD6-F419D748DC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2388" y="2466975"/>
            <a:ext cx="27257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B-F equation says: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Footer Placeholder 4">
            <a:extLst>
              <a:ext uri="{FF2B5EF4-FFF2-40B4-BE49-F238E27FC236}">
                <a16:creationId xmlns:a16="http://schemas.microsoft.com/office/drawing/2014/main" id="{5FCD6342-A354-400B-9488-8EA8DD4CE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99683" name="Slide Number Placeholder 5">
            <a:extLst>
              <a:ext uri="{FF2B5EF4-FFF2-40B4-BE49-F238E27FC236}">
                <a16:creationId xmlns:a16="http://schemas.microsoft.com/office/drawing/2014/main" id="{2FB0EF1C-78B3-4E65-BA5A-82CEFEDD3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4A5FC337-FCE9-474C-9510-CBB8ED93169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99684" name="Picture 5" descr="underline_base">
            <a:extLst>
              <a:ext uri="{FF2B5EF4-FFF2-40B4-BE49-F238E27FC236}">
                <a16:creationId xmlns:a16="http://schemas.microsoft.com/office/drawing/2014/main" id="{323BC257-D5CC-4780-A833-4066A1311F4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50" y="10668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9093" name="Rectangle 2">
            <a:extLst>
              <a:ext uri="{FF2B5EF4-FFF2-40B4-BE49-F238E27FC236}">
                <a16:creationId xmlns:a16="http://schemas.microsoft.com/office/drawing/2014/main" id="{75731D28-967A-48C4-8C44-BE761EC2BD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Distance vector algorithm </a:t>
            </a:r>
          </a:p>
        </p:txBody>
      </p:sp>
      <p:sp>
        <p:nvSpPr>
          <p:cNvPr id="199686" name="Rectangle 3">
            <a:extLst>
              <a:ext uri="{FF2B5EF4-FFF2-40B4-BE49-F238E27FC236}">
                <a16:creationId xmlns:a16="http://schemas.microsoft.com/office/drawing/2014/main" id="{CF680831-5B5B-4179-900B-987C4E180DE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zh-TW" baseline="-25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x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(y)</a:t>
            </a:r>
            <a:r>
              <a:rPr lang="en-US" altLang="zh-TW" dirty="0">
                <a:ea typeface="ＭＳ Ｐゴシック" panose="020B0600070205080204" pitchFamily="34" charset="-128"/>
              </a:rPr>
              <a:t> =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estimate</a:t>
            </a:r>
            <a:r>
              <a:rPr lang="en-US" altLang="zh-TW" dirty="0">
                <a:ea typeface="ＭＳ Ｐゴシック" panose="020B0600070205080204" pitchFamily="34" charset="-128"/>
              </a:rPr>
              <a:t> of least cost from x to y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x maintains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distance vector </a:t>
            </a:r>
            <a:r>
              <a:rPr lang="en-US" altLang="zh-TW" b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zh-TW" baseline="-25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x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= [D</a:t>
            </a:r>
            <a:r>
              <a:rPr lang="en-US" altLang="zh-TW" baseline="-250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x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(y): y </a:t>
            </a:r>
            <a:r>
              <a:rPr lang="ru-RU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є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N ]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node x: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knows </a:t>
            </a:r>
            <a:r>
              <a:rPr lang="en-US" altLang="zh-TW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cost to each neighbor </a:t>
            </a:r>
            <a:r>
              <a:rPr lang="en-US" altLang="zh-TW" sz="2800" dirty="0">
                <a:ea typeface="ＭＳ Ｐゴシック" panose="020B0600070205080204" pitchFamily="34" charset="-128"/>
              </a:rPr>
              <a:t>v: </a:t>
            </a:r>
            <a:r>
              <a:rPr lang="en-US" altLang="zh-TW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c(</a:t>
            </a:r>
            <a:r>
              <a:rPr lang="en-US" altLang="zh-TW" sz="28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x,v</a:t>
            </a:r>
            <a:r>
              <a:rPr lang="en-US" altLang="zh-TW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)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maintains its </a:t>
            </a:r>
            <a:r>
              <a:rPr lang="en-US" altLang="zh-TW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neighbors</a:t>
            </a:r>
            <a:r>
              <a:rPr lang="ja-JP" altLang="en-US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 distance vectors</a:t>
            </a:r>
            <a:r>
              <a:rPr lang="en-US" altLang="ja-JP" sz="2800" dirty="0">
                <a:ea typeface="ＭＳ Ｐゴシック" panose="020B0600070205080204" pitchFamily="34" charset="-128"/>
              </a:rPr>
              <a:t>. For each neighbor v, x maintains </a:t>
            </a:r>
            <a:br>
              <a:rPr lang="en-US" altLang="ja-JP" sz="2800" dirty="0">
                <a:ea typeface="ＭＳ Ｐゴシック" panose="020B0600070205080204" pitchFamily="34" charset="-128"/>
              </a:rPr>
            </a:br>
            <a:r>
              <a:rPr lang="en-US" altLang="ja-JP" sz="2800" b="1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ja-JP" sz="2800" baseline="-250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v</a:t>
            </a:r>
            <a:r>
              <a:rPr lang="en-US" altLang="ja-JP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= [</a:t>
            </a:r>
            <a:r>
              <a:rPr lang="en-US" altLang="ja-JP" sz="28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ja-JP" sz="2800" baseline="-250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v</a:t>
            </a:r>
            <a:r>
              <a:rPr lang="en-US" altLang="ja-JP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(y): y </a:t>
            </a:r>
            <a:r>
              <a:rPr lang="ru-RU" altLang="ja-JP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є</a:t>
            </a:r>
            <a:r>
              <a:rPr lang="en-US" altLang="ja-JP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N ]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6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06" name="Footer Placeholder 4">
            <a:extLst>
              <a:ext uri="{FF2B5EF4-FFF2-40B4-BE49-F238E27FC236}">
                <a16:creationId xmlns:a16="http://schemas.microsoft.com/office/drawing/2014/main" id="{8F530B9B-79B0-4E2F-9A96-0A60F5956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0707" name="Slide Number Placeholder 5">
            <a:extLst>
              <a:ext uri="{FF2B5EF4-FFF2-40B4-BE49-F238E27FC236}">
                <a16:creationId xmlns:a16="http://schemas.microsoft.com/office/drawing/2014/main" id="{B40ED445-E0F7-4564-A355-0C5D5B69A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1BC1CE0E-3BA3-479D-A823-929008AF57A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90116" name="Rectangle 3">
            <a:extLst>
              <a:ext uri="{FF2B5EF4-FFF2-40B4-BE49-F238E27FC236}">
                <a16:creationId xmlns:a16="http://schemas.microsoft.com/office/drawing/2014/main" id="{FEFEF21A-4086-47F2-B49E-DE5B6BE110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7772400" cy="2414588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3200" i="1" dirty="0">
                <a:solidFill>
                  <a:srgbClr val="CC0000"/>
                </a:solidFill>
                <a:cs typeface="+mn-cs"/>
              </a:rPr>
              <a:t>key idea:</a:t>
            </a:r>
            <a:r>
              <a:rPr lang="en-US" sz="3200" dirty="0">
                <a:solidFill>
                  <a:srgbClr val="CC0000"/>
                </a:solidFill>
                <a:cs typeface="+mn-cs"/>
              </a:rPr>
              <a:t> 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from time-to-time, each node sends its own </a:t>
            </a:r>
            <a:r>
              <a:rPr lang="en-US" dirty="0">
                <a:solidFill>
                  <a:srgbClr val="FF0000"/>
                </a:solidFill>
                <a:cs typeface="+mn-cs"/>
              </a:rPr>
              <a:t>distance vector estimate</a:t>
            </a:r>
            <a:r>
              <a:rPr lang="en-US" dirty="0">
                <a:cs typeface="+mn-cs"/>
              </a:rPr>
              <a:t> </a:t>
            </a:r>
            <a:r>
              <a:rPr lang="en-US" dirty="0">
                <a:solidFill>
                  <a:srgbClr val="0070C0"/>
                </a:solidFill>
                <a:cs typeface="+mn-cs"/>
              </a:rPr>
              <a:t>to neighbors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when x receives new DV estimate from neighbor, it updates its own DV using B-F equation:</a:t>
            </a:r>
          </a:p>
        </p:txBody>
      </p:sp>
      <p:sp>
        <p:nvSpPr>
          <p:cNvPr id="200709" name="Rectangle 4">
            <a:extLst>
              <a:ext uri="{FF2B5EF4-FFF2-40B4-BE49-F238E27FC236}">
                <a16:creationId xmlns:a16="http://schemas.microsoft.com/office/drawing/2014/main" id="{B01BCC16-2186-48C1-9A34-0CBC11611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3300" y="3821113"/>
            <a:ext cx="78168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</a:t>
            </a:r>
            <a:r>
              <a:rPr kumimoji="0" lang="en-US" altLang="zh-TW" sz="2800" b="0" i="1" u="none" strike="noStrike" kern="1200" cap="none" spc="0" normalizeH="0" baseline="-3000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x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 ← </a:t>
            </a:r>
            <a:r>
              <a:rPr kumimoji="0" lang="en-US" altLang="zh-TW" sz="2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min</a:t>
            </a:r>
            <a:r>
              <a:rPr kumimoji="0" lang="en-US" altLang="zh-TW" sz="2800" b="0" i="1" u="none" strike="noStrike" kern="1200" cap="none" spc="0" normalizeH="0" baseline="-3000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{c(</a:t>
            </a:r>
            <a:r>
              <a:rPr kumimoji="0" lang="en-US" altLang="zh-TW" sz="2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x,v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) + </a:t>
            </a:r>
            <a:r>
              <a:rPr kumimoji="0" lang="en-US" altLang="zh-TW" sz="2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</a:t>
            </a:r>
            <a:r>
              <a:rPr kumimoji="0" lang="en-US" altLang="zh-TW" sz="2800" b="0" i="1" u="none" strike="noStrike" kern="1200" cap="none" spc="0" normalizeH="0" baseline="-3000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v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(y)}  for each node y 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MS Mincho" panose="02020609040205080304" pitchFamily="49" charset="-128"/>
                <a:cs typeface="+mn-cs"/>
              </a:rPr>
              <a:t>∊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 N</a:t>
            </a:r>
          </a:p>
        </p:txBody>
      </p:sp>
      <p:sp>
        <p:nvSpPr>
          <p:cNvPr id="200710" name="Rectangle 5">
            <a:extLst>
              <a:ext uri="{FF2B5EF4-FFF2-40B4-BE49-F238E27FC236}">
                <a16:creationId xmlns:a16="http://schemas.microsoft.com/office/drawing/2014/main" id="{2255A94F-0A1A-49B2-8F48-914BB501F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763" y="4640263"/>
            <a:ext cx="7772400" cy="150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under minor, natural conditions, the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estimate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</a:t>
            </a:r>
            <a:r>
              <a:rPr kumimoji="0" lang="en-US" altLang="zh-TW" sz="2800" b="0" i="1" u="none" strike="noStrike" kern="1200" cap="none" spc="0" normalizeH="0" baseline="-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x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 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converge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 to the 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actual</a:t>
            </a: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 least cost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</a:t>
            </a:r>
            <a:r>
              <a:rPr kumimoji="0" lang="en-US" altLang="zh-TW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x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200711" name="Picture 7" descr="underline_base">
            <a:extLst>
              <a:ext uri="{FF2B5EF4-FFF2-40B4-BE49-F238E27FC236}">
                <a16:creationId xmlns:a16="http://schemas.microsoft.com/office/drawing/2014/main" id="{B829B637-91CD-4F52-8D52-D339FE82280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50" y="10668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0120" name="Rectangle 8">
            <a:extLst>
              <a:ext uri="{FF2B5EF4-FFF2-40B4-BE49-F238E27FC236}">
                <a16:creationId xmlns:a16="http://schemas.microsoft.com/office/drawing/2014/main" id="{C7EDB087-1EFF-4BBA-985C-0D653986FD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Distance vector algorithm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7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070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Footer Placeholder 5">
            <a:extLst>
              <a:ext uri="{FF2B5EF4-FFF2-40B4-BE49-F238E27FC236}">
                <a16:creationId xmlns:a16="http://schemas.microsoft.com/office/drawing/2014/main" id="{357ABC74-856E-4BB0-AEE9-91D2F6EAE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1731" name="Slide Number Placeholder 6">
            <a:extLst>
              <a:ext uri="{FF2B5EF4-FFF2-40B4-BE49-F238E27FC236}">
                <a16:creationId xmlns:a16="http://schemas.microsoft.com/office/drawing/2014/main" id="{9A9B46E4-2BB2-475C-955A-30BF29F46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FE90496D-6BEC-4749-A0DD-884069D9C285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1732" name="Rectangle 3">
            <a:extLst>
              <a:ext uri="{FF2B5EF4-FFF2-40B4-BE49-F238E27FC236}">
                <a16:creationId xmlns:a16="http://schemas.microsoft.com/office/drawing/2014/main" id="{941B783E-3F74-46A2-9CB3-8E338FFDF23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61975" y="1417638"/>
            <a:ext cx="37814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iterative, asynchronous: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ea typeface="ＭＳ Ｐゴシック" panose="020B0600070205080204" pitchFamily="34" charset="-128"/>
              </a:rPr>
              <a:t>each local iteration caused by: 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local link cost change 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DV update message from neighbor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distributed: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each node notifies neighbors </a:t>
            </a:r>
            <a:r>
              <a:rPr lang="en-US" altLang="zh-TW" sz="2400" i="1" dirty="0">
                <a:ea typeface="ＭＳ Ｐゴシック" panose="020B0600070205080204" pitchFamily="34" charset="-128"/>
              </a:rPr>
              <a:t>only</a:t>
            </a:r>
            <a:r>
              <a:rPr lang="en-US" altLang="zh-TW" sz="2400" dirty="0">
                <a:ea typeface="ＭＳ Ｐゴシック" panose="020B0600070205080204" pitchFamily="34" charset="-128"/>
              </a:rPr>
              <a:t> when its DV changes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neighbors then notify their neighbors if necessary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201733" name="Text Box 4">
            <a:extLst>
              <a:ext uri="{FF2B5EF4-FFF2-40B4-BE49-F238E27FC236}">
                <a16:creationId xmlns:a16="http://schemas.microsoft.com/office/drawing/2014/main" id="{357605C7-5A75-49EC-91CC-8F4E858D68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1751013"/>
            <a:ext cx="3524250" cy="4141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wait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for (change in local link cost or msg from neighbor)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recompute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estimates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if DV to any </a:t>
            </a:r>
            <a:r>
              <a:rPr kumimoji="0" lang="en-US" altLang="zh-TW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has changed,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notify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neighbors </a:t>
            </a:r>
            <a:endParaRPr kumimoji="0" lang="en-US" altLang="zh-TW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1734" name="Line 5">
            <a:extLst>
              <a:ext uri="{FF2B5EF4-FFF2-40B4-BE49-F238E27FC236}">
                <a16:creationId xmlns:a16="http://schemas.microsoft.com/office/drawing/2014/main" id="{80A81EE1-5443-410F-8A72-D0A1923F55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811963" y="3055938"/>
            <a:ext cx="0" cy="59055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1735" name="Line 6">
            <a:extLst>
              <a:ext uri="{FF2B5EF4-FFF2-40B4-BE49-F238E27FC236}">
                <a16:creationId xmlns:a16="http://schemas.microsoft.com/office/drawing/2014/main" id="{BD7A5852-7AC9-4449-A6F5-13C73AB2452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91325" y="4075113"/>
            <a:ext cx="0" cy="59055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1736" name="Freeform 7">
            <a:extLst>
              <a:ext uri="{FF2B5EF4-FFF2-40B4-BE49-F238E27FC236}">
                <a16:creationId xmlns:a16="http://schemas.microsoft.com/office/drawing/2014/main" id="{A3465FFC-7E06-4616-8C2A-DD73A218A4FE}"/>
              </a:ext>
            </a:extLst>
          </p:cNvPr>
          <p:cNvSpPr>
            <a:spLocks/>
          </p:cNvSpPr>
          <p:nvPr/>
        </p:nvSpPr>
        <p:spPr bwMode="auto">
          <a:xfrm>
            <a:off x="5229225" y="2160588"/>
            <a:ext cx="1552575" cy="3581400"/>
          </a:xfrm>
          <a:custGeom>
            <a:avLst/>
            <a:gdLst>
              <a:gd name="T0" fmla="*/ 2147483646 w 978"/>
              <a:gd name="T1" fmla="*/ 2147483646 h 2256"/>
              <a:gd name="T2" fmla="*/ 2147483646 w 978"/>
              <a:gd name="T3" fmla="*/ 2147483646 h 2256"/>
              <a:gd name="T4" fmla="*/ 0 w 978"/>
              <a:gd name="T5" fmla="*/ 2147483646 h 2256"/>
              <a:gd name="T6" fmla="*/ 0 w 978"/>
              <a:gd name="T7" fmla="*/ 0 h 2256"/>
              <a:gd name="T8" fmla="*/ 2147483646 w 978"/>
              <a:gd name="T9" fmla="*/ 0 h 2256"/>
              <a:gd name="T10" fmla="*/ 2147483646 w 978"/>
              <a:gd name="T11" fmla="*/ 2147483646 h 2256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978"/>
              <a:gd name="T19" fmla="*/ 0 h 2256"/>
              <a:gd name="T20" fmla="*/ 978 w 978"/>
              <a:gd name="T21" fmla="*/ 2256 h 225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978" h="2256">
                <a:moveTo>
                  <a:pt x="960" y="2010"/>
                </a:moveTo>
                <a:lnTo>
                  <a:pt x="961" y="2256"/>
                </a:lnTo>
                <a:lnTo>
                  <a:pt x="0" y="2256"/>
                </a:lnTo>
                <a:lnTo>
                  <a:pt x="0" y="0"/>
                </a:lnTo>
                <a:lnTo>
                  <a:pt x="978" y="0"/>
                </a:lnTo>
                <a:lnTo>
                  <a:pt x="978" y="155"/>
                </a:lnTo>
              </a:path>
            </a:pathLst>
          </a:custGeom>
          <a:noFill/>
          <a:ln w="19050" cap="flat" cmpd="sng">
            <a:solidFill>
              <a:srgbClr val="000099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1737" name="Text Box 8">
            <a:extLst>
              <a:ext uri="{FF2B5EF4-FFF2-40B4-BE49-F238E27FC236}">
                <a16:creationId xmlns:a16="http://schemas.microsoft.com/office/drawing/2014/main" id="{C000FAA6-C4FF-4F92-9654-87421C2773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6488" y="1327150"/>
            <a:ext cx="16256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each node:</a:t>
            </a:r>
          </a:p>
        </p:txBody>
      </p:sp>
      <p:pic>
        <p:nvPicPr>
          <p:cNvPr id="201738" name="Picture 10" descr="underline_base">
            <a:extLst>
              <a:ext uri="{FF2B5EF4-FFF2-40B4-BE49-F238E27FC236}">
                <a16:creationId xmlns:a16="http://schemas.microsoft.com/office/drawing/2014/main" id="{E1CE44F4-F4AC-41B1-9E9E-051376E8CC6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50" y="1066800"/>
            <a:ext cx="6399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1147" name="Rectangle 11">
            <a:extLst>
              <a:ext uri="{FF2B5EF4-FFF2-40B4-BE49-F238E27FC236}">
                <a16:creationId xmlns:a16="http://schemas.microsoft.com/office/drawing/2014/main" id="{8EBC01B7-0EA9-4BF3-B59E-1612318AE9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9713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Distance vector algorithm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7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Footer Placeholder 2">
            <a:extLst>
              <a:ext uri="{FF2B5EF4-FFF2-40B4-BE49-F238E27FC236}">
                <a16:creationId xmlns:a16="http://schemas.microsoft.com/office/drawing/2014/main" id="{343FE932-3AAC-445C-A5F8-BD7BCAA33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2755" name="Slide Number Placeholder 3">
            <a:extLst>
              <a:ext uri="{FF2B5EF4-FFF2-40B4-BE49-F238E27FC236}">
                <a16:creationId xmlns:a16="http://schemas.microsoft.com/office/drawing/2014/main" id="{B562BFD9-A285-47A5-A7AC-DF4FA1731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A0B7715C-C383-4E63-844B-709BBA4E8CDD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56" name="Line 3">
            <a:extLst>
              <a:ext uri="{FF2B5EF4-FFF2-40B4-BE49-F238E27FC236}">
                <a16:creationId xmlns:a16="http://schemas.microsoft.com/office/drawing/2014/main" id="{E96D96D9-2E3D-4E42-9ACD-0EA186398A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14478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57" name="Line 4">
            <a:extLst>
              <a:ext uri="{FF2B5EF4-FFF2-40B4-BE49-F238E27FC236}">
                <a16:creationId xmlns:a16="http://schemas.microsoft.com/office/drawing/2014/main" id="{6074899A-3D63-4F65-B902-E3A39E3A0803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16764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58" name="Text Box 5">
            <a:extLst>
              <a:ext uri="{FF2B5EF4-FFF2-40B4-BE49-F238E27FC236}">
                <a16:creationId xmlns:a16="http://schemas.microsoft.com/office/drawing/2014/main" id="{D024D3BE-7132-42F1-B23E-1AD42EF2B7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12906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2759" name="Text Box 6">
            <a:extLst>
              <a:ext uri="{FF2B5EF4-FFF2-40B4-BE49-F238E27FC236}">
                <a16:creationId xmlns:a16="http://schemas.microsoft.com/office/drawing/2014/main" id="{61C35A93-1B4F-479E-AED8-770C0CDCE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671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2760" name="Text Box 7">
            <a:extLst>
              <a:ext uri="{FF2B5EF4-FFF2-40B4-BE49-F238E27FC236}">
                <a16:creationId xmlns:a16="http://schemas.microsoft.com/office/drawing/2014/main" id="{5EF72B0A-521C-441F-B621-31A932D6CC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976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2761" name="Text Box 8">
            <a:extLst>
              <a:ext uri="{FF2B5EF4-FFF2-40B4-BE49-F238E27FC236}">
                <a16:creationId xmlns:a16="http://schemas.microsoft.com/office/drawing/2014/main" id="{FE2C321E-25F7-4459-BEB1-432D4E528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2281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2762" name="Text Box 9">
            <a:extLst>
              <a:ext uri="{FF2B5EF4-FFF2-40B4-BE49-F238E27FC236}">
                <a16:creationId xmlns:a16="http://schemas.microsoft.com/office/drawing/2014/main" id="{7FBF2EDA-8E3E-4BB6-9A56-DEFFB26B63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16716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0  2   7</a:t>
            </a:r>
          </a:p>
        </p:txBody>
      </p:sp>
      <p:sp>
        <p:nvSpPr>
          <p:cNvPr id="202763" name="Text Box 10">
            <a:extLst>
              <a:ext uri="{FF2B5EF4-FFF2-40B4-BE49-F238E27FC236}">
                <a16:creationId xmlns:a16="http://schemas.microsoft.com/office/drawing/2014/main" id="{643B3382-0107-4D5F-B8E3-F7F45D9273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20526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64" name="Text Box 11">
            <a:extLst>
              <a:ext uri="{FF2B5EF4-FFF2-40B4-BE49-F238E27FC236}">
                <a16:creationId xmlns:a16="http://schemas.microsoft.com/office/drawing/2014/main" id="{088F8EBC-98F0-4805-B9CA-5EBA92DE5E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0526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65" name="Text Box 12">
            <a:extLst>
              <a:ext uri="{FF2B5EF4-FFF2-40B4-BE49-F238E27FC236}">
                <a16:creationId xmlns:a16="http://schemas.microsoft.com/office/drawing/2014/main" id="{9B3A63CB-D390-4815-81FB-8E51E300B1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20526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66" name="Text Box 13">
            <a:extLst>
              <a:ext uri="{FF2B5EF4-FFF2-40B4-BE49-F238E27FC236}">
                <a16:creationId xmlns:a16="http://schemas.microsoft.com/office/drawing/2014/main" id="{A35A74C9-3006-4E69-875C-6B50F69458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23574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67" name="Text Box 14">
            <a:extLst>
              <a:ext uri="{FF2B5EF4-FFF2-40B4-BE49-F238E27FC236}">
                <a16:creationId xmlns:a16="http://schemas.microsoft.com/office/drawing/2014/main" id="{DF04CB84-E4D1-4385-AEE6-8A86ED39E3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3574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68" name="Text Box 15">
            <a:extLst>
              <a:ext uri="{FF2B5EF4-FFF2-40B4-BE49-F238E27FC236}">
                <a16:creationId xmlns:a16="http://schemas.microsoft.com/office/drawing/2014/main" id="{C2802A27-979A-493D-8AB9-69920AA7B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23574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69" name="Text Box 16">
            <a:extLst>
              <a:ext uri="{FF2B5EF4-FFF2-40B4-BE49-F238E27FC236}">
                <a16:creationId xmlns:a16="http://schemas.microsoft.com/office/drawing/2014/main" id="{C63E2119-F921-49D5-A57B-3301F312E35C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2650332" y="2026444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2770" name="Text Box 17">
            <a:extLst>
              <a:ext uri="{FF2B5EF4-FFF2-40B4-BE49-F238E27FC236}">
                <a16:creationId xmlns:a16="http://schemas.microsoft.com/office/drawing/2014/main" id="{BCEF4451-8A6A-480B-9944-8FA36CCB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2550" y="1158875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2771" name="Text Box 18">
            <a:extLst>
              <a:ext uri="{FF2B5EF4-FFF2-40B4-BE49-F238E27FC236}">
                <a16:creationId xmlns:a16="http://schemas.microsoft.com/office/drawing/2014/main" id="{C050768C-BA7C-4F84-B465-CFED91B7C306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18319" y="3810794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2772" name="Text Box 19">
            <a:extLst>
              <a:ext uri="{FF2B5EF4-FFF2-40B4-BE49-F238E27FC236}">
                <a16:creationId xmlns:a16="http://schemas.microsoft.com/office/drawing/2014/main" id="{2CD79929-C71B-432D-92A4-A82597060AB9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18318" y="5618957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2773" name="Line 20">
            <a:extLst>
              <a:ext uri="{FF2B5EF4-FFF2-40B4-BE49-F238E27FC236}">
                <a16:creationId xmlns:a16="http://schemas.microsoft.com/office/drawing/2014/main" id="{AC5A8F71-D5F0-45F5-AE6C-8C645952DE3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14478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74" name="Line 21">
            <a:extLst>
              <a:ext uri="{FF2B5EF4-FFF2-40B4-BE49-F238E27FC236}">
                <a16:creationId xmlns:a16="http://schemas.microsoft.com/office/drawing/2014/main" id="{B6ADEE1E-F8C4-493E-B9A4-7B60DCF701E0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16764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75" name="Text Box 22">
            <a:extLst>
              <a:ext uri="{FF2B5EF4-FFF2-40B4-BE49-F238E27FC236}">
                <a16:creationId xmlns:a16="http://schemas.microsoft.com/office/drawing/2014/main" id="{3D862E58-45C5-467E-A76F-FCB9EA0F5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12906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2776" name="Text Box 23">
            <a:extLst>
              <a:ext uri="{FF2B5EF4-FFF2-40B4-BE49-F238E27FC236}">
                <a16:creationId xmlns:a16="http://schemas.microsoft.com/office/drawing/2014/main" id="{CD13BC66-B36C-4FDE-A8BC-A98096CD25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1671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2777" name="Text Box 24">
            <a:extLst>
              <a:ext uri="{FF2B5EF4-FFF2-40B4-BE49-F238E27FC236}">
                <a16:creationId xmlns:a16="http://schemas.microsoft.com/office/drawing/2014/main" id="{387E182D-5D05-4CE4-9501-FA5D723FDF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1976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2778" name="Text Box 25">
            <a:extLst>
              <a:ext uri="{FF2B5EF4-FFF2-40B4-BE49-F238E27FC236}">
                <a16:creationId xmlns:a16="http://schemas.microsoft.com/office/drawing/2014/main" id="{9909BE99-6125-4AE5-805D-906A2BE7C1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2281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2779" name="Text Box 26">
            <a:extLst>
              <a:ext uri="{FF2B5EF4-FFF2-40B4-BE49-F238E27FC236}">
                <a16:creationId xmlns:a16="http://schemas.microsoft.com/office/drawing/2014/main" id="{EF3EC39F-946E-4A39-B484-F20C86B592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7238" y="16716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202780" name="Line 29">
            <a:extLst>
              <a:ext uri="{FF2B5EF4-FFF2-40B4-BE49-F238E27FC236}">
                <a16:creationId xmlns:a16="http://schemas.microsoft.com/office/drawing/2014/main" id="{1468A5BD-8706-46CA-8EF1-0187F05DAB5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32004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81" name="Line 30">
            <a:extLst>
              <a:ext uri="{FF2B5EF4-FFF2-40B4-BE49-F238E27FC236}">
                <a16:creationId xmlns:a16="http://schemas.microsoft.com/office/drawing/2014/main" id="{F5002ECA-074B-44C8-9EEC-B3F9FFAD0237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34290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82" name="Text Box 31">
            <a:extLst>
              <a:ext uri="{FF2B5EF4-FFF2-40B4-BE49-F238E27FC236}">
                <a16:creationId xmlns:a16="http://schemas.microsoft.com/office/drawing/2014/main" id="{2F4671CB-04B7-43C3-8070-4A4502918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304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2783" name="Text Box 32">
            <a:extLst>
              <a:ext uri="{FF2B5EF4-FFF2-40B4-BE49-F238E27FC236}">
                <a16:creationId xmlns:a16="http://schemas.microsoft.com/office/drawing/2014/main" id="{2376D724-51C4-4FC4-86D7-9637DA0BA7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424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2784" name="Text Box 33">
            <a:extLst>
              <a:ext uri="{FF2B5EF4-FFF2-40B4-BE49-F238E27FC236}">
                <a16:creationId xmlns:a16="http://schemas.microsoft.com/office/drawing/2014/main" id="{1AED3A74-EB8B-4D60-95F9-930F729C78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7290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2785" name="Text Box 34">
            <a:extLst>
              <a:ext uri="{FF2B5EF4-FFF2-40B4-BE49-F238E27FC236}">
                <a16:creationId xmlns:a16="http://schemas.microsoft.com/office/drawing/2014/main" id="{C18BD7D8-B8C3-4177-978E-1B54464FCA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033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2786" name="Text Box 35">
            <a:extLst>
              <a:ext uri="{FF2B5EF4-FFF2-40B4-BE49-F238E27FC236}">
                <a16:creationId xmlns:a16="http://schemas.microsoft.com/office/drawing/2014/main" id="{A6B5653F-B2F2-46F8-A24A-67C3BFEE8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4242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87" name="Text Box 36">
            <a:extLst>
              <a:ext uri="{FF2B5EF4-FFF2-40B4-BE49-F238E27FC236}">
                <a16:creationId xmlns:a16="http://schemas.microsoft.com/office/drawing/2014/main" id="{DFAB564D-7D8D-40EF-8C98-76D79CE938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34242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88" name="Text Box 37">
            <a:extLst>
              <a:ext uri="{FF2B5EF4-FFF2-40B4-BE49-F238E27FC236}">
                <a16:creationId xmlns:a16="http://schemas.microsoft.com/office/drawing/2014/main" id="{FA901CF7-B66A-4309-B906-6757B5465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4110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89" name="Text Box 38">
            <a:extLst>
              <a:ext uri="{FF2B5EF4-FFF2-40B4-BE49-F238E27FC236}">
                <a16:creationId xmlns:a16="http://schemas.microsoft.com/office/drawing/2014/main" id="{E73880F6-BED9-442C-A3EE-8F64F057F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4110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90" name="Text Box 39">
            <a:extLst>
              <a:ext uri="{FF2B5EF4-FFF2-40B4-BE49-F238E27FC236}">
                <a16:creationId xmlns:a16="http://schemas.microsoft.com/office/drawing/2014/main" id="{D148A2B3-3618-45F6-A3EF-E9F4B89E76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4110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91" name="Text Box 40">
            <a:extLst>
              <a:ext uri="{FF2B5EF4-FFF2-40B4-BE49-F238E27FC236}">
                <a16:creationId xmlns:a16="http://schemas.microsoft.com/office/drawing/2014/main" id="{9E2D5471-2350-490C-B57D-53DF9BA24E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1438" y="2933700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2792" name="Line 41">
            <a:extLst>
              <a:ext uri="{FF2B5EF4-FFF2-40B4-BE49-F238E27FC236}">
                <a16:creationId xmlns:a16="http://schemas.microsoft.com/office/drawing/2014/main" id="{FB1154D2-5C19-4279-88D1-57EFD35E8FC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50292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93" name="Line 42">
            <a:extLst>
              <a:ext uri="{FF2B5EF4-FFF2-40B4-BE49-F238E27FC236}">
                <a16:creationId xmlns:a16="http://schemas.microsoft.com/office/drawing/2014/main" id="{74DFCF18-65B7-4B42-85D9-A2C5808F2004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52578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794" name="Text Box 43">
            <a:extLst>
              <a:ext uri="{FF2B5EF4-FFF2-40B4-BE49-F238E27FC236}">
                <a16:creationId xmlns:a16="http://schemas.microsoft.com/office/drawing/2014/main" id="{58E679AC-F771-4EAE-B5F1-A6C1BB63CA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48720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2795" name="Text Box 44">
            <a:extLst>
              <a:ext uri="{FF2B5EF4-FFF2-40B4-BE49-F238E27FC236}">
                <a16:creationId xmlns:a16="http://schemas.microsoft.com/office/drawing/2014/main" id="{7AA46C74-845B-42B7-A151-525766A6C5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2530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2796" name="Text Box 45">
            <a:extLst>
              <a:ext uri="{FF2B5EF4-FFF2-40B4-BE49-F238E27FC236}">
                <a16:creationId xmlns:a16="http://schemas.microsoft.com/office/drawing/2014/main" id="{154EE265-7F6C-4A3B-9FCB-8AC17F72B0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557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2797" name="Text Box 46">
            <a:extLst>
              <a:ext uri="{FF2B5EF4-FFF2-40B4-BE49-F238E27FC236}">
                <a16:creationId xmlns:a16="http://schemas.microsoft.com/office/drawing/2014/main" id="{A4910952-6873-4105-89FD-E03896DC5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862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2798" name="Text Box 47">
            <a:extLst>
              <a:ext uri="{FF2B5EF4-FFF2-40B4-BE49-F238E27FC236}">
                <a16:creationId xmlns:a16="http://schemas.microsoft.com/office/drawing/2014/main" id="{BDCC60CF-8DAE-4FA4-94A5-6348452997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638800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799" name="Text Box 48">
            <a:extLst>
              <a:ext uri="{FF2B5EF4-FFF2-40B4-BE49-F238E27FC236}">
                <a16:creationId xmlns:a16="http://schemas.microsoft.com/office/drawing/2014/main" id="{2ED052F6-2087-45F1-9C0E-40161842BC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5634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800" name="Text Box 49">
            <a:extLst>
              <a:ext uri="{FF2B5EF4-FFF2-40B4-BE49-F238E27FC236}">
                <a16:creationId xmlns:a16="http://schemas.microsoft.com/office/drawing/2014/main" id="{FFA6781D-8163-4754-AFB9-71617DC9F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5634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2801" name="Text Box 50">
            <a:extLst>
              <a:ext uri="{FF2B5EF4-FFF2-40B4-BE49-F238E27FC236}">
                <a16:creationId xmlns:a16="http://schemas.microsoft.com/office/drawing/2014/main" id="{313D7218-F1D9-4BE3-8B68-5EC68AEE89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9388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</a:t>
            </a:r>
          </a:p>
        </p:txBody>
      </p:sp>
      <p:sp>
        <p:nvSpPr>
          <p:cNvPr id="202802" name="Text Box 51">
            <a:extLst>
              <a:ext uri="{FF2B5EF4-FFF2-40B4-BE49-F238E27FC236}">
                <a16:creationId xmlns:a16="http://schemas.microsoft.com/office/drawing/2014/main" id="{18D7AF53-8DAA-4CD0-8DE5-6E1E1BFD2F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59388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202803" name="Text Box 52">
            <a:extLst>
              <a:ext uri="{FF2B5EF4-FFF2-40B4-BE49-F238E27FC236}">
                <a16:creationId xmlns:a16="http://schemas.microsoft.com/office/drawing/2014/main" id="{EAF5A114-E12F-418F-B87A-BE2E8F1513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59388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202804" name="Text Box 53">
            <a:extLst>
              <a:ext uri="{FF2B5EF4-FFF2-40B4-BE49-F238E27FC236}">
                <a16:creationId xmlns:a16="http://schemas.microsoft.com/office/drawing/2014/main" id="{0CBB0BA0-B4DE-4070-9333-0707DD1315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3663" y="4740275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2805" name="Text Box 54">
            <a:extLst>
              <a:ext uri="{FF2B5EF4-FFF2-40B4-BE49-F238E27FC236}">
                <a16:creationId xmlns:a16="http://schemas.microsoft.com/office/drawing/2014/main" id="{1F0103FD-07DA-4D37-8770-9235FD4B63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3500438"/>
            <a:ext cx="9461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2   0   1</a:t>
            </a:r>
          </a:p>
        </p:txBody>
      </p:sp>
      <p:sp>
        <p:nvSpPr>
          <p:cNvPr id="202806" name="Text Box 55">
            <a:extLst>
              <a:ext uri="{FF2B5EF4-FFF2-40B4-BE49-F238E27FC236}">
                <a16:creationId xmlns:a16="http://schemas.microsoft.com/office/drawing/2014/main" id="{98B16F49-F514-4AC2-9BC7-EBC636756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257800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 ∞  ∞</a:t>
            </a:r>
          </a:p>
        </p:txBody>
      </p:sp>
      <p:sp>
        <p:nvSpPr>
          <p:cNvPr id="202807" name="Text Box 56">
            <a:extLst>
              <a:ext uri="{FF2B5EF4-FFF2-40B4-BE49-F238E27FC236}">
                <a16:creationId xmlns:a16="http://schemas.microsoft.com/office/drawing/2014/main" id="{34BCC6C7-BB01-40B6-BBEF-4E72871217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0725" y="200660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2   0   1</a:t>
            </a:r>
          </a:p>
        </p:txBody>
      </p:sp>
      <p:sp>
        <p:nvSpPr>
          <p:cNvPr id="202808" name="Text Box 57">
            <a:extLst>
              <a:ext uri="{FF2B5EF4-FFF2-40B4-BE49-F238E27FC236}">
                <a16:creationId xmlns:a16="http://schemas.microsoft.com/office/drawing/2014/main" id="{43760359-636F-49F0-97EB-768EE8D463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0725" y="2322513"/>
            <a:ext cx="946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7   1   0</a:t>
            </a:r>
          </a:p>
        </p:txBody>
      </p:sp>
      <p:sp>
        <p:nvSpPr>
          <p:cNvPr id="202809" name="Line 58">
            <a:extLst>
              <a:ext uri="{FF2B5EF4-FFF2-40B4-BE49-F238E27FC236}">
                <a16:creationId xmlns:a16="http://schemas.microsoft.com/office/drawing/2014/main" id="{0EF6D729-5919-4067-8B7E-39CBB5F9601D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9800" y="1981200"/>
            <a:ext cx="68580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0" name="Line 59">
            <a:extLst>
              <a:ext uri="{FF2B5EF4-FFF2-40B4-BE49-F238E27FC236}">
                <a16:creationId xmlns:a16="http://schemas.microsoft.com/office/drawing/2014/main" id="{C4C1563A-D2F6-48F4-9EAA-4EEB0D0741C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2057400"/>
            <a:ext cx="68580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1" name="Line 60">
            <a:extLst>
              <a:ext uri="{FF2B5EF4-FFF2-40B4-BE49-F238E27FC236}">
                <a16:creationId xmlns:a16="http://schemas.microsoft.com/office/drawing/2014/main" id="{FA2BC2E9-648F-4BF8-A8A3-E977E1D684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33600" y="2514600"/>
            <a:ext cx="76200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2" name="Line 61">
            <a:extLst>
              <a:ext uri="{FF2B5EF4-FFF2-40B4-BE49-F238E27FC236}">
                <a16:creationId xmlns:a16="http://schemas.microsoft.com/office/drawing/2014/main" id="{E9F03A7C-5C14-469E-83D9-A2AF146A8205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4114800"/>
            <a:ext cx="60960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3" name="Line 62">
            <a:extLst>
              <a:ext uri="{FF2B5EF4-FFF2-40B4-BE49-F238E27FC236}">
                <a16:creationId xmlns:a16="http://schemas.microsoft.com/office/drawing/2014/main" id="{1D67E29B-FCB3-400D-91FE-A4F5B9B8279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33600" y="2590800"/>
            <a:ext cx="838200" cy="3429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4" name="Line 63">
            <a:extLst>
              <a:ext uri="{FF2B5EF4-FFF2-40B4-BE49-F238E27FC236}">
                <a16:creationId xmlns:a16="http://schemas.microsoft.com/office/drawing/2014/main" id="{8A53752D-9FBA-4DD8-9729-B37C6BF5A6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09800" y="4343400"/>
            <a:ext cx="7620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5" name="Line 64">
            <a:extLst>
              <a:ext uri="{FF2B5EF4-FFF2-40B4-BE49-F238E27FC236}">
                <a16:creationId xmlns:a16="http://schemas.microsoft.com/office/drawing/2014/main" id="{3E88295A-9C04-411A-8DFD-EBC012050805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6345238"/>
            <a:ext cx="5410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16" name="Text Box 65">
            <a:extLst>
              <a:ext uri="{FF2B5EF4-FFF2-40B4-BE49-F238E27FC236}">
                <a16:creationId xmlns:a16="http://schemas.microsoft.com/office/drawing/2014/main" id="{338CACD6-48DD-4E41-B62E-6533667EAC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013" y="6137275"/>
            <a:ext cx="615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time</a:t>
            </a:r>
          </a:p>
        </p:txBody>
      </p:sp>
      <p:grpSp>
        <p:nvGrpSpPr>
          <p:cNvPr id="202817" name="Group 66">
            <a:extLst>
              <a:ext uri="{FF2B5EF4-FFF2-40B4-BE49-F238E27FC236}">
                <a16:creationId xmlns:a16="http://schemas.microsoft.com/office/drawing/2014/main" id="{5A90E2FD-4B3F-4CD6-AB7D-85AFA6359E8A}"/>
              </a:ext>
            </a:extLst>
          </p:cNvPr>
          <p:cNvGrpSpPr>
            <a:grpSpLocks/>
          </p:cNvGrpSpPr>
          <p:nvPr/>
        </p:nvGrpSpPr>
        <p:grpSpPr bwMode="auto">
          <a:xfrm>
            <a:off x="6632575" y="2911475"/>
            <a:ext cx="2184400" cy="1212850"/>
            <a:chOff x="2352" y="0"/>
            <a:chExt cx="1376" cy="764"/>
          </a:xfrm>
        </p:grpSpPr>
        <p:sp>
          <p:nvSpPr>
            <p:cNvPr id="202833" name="Freeform 67">
              <a:extLst>
                <a:ext uri="{FF2B5EF4-FFF2-40B4-BE49-F238E27FC236}">
                  <a16:creationId xmlns:a16="http://schemas.microsoft.com/office/drawing/2014/main" id="{FF08589B-8AF0-4A16-9805-325D805F9A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352" y="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02834" name="Group 68">
              <a:extLst>
                <a:ext uri="{FF2B5EF4-FFF2-40B4-BE49-F238E27FC236}">
                  <a16:creationId xmlns:a16="http://schemas.microsoft.com/office/drawing/2014/main" id="{6AB9E607-2483-4651-A07F-FCBC302B6D3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48" y="70"/>
              <a:ext cx="1161" cy="676"/>
              <a:chOff x="-17" y="1282"/>
              <a:chExt cx="1161" cy="676"/>
            </a:xfrm>
          </p:grpSpPr>
          <p:sp>
            <p:nvSpPr>
              <p:cNvPr id="202835" name="Freeform 69">
                <a:extLst>
                  <a:ext uri="{FF2B5EF4-FFF2-40B4-BE49-F238E27FC236}">
                    <a16:creationId xmlns:a16="http://schemas.microsoft.com/office/drawing/2014/main" id="{E824B055-95C1-41E1-B711-9A951EB83F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" y="1476"/>
                <a:ext cx="222" cy="180"/>
              </a:xfrm>
              <a:custGeom>
                <a:avLst/>
                <a:gdLst>
                  <a:gd name="T0" fmla="*/ 0 w 222"/>
                  <a:gd name="T1" fmla="*/ 180 h 180"/>
                  <a:gd name="T2" fmla="*/ 222 w 222"/>
                  <a:gd name="T3" fmla="*/ 0 h 180"/>
                  <a:gd name="T4" fmla="*/ 0 60000 65536"/>
                  <a:gd name="T5" fmla="*/ 0 60000 65536"/>
                  <a:gd name="T6" fmla="*/ 0 w 222"/>
                  <a:gd name="T7" fmla="*/ 0 h 180"/>
                  <a:gd name="T8" fmla="*/ 222 w 222"/>
                  <a:gd name="T9" fmla="*/ 180 h 18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22" h="180">
                    <a:moveTo>
                      <a:pt x="0" y="180"/>
                    </a:moveTo>
                    <a:lnTo>
                      <a:pt x="222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36" name="Oval 70">
                <a:extLst>
                  <a:ext uri="{FF2B5EF4-FFF2-40B4-BE49-F238E27FC236}">
                    <a16:creationId xmlns:a16="http://schemas.microsoft.com/office/drawing/2014/main" id="{133320A9-BA98-4472-B401-15F527C280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12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37" name="Line 71">
                <a:extLst>
                  <a:ext uri="{FF2B5EF4-FFF2-40B4-BE49-F238E27FC236}">
                    <a16:creationId xmlns:a16="http://schemas.microsoft.com/office/drawing/2014/main" id="{C9C070D2-562B-47DF-A5A3-CD880B9C77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14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38" name="Line 72">
                <a:extLst>
                  <a:ext uri="{FF2B5EF4-FFF2-40B4-BE49-F238E27FC236}">
                    <a16:creationId xmlns:a16="http://schemas.microsoft.com/office/drawing/2014/main" id="{97A0531F-27DB-41CE-A69D-8D0647A4A3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9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39" name="Rectangle 73">
                <a:extLst>
                  <a:ext uri="{FF2B5EF4-FFF2-40B4-BE49-F238E27FC236}">
                    <a16:creationId xmlns:a16="http://schemas.microsoft.com/office/drawing/2014/main" id="{8D023EE3-B40C-4AA1-8D66-1DA530134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05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40" name="Oval 74">
                <a:extLst>
                  <a:ext uri="{FF2B5EF4-FFF2-40B4-BE49-F238E27FC236}">
                    <a16:creationId xmlns:a16="http://schemas.microsoft.com/office/drawing/2014/main" id="{4BFA0C98-C008-4C9D-990A-F722306DA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7" y="1646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41" name="Freeform 75">
                <a:extLst>
                  <a:ext uri="{FF2B5EF4-FFF2-40B4-BE49-F238E27FC236}">
                    <a16:creationId xmlns:a16="http://schemas.microsoft.com/office/drawing/2014/main" id="{58589BEA-A721-4934-99EF-71216C1699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" y="1476"/>
                <a:ext cx="216" cy="189"/>
              </a:xfrm>
              <a:custGeom>
                <a:avLst/>
                <a:gdLst>
                  <a:gd name="T0" fmla="*/ 0 w 216"/>
                  <a:gd name="T1" fmla="*/ 0 h 189"/>
                  <a:gd name="T2" fmla="*/ 216 w 216"/>
                  <a:gd name="T3" fmla="*/ 189 h 189"/>
                  <a:gd name="T4" fmla="*/ 0 60000 65536"/>
                  <a:gd name="T5" fmla="*/ 0 60000 65536"/>
                  <a:gd name="T6" fmla="*/ 0 w 216"/>
                  <a:gd name="T7" fmla="*/ 0 h 189"/>
                  <a:gd name="T8" fmla="*/ 216 w 216"/>
                  <a:gd name="T9" fmla="*/ 189 h 189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16" h="189">
                    <a:moveTo>
                      <a:pt x="0" y="0"/>
                    </a:moveTo>
                    <a:lnTo>
                      <a:pt x="216" y="189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42" name="Freeform 76">
                <a:extLst>
                  <a:ext uri="{FF2B5EF4-FFF2-40B4-BE49-F238E27FC236}">
                    <a16:creationId xmlns:a16="http://schemas.microsoft.com/office/drawing/2014/main" id="{1D5025A3-1367-412F-A7D3-C6BB34737D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3" y="1740"/>
                <a:ext cx="540" cy="3"/>
              </a:xfrm>
              <a:custGeom>
                <a:avLst/>
                <a:gdLst>
                  <a:gd name="T0" fmla="*/ 540 w 540"/>
                  <a:gd name="T1" fmla="*/ 3 h 3"/>
                  <a:gd name="T2" fmla="*/ 0 w 540"/>
                  <a:gd name="T3" fmla="*/ 0 h 3"/>
                  <a:gd name="T4" fmla="*/ 0 60000 65536"/>
                  <a:gd name="T5" fmla="*/ 0 60000 65536"/>
                  <a:gd name="T6" fmla="*/ 0 w 540"/>
                  <a:gd name="T7" fmla="*/ 0 h 3"/>
                  <a:gd name="T8" fmla="*/ 540 w 540"/>
                  <a:gd name="T9" fmla="*/ 3 h 3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540" h="3">
                    <a:moveTo>
                      <a:pt x="540" y="3"/>
                    </a:move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2843" name="Group 77">
                <a:extLst>
                  <a:ext uri="{FF2B5EF4-FFF2-40B4-BE49-F238E27FC236}">
                    <a16:creationId xmlns:a16="http://schemas.microsoft.com/office/drawing/2014/main" id="{FB388168-4A61-4D27-94D4-CFA28DF5EA7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" y="1594"/>
                <a:ext cx="196" cy="250"/>
                <a:chOff x="2959" y="2425"/>
                <a:chExt cx="197" cy="250"/>
              </a:xfrm>
            </p:grpSpPr>
            <p:sp>
              <p:nvSpPr>
                <p:cNvPr id="202865" name="Rectangle 78">
                  <a:extLst>
                    <a:ext uri="{FF2B5EF4-FFF2-40B4-BE49-F238E27FC236}">
                      <a16:creationId xmlns:a16="http://schemas.microsoft.com/office/drawing/2014/main" id="{A0989309-073A-4243-A567-FC6C6F6192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66" name="Text Box 79">
                  <a:extLst>
                    <a:ext uri="{FF2B5EF4-FFF2-40B4-BE49-F238E27FC236}">
                      <a16:creationId xmlns:a16="http://schemas.microsoft.com/office/drawing/2014/main" id="{C0F09E4C-EEC8-42D9-B709-AD0E8CB2A86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9" y="2425"/>
                  <a:ext cx="197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x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202844" name="Group 80">
                <a:extLst>
                  <a:ext uri="{FF2B5EF4-FFF2-40B4-BE49-F238E27FC236}">
                    <a16:creationId xmlns:a16="http://schemas.microsoft.com/office/drawing/2014/main" id="{5A4CC24F-7EC7-4CBB-B32E-99CBD9D17D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28" y="1576"/>
                <a:ext cx="316" cy="288"/>
                <a:chOff x="1740" y="2272"/>
                <a:chExt cx="316" cy="288"/>
              </a:xfrm>
            </p:grpSpPr>
            <p:sp>
              <p:nvSpPr>
                <p:cNvPr id="202857" name="Oval 81">
                  <a:extLst>
                    <a:ext uri="{FF2B5EF4-FFF2-40B4-BE49-F238E27FC236}">
                      <a16:creationId xmlns:a16="http://schemas.microsoft.com/office/drawing/2014/main" id="{82666DB7-CD28-4C34-B23E-5B5539A290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58" name="Line 82">
                  <a:extLst>
                    <a:ext uri="{FF2B5EF4-FFF2-40B4-BE49-F238E27FC236}">
                      <a16:creationId xmlns:a16="http://schemas.microsoft.com/office/drawing/2014/main" id="{639395C7-A7F9-466B-A951-063A86AC0C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59" name="Line 83">
                  <a:extLst>
                    <a:ext uri="{FF2B5EF4-FFF2-40B4-BE49-F238E27FC236}">
                      <a16:creationId xmlns:a16="http://schemas.microsoft.com/office/drawing/2014/main" id="{80A41512-402F-41C6-AF07-57E58D9A90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60" name="Rectangle 84">
                  <a:extLst>
                    <a:ext uri="{FF2B5EF4-FFF2-40B4-BE49-F238E27FC236}">
                      <a16:creationId xmlns:a16="http://schemas.microsoft.com/office/drawing/2014/main" id="{DF207A48-F6F8-4961-A640-4B8FE91588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61" name="Oval 85">
                  <a:extLst>
                    <a:ext uri="{FF2B5EF4-FFF2-40B4-BE49-F238E27FC236}">
                      <a16:creationId xmlns:a16="http://schemas.microsoft.com/office/drawing/2014/main" id="{8B898B2E-742E-4523-9CAB-E32834611A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grpSp>
              <p:nvGrpSpPr>
                <p:cNvPr id="202862" name="Group 86">
                  <a:extLst>
                    <a:ext uri="{FF2B5EF4-FFF2-40B4-BE49-F238E27FC236}">
                      <a16:creationId xmlns:a16="http://schemas.microsoft.com/office/drawing/2014/main" id="{334B5DF4-86C8-4CCF-9693-5CD3A7E2319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95" y="2272"/>
                  <a:ext cx="212" cy="288"/>
                  <a:chOff x="2951" y="2395"/>
                  <a:chExt cx="213" cy="288"/>
                </a:xfrm>
              </p:grpSpPr>
              <p:sp>
                <p:nvSpPr>
                  <p:cNvPr id="202863" name="Rectangle 87">
                    <a:extLst>
                      <a:ext uri="{FF2B5EF4-FFF2-40B4-BE49-F238E27FC236}">
                        <a16:creationId xmlns:a16="http://schemas.microsoft.com/office/drawing/2014/main" id="{54C094C4-5605-46F1-87BD-4CF8B5E3809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chemeClr val="hlink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202864" name="Text Box 88">
                    <a:extLst>
                      <a:ext uri="{FF2B5EF4-FFF2-40B4-BE49-F238E27FC236}">
                        <a16:creationId xmlns:a16="http://schemas.microsoft.com/office/drawing/2014/main" id="{4D7E9E15-3881-4DF5-85C1-0AD9FFFDD44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1" y="2395"/>
                    <a:ext cx="213" cy="28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z</a:t>
                    </a:r>
                  </a:p>
                </p:txBody>
              </p:sp>
            </p:grpSp>
          </p:grpSp>
          <p:sp>
            <p:nvSpPr>
              <p:cNvPr id="202845" name="Text Box 89">
                <a:extLst>
                  <a:ext uri="{FF2B5EF4-FFF2-40B4-BE49-F238E27FC236}">
                    <a16:creationId xmlns:a16="http://schemas.microsoft.com/office/drawing/2014/main" id="{C4E47EED-9FE7-4951-8A36-9170B77204F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4" y="139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46" name="Text Box 90">
                <a:extLst>
                  <a:ext uri="{FF2B5EF4-FFF2-40B4-BE49-F238E27FC236}">
                    <a16:creationId xmlns:a16="http://schemas.microsoft.com/office/drawing/2014/main" id="{FAEBE820-DFF1-4FED-8FA4-736E3BE4F0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6" y="139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2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2847" name="Text Box 91">
                <a:extLst>
                  <a:ext uri="{FF2B5EF4-FFF2-40B4-BE49-F238E27FC236}">
                    <a16:creationId xmlns:a16="http://schemas.microsoft.com/office/drawing/2014/main" id="{AF780601-6F9D-48CA-9D45-22D5D83F5C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1" y="172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7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2848" name="Group 92">
                <a:extLst>
                  <a:ext uri="{FF2B5EF4-FFF2-40B4-BE49-F238E27FC236}">
                    <a16:creationId xmlns:a16="http://schemas.microsoft.com/office/drawing/2014/main" id="{19481CD6-88B0-479E-A00D-814E58530C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8" y="1282"/>
                <a:ext cx="316" cy="250"/>
                <a:chOff x="1740" y="2302"/>
                <a:chExt cx="316" cy="250"/>
              </a:xfrm>
            </p:grpSpPr>
            <p:sp>
              <p:nvSpPr>
                <p:cNvPr id="202849" name="Oval 93">
                  <a:extLst>
                    <a:ext uri="{FF2B5EF4-FFF2-40B4-BE49-F238E27FC236}">
                      <a16:creationId xmlns:a16="http://schemas.microsoft.com/office/drawing/2014/main" id="{FFCE958E-A963-4222-839F-6D998299CC8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50" name="Line 94">
                  <a:extLst>
                    <a:ext uri="{FF2B5EF4-FFF2-40B4-BE49-F238E27FC236}">
                      <a16:creationId xmlns:a16="http://schemas.microsoft.com/office/drawing/2014/main" id="{EBF310F7-03B3-49EB-9E17-3EF1CEE6CC3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51" name="Line 95">
                  <a:extLst>
                    <a:ext uri="{FF2B5EF4-FFF2-40B4-BE49-F238E27FC236}">
                      <a16:creationId xmlns:a16="http://schemas.microsoft.com/office/drawing/2014/main" id="{9E23421C-F6C3-45A0-BE41-0C2BCBAFF1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52" name="Rectangle 96">
                  <a:extLst>
                    <a:ext uri="{FF2B5EF4-FFF2-40B4-BE49-F238E27FC236}">
                      <a16:creationId xmlns:a16="http://schemas.microsoft.com/office/drawing/2014/main" id="{7A5F7EA7-E419-4B95-AAE4-A06AD1CC17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2853" name="Oval 97">
                  <a:extLst>
                    <a:ext uri="{FF2B5EF4-FFF2-40B4-BE49-F238E27FC236}">
                      <a16:creationId xmlns:a16="http://schemas.microsoft.com/office/drawing/2014/main" id="{72338B41-3D7D-40E7-A050-2C18BC7DF21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grpSp>
              <p:nvGrpSpPr>
                <p:cNvPr id="202854" name="Group 98">
                  <a:extLst>
                    <a:ext uri="{FF2B5EF4-FFF2-40B4-BE49-F238E27FC236}">
                      <a16:creationId xmlns:a16="http://schemas.microsoft.com/office/drawing/2014/main" id="{28EC0440-195E-478F-9D08-A7A1A0C2092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03" y="2302"/>
                  <a:ext cx="196" cy="250"/>
                  <a:chOff x="2958" y="2425"/>
                  <a:chExt cx="198" cy="250"/>
                </a:xfrm>
              </p:grpSpPr>
              <p:sp>
                <p:nvSpPr>
                  <p:cNvPr id="202855" name="Rectangle 99">
                    <a:extLst>
                      <a:ext uri="{FF2B5EF4-FFF2-40B4-BE49-F238E27FC236}">
                        <a16:creationId xmlns:a16="http://schemas.microsoft.com/office/drawing/2014/main" id="{53CD79DA-991F-4744-B1D9-15EA4D51634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2" cy="132"/>
                  </a:xfrm>
                  <a:prstGeom prst="rect">
                    <a:avLst/>
                  </a:prstGeom>
                  <a:solidFill>
                    <a:schemeClr val="hlink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202856" name="Text Box 100">
                    <a:extLst>
                      <a:ext uri="{FF2B5EF4-FFF2-40B4-BE49-F238E27FC236}">
                        <a16:creationId xmlns:a16="http://schemas.microsoft.com/office/drawing/2014/main" id="{46275ADA-A87A-477C-B76F-CEE8463A76F6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8" y="2425"/>
                    <a:ext cx="198" cy="2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y</a:t>
                    </a:r>
                    <a:endParaRPr kumimoji="0" lang="en-US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</p:grpSp>
      </p:grpSp>
      <p:sp>
        <p:nvSpPr>
          <p:cNvPr id="202818" name="Text Box 101">
            <a:extLst>
              <a:ext uri="{FF2B5EF4-FFF2-40B4-BE49-F238E27FC236}">
                <a16:creationId xmlns:a16="http://schemas.microsoft.com/office/drawing/2014/main" id="{B7E528E4-F1F2-422C-BC8F-5452C0884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525" y="1104900"/>
            <a:ext cx="9207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node x</a:t>
            </a:r>
          </a:p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table</a:t>
            </a:r>
          </a:p>
        </p:txBody>
      </p:sp>
      <p:sp>
        <p:nvSpPr>
          <p:cNvPr id="202819" name="Oval 104">
            <a:extLst>
              <a:ext uri="{FF2B5EF4-FFF2-40B4-BE49-F238E27FC236}">
                <a16:creationId xmlns:a16="http://schemas.microsoft.com/office/drawing/2014/main" id="{D3509E76-C259-4092-B3E0-5EA12D74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16764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20" name="Oval 105">
            <a:extLst>
              <a:ext uri="{FF2B5EF4-FFF2-40B4-BE49-F238E27FC236}">
                <a16:creationId xmlns:a16="http://schemas.microsoft.com/office/drawing/2014/main" id="{D74645B1-EE5E-40F8-8600-36C3144A2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37338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21" name="Oval 106">
            <a:extLst>
              <a:ext uri="{FF2B5EF4-FFF2-40B4-BE49-F238E27FC236}">
                <a16:creationId xmlns:a16="http://schemas.microsoft.com/office/drawing/2014/main" id="{FAFB32E9-51ED-4337-BA97-201877CC35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59436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2822" name="Oval 107">
            <a:extLst>
              <a:ext uri="{FF2B5EF4-FFF2-40B4-BE49-F238E27FC236}">
                <a16:creationId xmlns:a16="http://schemas.microsoft.com/office/drawing/2014/main" id="{977BD67F-03E7-4826-8DED-8B1EF00A77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7238" y="16764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8172" name="Rectangle 108">
            <a:extLst>
              <a:ext uri="{FF2B5EF4-FFF2-40B4-BE49-F238E27FC236}">
                <a16:creationId xmlns:a16="http://schemas.microsoft.com/office/drawing/2014/main" id="{BF15127B-0708-49CD-81A2-8AB62E6C4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0675" y="187325"/>
            <a:ext cx="4318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</a:t>
            </a:r>
            <a:r>
              <a:rPr kumimoji="0" lang="fr-FR" altLang="zh-TW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x</a:t>
            </a:r>
            <a:r>
              <a:rPr kumimoji="0" lang="fr-FR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 = min{c(x,y) + D</a:t>
            </a:r>
            <a:r>
              <a:rPr kumimoji="0" lang="fr-FR" altLang="zh-TW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y</a:t>
            </a:r>
            <a:r>
              <a:rPr kumimoji="0" lang="fr-FR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(y), c(x,z) + D</a:t>
            </a:r>
            <a:r>
              <a:rPr kumimoji="0" lang="fr-FR" altLang="zh-TW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z</a:t>
            </a:r>
            <a:r>
              <a:rPr kumimoji="0" lang="fr-FR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(y)} </a:t>
            </a:r>
            <a:br>
              <a:rPr kumimoji="0" lang="fr-FR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kumimoji="0" lang="fr-FR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             = min{2+0 , 7+1} = 2</a:t>
            </a:r>
          </a:p>
        </p:txBody>
      </p:sp>
      <p:sp>
        <p:nvSpPr>
          <p:cNvPr id="728173" name="Line 109">
            <a:extLst>
              <a:ext uri="{FF2B5EF4-FFF2-40B4-BE49-F238E27FC236}">
                <a16:creationId xmlns:a16="http://schemas.microsoft.com/office/drawing/2014/main" id="{7D874353-10F3-44FC-A286-631CCD0575D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60788" y="809625"/>
            <a:ext cx="809625" cy="966788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8174" name="Rectangle 110">
            <a:extLst>
              <a:ext uri="{FF2B5EF4-FFF2-40B4-BE49-F238E27FC236}">
                <a16:creationId xmlns:a16="http://schemas.microsoft.com/office/drawing/2014/main" id="{6E2FD97D-D44D-457F-A4D9-0BD84344D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28575"/>
            <a:ext cx="2667000" cy="108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fr-FR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= 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min{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c(x,y) + </a:t>
            </a:r>
            <a:b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</a:b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D</a:t>
            </a:r>
            <a:r>
              <a:rPr kumimoji="0" lang="fr-FR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(z), c(x,z) + D</a:t>
            </a:r>
            <a:r>
              <a:rPr kumimoji="0" lang="fr-FR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} </a:t>
            </a:r>
          </a:p>
          <a:p>
            <a:pPr marL="0" marR="0" lvl="0" indent="0" algn="just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= min{2+1 , 7+0} = 3</a:t>
            </a:r>
          </a:p>
        </p:txBody>
      </p:sp>
      <p:sp>
        <p:nvSpPr>
          <p:cNvPr id="728175" name="Line 111">
            <a:extLst>
              <a:ext uri="{FF2B5EF4-FFF2-40B4-BE49-F238E27FC236}">
                <a16:creationId xmlns:a16="http://schemas.microsoft.com/office/drawing/2014/main" id="{21889F15-7E25-43C1-88BC-6CF5F6BF639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79888" y="482600"/>
            <a:ext cx="2586037" cy="133350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8176" name="Text Box 112">
            <a:extLst>
              <a:ext uri="{FF2B5EF4-FFF2-40B4-BE49-F238E27FC236}">
                <a16:creationId xmlns:a16="http://schemas.microsoft.com/office/drawing/2014/main" id="{EAFE4E94-6F7C-4155-8EA7-28E6A73AD9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2713" y="16748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sp>
        <p:nvSpPr>
          <p:cNvPr id="728177" name="Text Box 113">
            <a:extLst>
              <a:ext uri="{FF2B5EF4-FFF2-40B4-BE49-F238E27FC236}">
                <a16:creationId xmlns:a16="http://schemas.microsoft.com/office/drawing/2014/main" id="{03A089DA-015E-4220-BABE-EF2B3D38E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9813" y="1679575"/>
            <a:ext cx="342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</a:t>
            </a:r>
          </a:p>
        </p:txBody>
      </p:sp>
      <p:sp>
        <p:nvSpPr>
          <p:cNvPr id="202829" name="Text Box 114">
            <a:extLst>
              <a:ext uri="{FF2B5EF4-FFF2-40B4-BE49-F238E27FC236}">
                <a16:creationId xmlns:a16="http://schemas.microsoft.com/office/drawing/2014/main" id="{83148C7E-A48F-4C60-B409-0966D872E5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100" y="2851150"/>
            <a:ext cx="9207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node y</a:t>
            </a:r>
          </a:p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table</a:t>
            </a:r>
          </a:p>
        </p:txBody>
      </p:sp>
      <p:sp>
        <p:nvSpPr>
          <p:cNvPr id="202830" name="Text Box 115">
            <a:extLst>
              <a:ext uri="{FF2B5EF4-FFF2-40B4-BE49-F238E27FC236}">
                <a16:creationId xmlns:a16="http://schemas.microsoft.com/office/drawing/2014/main" id="{48238E88-83BB-4F9A-B6AE-5FDE52E01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150" y="4699000"/>
            <a:ext cx="9080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node z</a:t>
            </a:r>
          </a:p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table</a:t>
            </a:r>
          </a:p>
        </p:txBody>
      </p:sp>
      <p:sp>
        <p:nvSpPr>
          <p:cNvPr id="202831" name="Text Box 117">
            <a:extLst>
              <a:ext uri="{FF2B5EF4-FFF2-40B4-BE49-F238E27FC236}">
                <a16:creationId xmlns:a16="http://schemas.microsoft.com/office/drawing/2014/main" id="{C64534ED-BA4D-4C05-812A-D1D4DD809F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3125" y="1143000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2832" name="Text Box 118">
            <a:extLst>
              <a:ext uri="{FF2B5EF4-FFF2-40B4-BE49-F238E27FC236}">
                <a16:creationId xmlns:a16="http://schemas.microsoft.com/office/drawing/2014/main" id="{79DDD0E4-E228-42A4-AE31-1E1ECA8AB2AA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61182" y="2067719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172" grpId="0"/>
      <p:bldP spid="728174" grpId="0"/>
      <p:bldP spid="728176" grpId="0"/>
      <p:bldP spid="72817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Footer Placeholder 2">
            <a:extLst>
              <a:ext uri="{FF2B5EF4-FFF2-40B4-BE49-F238E27FC236}">
                <a16:creationId xmlns:a16="http://schemas.microsoft.com/office/drawing/2014/main" id="{319DD27F-4094-4A88-BC9B-2675D59FA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3779" name="Slide Number Placeholder 3">
            <a:extLst>
              <a:ext uri="{FF2B5EF4-FFF2-40B4-BE49-F238E27FC236}">
                <a16:creationId xmlns:a16="http://schemas.microsoft.com/office/drawing/2014/main" id="{E89A34DA-7C8F-4545-94C5-C57FB5A45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1E3A0BAA-E6A6-429C-B334-CB1002C5424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780" name="Line 20">
            <a:extLst>
              <a:ext uri="{FF2B5EF4-FFF2-40B4-BE49-F238E27FC236}">
                <a16:creationId xmlns:a16="http://schemas.microsoft.com/office/drawing/2014/main" id="{78749EDA-FFCC-4847-8AFD-FDAC99457C36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1524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781" name="Line 21">
            <a:extLst>
              <a:ext uri="{FF2B5EF4-FFF2-40B4-BE49-F238E27FC236}">
                <a16:creationId xmlns:a16="http://schemas.microsoft.com/office/drawing/2014/main" id="{BB88C20D-890E-46CC-99C7-3DB1C0DAB5B1}"/>
              </a:ext>
            </a:extLst>
          </p:cNvPr>
          <p:cNvSpPr>
            <a:spLocks noChangeShapeType="1"/>
          </p:cNvSpPr>
          <p:nvPr/>
        </p:nvSpPr>
        <p:spPr bwMode="auto">
          <a:xfrm>
            <a:off x="5181600" y="17526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782" name="Text Box 22">
            <a:extLst>
              <a:ext uri="{FF2B5EF4-FFF2-40B4-BE49-F238E27FC236}">
                <a16:creationId xmlns:a16="http://schemas.microsoft.com/office/drawing/2014/main" id="{11D86E1B-E52E-40CA-9B0C-A625F0C6C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3668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783" name="Text Box 23">
            <a:extLst>
              <a:ext uri="{FF2B5EF4-FFF2-40B4-BE49-F238E27FC236}">
                <a16:creationId xmlns:a16="http://schemas.microsoft.com/office/drawing/2014/main" id="{3AE71975-52B6-4C1E-ADB0-3ECA9833D9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1747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784" name="Text Box 24">
            <a:extLst>
              <a:ext uri="{FF2B5EF4-FFF2-40B4-BE49-F238E27FC236}">
                <a16:creationId xmlns:a16="http://schemas.microsoft.com/office/drawing/2014/main" id="{6776CF73-AE7A-4679-BAA8-88D8B55C32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2052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785" name="Text Box 25">
            <a:extLst>
              <a:ext uri="{FF2B5EF4-FFF2-40B4-BE49-F238E27FC236}">
                <a16:creationId xmlns:a16="http://schemas.microsoft.com/office/drawing/2014/main" id="{4233B952-EA52-410A-9DB4-200960B05D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2357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786" name="Text Box 26">
            <a:extLst>
              <a:ext uri="{FF2B5EF4-FFF2-40B4-BE49-F238E27FC236}">
                <a16:creationId xmlns:a16="http://schemas.microsoft.com/office/drawing/2014/main" id="{E59AB201-058F-4BD5-A576-D0D56EAB8B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17478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0  2   3</a:t>
            </a:r>
          </a:p>
        </p:txBody>
      </p:sp>
      <p:sp>
        <p:nvSpPr>
          <p:cNvPr id="203787" name="Text Box 27">
            <a:extLst>
              <a:ext uri="{FF2B5EF4-FFF2-40B4-BE49-F238E27FC236}">
                <a16:creationId xmlns:a16="http://schemas.microsoft.com/office/drawing/2014/main" id="{F83DE3C3-E53D-426E-BD22-2EFF7D4508DF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4820443" y="2167732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788" name="Text Box 28">
            <a:extLst>
              <a:ext uri="{FF2B5EF4-FFF2-40B4-BE49-F238E27FC236}">
                <a16:creationId xmlns:a16="http://schemas.microsoft.com/office/drawing/2014/main" id="{4F89FAD5-BAA4-4B44-8FD5-90BAF272CF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8638" y="1223963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789" name="Line 50">
            <a:extLst>
              <a:ext uri="{FF2B5EF4-FFF2-40B4-BE49-F238E27FC236}">
                <a16:creationId xmlns:a16="http://schemas.microsoft.com/office/drawing/2014/main" id="{A872A6C2-8022-499A-8422-9796C79E1EE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32004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790" name="Line 51">
            <a:extLst>
              <a:ext uri="{FF2B5EF4-FFF2-40B4-BE49-F238E27FC236}">
                <a16:creationId xmlns:a16="http://schemas.microsoft.com/office/drawing/2014/main" id="{AF73A691-0C96-42F1-BA57-D0CE43D6A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34290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791" name="Text Box 52">
            <a:extLst>
              <a:ext uri="{FF2B5EF4-FFF2-40B4-BE49-F238E27FC236}">
                <a16:creationId xmlns:a16="http://schemas.microsoft.com/office/drawing/2014/main" id="{3A5F1B1E-E78E-46A4-B853-D209466EBD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304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792" name="Text Box 53">
            <a:extLst>
              <a:ext uri="{FF2B5EF4-FFF2-40B4-BE49-F238E27FC236}">
                <a16:creationId xmlns:a16="http://schemas.microsoft.com/office/drawing/2014/main" id="{5024CEFB-48B6-4B6F-9EDB-F95C7507D5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3424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793" name="Text Box 54">
            <a:extLst>
              <a:ext uri="{FF2B5EF4-FFF2-40B4-BE49-F238E27FC236}">
                <a16:creationId xmlns:a16="http://schemas.microsoft.com/office/drawing/2014/main" id="{5E0D07ED-B429-4E37-B362-16557AE48E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37290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794" name="Text Box 55">
            <a:extLst>
              <a:ext uri="{FF2B5EF4-FFF2-40B4-BE49-F238E27FC236}">
                <a16:creationId xmlns:a16="http://schemas.microsoft.com/office/drawing/2014/main" id="{30628466-F236-498C-8299-48266D113B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4033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795" name="Text Box 56">
            <a:extLst>
              <a:ext uri="{FF2B5EF4-FFF2-40B4-BE49-F238E27FC236}">
                <a16:creationId xmlns:a16="http://schemas.microsoft.com/office/drawing/2014/main" id="{A9ACCC75-6743-4463-B492-C1AEB4BA76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34242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0  2   7</a:t>
            </a:r>
          </a:p>
        </p:txBody>
      </p:sp>
      <p:sp>
        <p:nvSpPr>
          <p:cNvPr id="203796" name="Text Box 57">
            <a:extLst>
              <a:ext uri="{FF2B5EF4-FFF2-40B4-BE49-F238E27FC236}">
                <a16:creationId xmlns:a16="http://schemas.microsoft.com/office/drawing/2014/main" id="{F947D45E-23E3-40D1-8FA7-29BEDF90EEFD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2643981" y="3821907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797" name="Text Box 58">
            <a:extLst>
              <a:ext uri="{FF2B5EF4-FFF2-40B4-BE49-F238E27FC236}">
                <a16:creationId xmlns:a16="http://schemas.microsoft.com/office/drawing/2014/main" id="{031311D8-067F-4655-BD18-ECB42641F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1063" y="2900363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798" name="Line 59">
            <a:extLst>
              <a:ext uri="{FF2B5EF4-FFF2-40B4-BE49-F238E27FC236}">
                <a16:creationId xmlns:a16="http://schemas.microsoft.com/office/drawing/2014/main" id="{4CC61ED5-0010-46AC-AF13-C47FB758B5B8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6400" y="32766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799" name="Line 60">
            <a:extLst>
              <a:ext uri="{FF2B5EF4-FFF2-40B4-BE49-F238E27FC236}">
                <a16:creationId xmlns:a16="http://schemas.microsoft.com/office/drawing/2014/main" id="{5AF0E90C-5D37-476D-B590-218B114B97A5}"/>
              </a:ext>
            </a:extLst>
          </p:cNvPr>
          <p:cNvSpPr>
            <a:spLocks noChangeShapeType="1"/>
          </p:cNvSpPr>
          <p:nvPr/>
        </p:nvSpPr>
        <p:spPr bwMode="auto">
          <a:xfrm>
            <a:off x="5181600" y="35052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00" name="Text Box 61">
            <a:extLst>
              <a:ext uri="{FF2B5EF4-FFF2-40B4-BE49-F238E27FC236}">
                <a16:creationId xmlns:a16="http://schemas.microsoft.com/office/drawing/2014/main" id="{F7FA7E97-8010-4D06-8772-7CD68883E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3119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01" name="Text Box 62">
            <a:extLst>
              <a:ext uri="{FF2B5EF4-FFF2-40B4-BE49-F238E27FC236}">
                <a16:creationId xmlns:a16="http://schemas.microsoft.com/office/drawing/2014/main" id="{223E8691-3CDA-4DDE-976C-F639DFE11C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3500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02" name="Text Box 63">
            <a:extLst>
              <a:ext uri="{FF2B5EF4-FFF2-40B4-BE49-F238E27FC236}">
                <a16:creationId xmlns:a16="http://schemas.microsoft.com/office/drawing/2014/main" id="{54AA001B-D033-436E-BCFA-7A8944D868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3805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03" name="Text Box 64">
            <a:extLst>
              <a:ext uri="{FF2B5EF4-FFF2-40B4-BE49-F238E27FC236}">
                <a16:creationId xmlns:a16="http://schemas.microsoft.com/office/drawing/2014/main" id="{57CBACC8-CCE1-4194-97CC-2186735B15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81600" y="41100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04" name="Text Box 65">
            <a:extLst>
              <a:ext uri="{FF2B5EF4-FFF2-40B4-BE49-F238E27FC236}">
                <a16:creationId xmlns:a16="http://schemas.microsoft.com/office/drawing/2014/main" id="{42C8EB93-C232-4644-86E2-837B1869F8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35004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0  2   3</a:t>
            </a:r>
          </a:p>
        </p:txBody>
      </p:sp>
      <p:sp>
        <p:nvSpPr>
          <p:cNvPr id="203805" name="Text Box 66">
            <a:extLst>
              <a:ext uri="{FF2B5EF4-FFF2-40B4-BE49-F238E27FC236}">
                <a16:creationId xmlns:a16="http://schemas.microsoft.com/office/drawing/2014/main" id="{6ACB79EE-72CB-4116-80F6-43F1C32127AD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4820443" y="3898107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806" name="Text Box 67">
            <a:extLst>
              <a:ext uri="{FF2B5EF4-FFF2-40B4-BE49-F238E27FC236}">
                <a16:creationId xmlns:a16="http://schemas.microsoft.com/office/drawing/2014/main" id="{47A57AB5-C0B9-4B14-B284-0A5CC0B70C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97525" y="2965450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807" name="Line 68">
            <a:extLst>
              <a:ext uri="{FF2B5EF4-FFF2-40B4-BE49-F238E27FC236}">
                <a16:creationId xmlns:a16="http://schemas.microsoft.com/office/drawing/2014/main" id="{956F77D6-819F-41B2-9A4E-D59E483729DE}"/>
              </a:ext>
            </a:extLst>
          </p:cNvPr>
          <p:cNvSpPr>
            <a:spLocks noChangeShapeType="1"/>
          </p:cNvSpPr>
          <p:nvPr/>
        </p:nvSpPr>
        <p:spPr bwMode="auto">
          <a:xfrm>
            <a:off x="5410200" y="4953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08" name="Line 69">
            <a:extLst>
              <a:ext uri="{FF2B5EF4-FFF2-40B4-BE49-F238E27FC236}">
                <a16:creationId xmlns:a16="http://schemas.microsoft.com/office/drawing/2014/main" id="{8A131D3A-D9E0-4283-85D1-F9189D641B2E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5400" y="51816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09" name="Text Box 70">
            <a:extLst>
              <a:ext uri="{FF2B5EF4-FFF2-40B4-BE49-F238E27FC236}">
                <a16:creationId xmlns:a16="http://schemas.microsoft.com/office/drawing/2014/main" id="{75CFA7B0-3BA4-43DC-AF1F-BCCD9CE42D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0200" y="47958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10" name="Text Box 71">
            <a:extLst>
              <a:ext uri="{FF2B5EF4-FFF2-40B4-BE49-F238E27FC236}">
                <a16:creationId xmlns:a16="http://schemas.microsoft.com/office/drawing/2014/main" id="{D797F66C-9FCD-438F-A0A8-0FF2003CF3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5176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11" name="Text Box 72">
            <a:extLst>
              <a:ext uri="{FF2B5EF4-FFF2-40B4-BE49-F238E27FC236}">
                <a16:creationId xmlns:a16="http://schemas.microsoft.com/office/drawing/2014/main" id="{65D0BAB7-AB96-4037-A19A-487FC23E9B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5481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12" name="Text Box 73">
            <a:extLst>
              <a:ext uri="{FF2B5EF4-FFF2-40B4-BE49-F238E27FC236}">
                <a16:creationId xmlns:a16="http://schemas.microsoft.com/office/drawing/2014/main" id="{E474BD21-A871-43C5-B9B9-933C3F81CE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5786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13" name="Text Box 74">
            <a:extLst>
              <a:ext uri="{FF2B5EF4-FFF2-40B4-BE49-F238E27FC236}">
                <a16:creationId xmlns:a16="http://schemas.microsoft.com/office/drawing/2014/main" id="{08DF7B30-9FFE-4B95-94FD-B8140184D7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0200" y="51768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0  2   3</a:t>
            </a:r>
          </a:p>
        </p:txBody>
      </p:sp>
      <p:sp>
        <p:nvSpPr>
          <p:cNvPr id="203814" name="Text Box 75">
            <a:extLst>
              <a:ext uri="{FF2B5EF4-FFF2-40B4-BE49-F238E27FC236}">
                <a16:creationId xmlns:a16="http://schemas.microsoft.com/office/drawing/2014/main" id="{3DFF8794-9573-489E-B5C2-F05F59D2EF74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4755357" y="5563394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815" name="Text Box 76">
            <a:extLst>
              <a:ext uri="{FF2B5EF4-FFF2-40B4-BE49-F238E27FC236}">
                <a16:creationId xmlns:a16="http://schemas.microsoft.com/office/drawing/2014/main" id="{5AD67666-A1EF-4E31-89AC-44E56BCD89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1325" y="4664075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816" name="Line 77">
            <a:extLst>
              <a:ext uri="{FF2B5EF4-FFF2-40B4-BE49-F238E27FC236}">
                <a16:creationId xmlns:a16="http://schemas.microsoft.com/office/drawing/2014/main" id="{C38E08BA-901C-4E11-8DD9-0EBAD012E0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49530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17" name="Line 78">
            <a:extLst>
              <a:ext uri="{FF2B5EF4-FFF2-40B4-BE49-F238E27FC236}">
                <a16:creationId xmlns:a16="http://schemas.microsoft.com/office/drawing/2014/main" id="{2EDC3290-8DFA-4A6E-936C-FF21CB048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51816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18" name="Text Box 79">
            <a:extLst>
              <a:ext uri="{FF2B5EF4-FFF2-40B4-BE49-F238E27FC236}">
                <a16:creationId xmlns:a16="http://schemas.microsoft.com/office/drawing/2014/main" id="{62AAA71A-DB04-491A-908B-475DF557BD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47958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19" name="Text Box 80">
            <a:extLst>
              <a:ext uri="{FF2B5EF4-FFF2-40B4-BE49-F238E27FC236}">
                <a16:creationId xmlns:a16="http://schemas.microsoft.com/office/drawing/2014/main" id="{78FC244A-8413-4BCC-B3B7-35935AEF37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5176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20" name="Text Box 81">
            <a:extLst>
              <a:ext uri="{FF2B5EF4-FFF2-40B4-BE49-F238E27FC236}">
                <a16:creationId xmlns:a16="http://schemas.microsoft.com/office/drawing/2014/main" id="{A3C294B0-2D36-48FE-A80E-610D32774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5481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21" name="Text Box 82">
            <a:extLst>
              <a:ext uri="{FF2B5EF4-FFF2-40B4-BE49-F238E27FC236}">
                <a16:creationId xmlns:a16="http://schemas.microsoft.com/office/drawing/2014/main" id="{460ADB54-71C8-4F5B-980E-A040B9D3C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5786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22" name="Text Box 83">
            <a:extLst>
              <a:ext uri="{FF2B5EF4-FFF2-40B4-BE49-F238E27FC236}">
                <a16:creationId xmlns:a16="http://schemas.microsoft.com/office/drawing/2014/main" id="{1179FAA6-BE50-4824-952B-7C8C250822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51768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0  2   7</a:t>
            </a:r>
          </a:p>
        </p:txBody>
      </p:sp>
      <p:sp>
        <p:nvSpPr>
          <p:cNvPr id="203823" name="Text Box 84">
            <a:extLst>
              <a:ext uri="{FF2B5EF4-FFF2-40B4-BE49-F238E27FC236}">
                <a16:creationId xmlns:a16="http://schemas.microsoft.com/office/drawing/2014/main" id="{6122FFB9-E6CB-4B50-B511-345BFD039BD4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2643982" y="5531644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824" name="Text Box 85">
            <a:extLst>
              <a:ext uri="{FF2B5EF4-FFF2-40B4-BE49-F238E27FC236}">
                <a16:creationId xmlns:a16="http://schemas.microsoft.com/office/drawing/2014/main" id="{3A1EF48D-C490-48F3-B8D9-63E201126E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9950" y="4664075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825" name="Text Box 103">
            <a:extLst>
              <a:ext uri="{FF2B5EF4-FFF2-40B4-BE49-F238E27FC236}">
                <a16:creationId xmlns:a16="http://schemas.microsoft.com/office/drawing/2014/main" id="{3C53114C-7B27-4198-B7E6-5F45D37B7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3771900"/>
            <a:ext cx="882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2  0   1</a:t>
            </a:r>
          </a:p>
        </p:txBody>
      </p:sp>
      <p:sp>
        <p:nvSpPr>
          <p:cNvPr id="203826" name="Text Box 104">
            <a:extLst>
              <a:ext uri="{FF2B5EF4-FFF2-40B4-BE49-F238E27FC236}">
                <a16:creationId xmlns:a16="http://schemas.microsoft.com/office/drawing/2014/main" id="{88AB0973-B3D6-42E8-84E8-F0BC4C134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4110038"/>
            <a:ext cx="946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7   1   0</a:t>
            </a:r>
          </a:p>
        </p:txBody>
      </p:sp>
      <p:sp>
        <p:nvSpPr>
          <p:cNvPr id="203827" name="Text Box 105">
            <a:extLst>
              <a:ext uri="{FF2B5EF4-FFF2-40B4-BE49-F238E27FC236}">
                <a16:creationId xmlns:a16="http://schemas.microsoft.com/office/drawing/2014/main" id="{4AA7F475-7C54-4C01-957B-6784997059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55578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2  0   1</a:t>
            </a:r>
          </a:p>
        </p:txBody>
      </p:sp>
      <p:sp>
        <p:nvSpPr>
          <p:cNvPr id="203828" name="Text Box 106">
            <a:extLst>
              <a:ext uri="{FF2B5EF4-FFF2-40B4-BE49-F238E27FC236}">
                <a16:creationId xmlns:a16="http://schemas.microsoft.com/office/drawing/2014/main" id="{C32BD550-9D63-4DA6-9C07-EDD1CE50C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58626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3  1   0</a:t>
            </a:r>
          </a:p>
        </p:txBody>
      </p:sp>
      <p:sp>
        <p:nvSpPr>
          <p:cNvPr id="203829" name="Text Box 107">
            <a:extLst>
              <a:ext uri="{FF2B5EF4-FFF2-40B4-BE49-F238E27FC236}">
                <a16:creationId xmlns:a16="http://schemas.microsoft.com/office/drawing/2014/main" id="{7C352D79-9767-4B4E-AFAD-4D3273686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209550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2   0   1</a:t>
            </a:r>
          </a:p>
        </p:txBody>
      </p:sp>
      <p:sp>
        <p:nvSpPr>
          <p:cNvPr id="203830" name="Text Box 108">
            <a:extLst>
              <a:ext uri="{FF2B5EF4-FFF2-40B4-BE49-F238E27FC236}">
                <a16:creationId xmlns:a16="http://schemas.microsoft.com/office/drawing/2014/main" id="{0D60A8D5-C3E5-4E31-8A55-8F55DBB82D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24336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3  1   0</a:t>
            </a:r>
          </a:p>
        </p:txBody>
      </p:sp>
      <p:sp>
        <p:nvSpPr>
          <p:cNvPr id="203831" name="Text Box 109">
            <a:extLst>
              <a:ext uri="{FF2B5EF4-FFF2-40B4-BE49-F238E27FC236}">
                <a16:creationId xmlns:a16="http://schemas.microsoft.com/office/drawing/2014/main" id="{F2B3B430-F0D4-4BCB-8B9A-E7CD57D3D9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3825875"/>
            <a:ext cx="882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2  0   1</a:t>
            </a:r>
          </a:p>
        </p:txBody>
      </p:sp>
      <p:sp>
        <p:nvSpPr>
          <p:cNvPr id="203832" name="Text Box 110">
            <a:extLst>
              <a:ext uri="{FF2B5EF4-FFF2-40B4-BE49-F238E27FC236}">
                <a16:creationId xmlns:a16="http://schemas.microsoft.com/office/drawing/2014/main" id="{05F8EAD3-C846-41D4-BD82-678816DB5D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0200" y="58626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3  1   0</a:t>
            </a:r>
          </a:p>
        </p:txBody>
      </p:sp>
      <p:sp>
        <p:nvSpPr>
          <p:cNvPr id="203833" name="Text Box 111">
            <a:extLst>
              <a:ext uri="{FF2B5EF4-FFF2-40B4-BE49-F238E27FC236}">
                <a16:creationId xmlns:a16="http://schemas.microsoft.com/office/drawing/2014/main" id="{FEC05168-E5B9-48A8-A73A-A71E96E45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0200" y="54816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2  0   1</a:t>
            </a:r>
          </a:p>
        </p:txBody>
      </p:sp>
      <p:sp>
        <p:nvSpPr>
          <p:cNvPr id="203834" name="Text Box 112">
            <a:extLst>
              <a:ext uri="{FF2B5EF4-FFF2-40B4-BE49-F238E27FC236}">
                <a16:creationId xmlns:a16="http://schemas.microsoft.com/office/drawing/2014/main" id="{3072F255-B1B6-42DE-9386-B1222B076A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6400" y="41100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3  1   0</a:t>
            </a:r>
          </a:p>
        </p:txBody>
      </p:sp>
      <p:sp>
        <p:nvSpPr>
          <p:cNvPr id="203835" name="Line 113">
            <a:extLst>
              <a:ext uri="{FF2B5EF4-FFF2-40B4-BE49-F238E27FC236}">
                <a16:creationId xmlns:a16="http://schemas.microsoft.com/office/drawing/2014/main" id="{26EEEA92-AB67-4B28-96E2-32AD838AEAFA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9800" y="1981200"/>
            <a:ext cx="68580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36" name="Line 114">
            <a:extLst>
              <a:ext uri="{FF2B5EF4-FFF2-40B4-BE49-F238E27FC236}">
                <a16:creationId xmlns:a16="http://schemas.microsoft.com/office/drawing/2014/main" id="{F74A1863-2B28-4BBD-B803-01E4E48B59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2057400"/>
            <a:ext cx="68580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37" name="Line 116">
            <a:extLst>
              <a:ext uri="{FF2B5EF4-FFF2-40B4-BE49-F238E27FC236}">
                <a16:creationId xmlns:a16="http://schemas.microsoft.com/office/drawing/2014/main" id="{938F54DF-7EBF-4EAE-B1C5-E3B34F584E36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4114800"/>
            <a:ext cx="60960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38" name="Line 118">
            <a:extLst>
              <a:ext uri="{FF2B5EF4-FFF2-40B4-BE49-F238E27FC236}">
                <a16:creationId xmlns:a16="http://schemas.microsoft.com/office/drawing/2014/main" id="{51E63B7B-EC29-4AC3-9F34-52DD6947E1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09800" y="4343400"/>
            <a:ext cx="7620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39" name="Line 119">
            <a:extLst>
              <a:ext uri="{FF2B5EF4-FFF2-40B4-BE49-F238E27FC236}">
                <a16:creationId xmlns:a16="http://schemas.microsoft.com/office/drawing/2014/main" id="{BF773B65-E3A4-415A-9C2C-41127B3AFFE0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7200" y="1981200"/>
            <a:ext cx="762000" cy="1600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0" name="Line 120">
            <a:extLst>
              <a:ext uri="{FF2B5EF4-FFF2-40B4-BE49-F238E27FC236}">
                <a16:creationId xmlns:a16="http://schemas.microsoft.com/office/drawing/2014/main" id="{4C6FFFA4-FF09-4E80-A155-2C069C9C7243}"/>
              </a:ext>
            </a:extLst>
          </p:cNvPr>
          <p:cNvSpPr>
            <a:spLocks noChangeShapeType="1"/>
          </p:cNvSpPr>
          <p:nvPr/>
        </p:nvSpPr>
        <p:spPr bwMode="auto">
          <a:xfrm>
            <a:off x="4191000" y="2057400"/>
            <a:ext cx="838200" cy="297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1" name="Line 121">
            <a:extLst>
              <a:ext uri="{FF2B5EF4-FFF2-40B4-BE49-F238E27FC236}">
                <a16:creationId xmlns:a16="http://schemas.microsoft.com/office/drawing/2014/main" id="{97674529-53B5-4AC5-B916-EF4C67AD954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14800" y="2743200"/>
            <a:ext cx="1143000" cy="3200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2" name="Line 122">
            <a:extLst>
              <a:ext uri="{FF2B5EF4-FFF2-40B4-BE49-F238E27FC236}">
                <a16:creationId xmlns:a16="http://schemas.microsoft.com/office/drawing/2014/main" id="{02E5DA28-4B93-4C40-8B64-F5553D56D9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14800" y="4419600"/>
            <a:ext cx="106680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3" name="Line 123">
            <a:extLst>
              <a:ext uri="{FF2B5EF4-FFF2-40B4-BE49-F238E27FC236}">
                <a16:creationId xmlns:a16="http://schemas.microsoft.com/office/drawing/2014/main" id="{FBA71215-4E53-48D3-9C65-6318C924BE4B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6345238"/>
            <a:ext cx="5410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4" name="Text Box 124">
            <a:extLst>
              <a:ext uri="{FF2B5EF4-FFF2-40B4-BE49-F238E27FC236}">
                <a16:creationId xmlns:a16="http://schemas.microsoft.com/office/drawing/2014/main" id="{A3731599-8CF1-4599-9F65-9E7F9B0D4E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013" y="6137275"/>
            <a:ext cx="615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time</a:t>
            </a:r>
          </a:p>
        </p:txBody>
      </p:sp>
      <p:sp>
        <p:nvSpPr>
          <p:cNvPr id="203845" name="Oval 167">
            <a:extLst>
              <a:ext uri="{FF2B5EF4-FFF2-40B4-BE49-F238E27FC236}">
                <a16:creationId xmlns:a16="http://schemas.microsoft.com/office/drawing/2014/main" id="{4EF53145-237C-4761-9EF0-83DBDEE73D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400" y="58674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6" name="Line 174">
            <a:extLst>
              <a:ext uri="{FF2B5EF4-FFF2-40B4-BE49-F238E27FC236}">
                <a16:creationId xmlns:a16="http://schemas.microsoft.com/office/drawing/2014/main" id="{C6BA56A6-D3B1-45E4-A669-4369792E0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14478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7" name="Line 175">
            <a:extLst>
              <a:ext uri="{FF2B5EF4-FFF2-40B4-BE49-F238E27FC236}">
                <a16:creationId xmlns:a16="http://schemas.microsoft.com/office/drawing/2014/main" id="{C581EC20-61A0-4225-9DA2-469709C9B753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16764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48" name="Text Box 176">
            <a:extLst>
              <a:ext uri="{FF2B5EF4-FFF2-40B4-BE49-F238E27FC236}">
                <a16:creationId xmlns:a16="http://schemas.microsoft.com/office/drawing/2014/main" id="{D2107560-3C16-4E8C-AC4D-5392DD4185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12906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49" name="Text Box 177">
            <a:extLst>
              <a:ext uri="{FF2B5EF4-FFF2-40B4-BE49-F238E27FC236}">
                <a16:creationId xmlns:a16="http://schemas.microsoft.com/office/drawing/2014/main" id="{5F7E9834-2A95-4539-AAD3-35DA67EFF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671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50" name="Text Box 178">
            <a:extLst>
              <a:ext uri="{FF2B5EF4-FFF2-40B4-BE49-F238E27FC236}">
                <a16:creationId xmlns:a16="http://schemas.microsoft.com/office/drawing/2014/main" id="{86484226-5D6A-47B0-AEC4-E06AED91A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976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51" name="Text Box 179">
            <a:extLst>
              <a:ext uri="{FF2B5EF4-FFF2-40B4-BE49-F238E27FC236}">
                <a16:creationId xmlns:a16="http://schemas.microsoft.com/office/drawing/2014/main" id="{2C641AC5-9BA9-422B-8B51-75F104B0FE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2281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52" name="Text Box 180">
            <a:extLst>
              <a:ext uri="{FF2B5EF4-FFF2-40B4-BE49-F238E27FC236}">
                <a16:creationId xmlns:a16="http://schemas.microsoft.com/office/drawing/2014/main" id="{EFFEA21D-A209-4DDE-9AB4-7F02E6CA28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1671638"/>
            <a:ext cx="882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0  2   7</a:t>
            </a:r>
          </a:p>
        </p:txBody>
      </p:sp>
      <p:sp>
        <p:nvSpPr>
          <p:cNvPr id="203853" name="Text Box 181">
            <a:extLst>
              <a:ext uri="{FF2B5EF4-FFF2-40B4-BE49-F238E27FC236}">
                <a16:creationId xmlns:a16="http://schemas.microsoft.com/office/drawing/2014/main" id="{2A77C114-D151-4E2A-84C7-E0F9F720C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20526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54" name="Text Box 182">
            <a:extLst>
              <a:ext uri="{FF2B5EF4-FFF2-40B4-BE49-F238E27FC236}">
                <a16:creationId xmlns:a16="http://schemas.microsoft.com/office/drawing/2014/main" id="{EED7EBD8-8AA1-4779-87F5-F738C6E79B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0526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55" name="Text Box 183">
            <a:extLst>
              <a:ext uri="{FF2B5EF4-FFF2-40B4-BE49-F238E27FC236}">
                <a16:creationId xmlns:a16="http://schemas.microsoft.com/office/drawing/2014/main" id="{05651BBF-68D1-48FD-BC07-5FDD0427BF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20526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56" name="Text Box 184">
            <a:extLst>
              <a:ext uri="{FF2B5EF4-FFF2-40B4-BE49-F238E27FC236}">
                <a16:creationId xmlns:a16="http://schemas.microsoft.com/office/drawing/2014/main" id="{6A13144F-5416-4D77-BB5E-E1065CAA4F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23574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57" name="Text Box 185">
            <a:extLst>
              <a:ext uri="{FF2B5EF4-FFF2-40B4-BE49-F238E27FC236}">
                <a16:creationId xmlns:a16="http://schemas.microsoft.com/office/drawing/2014/main" id="{72E84C5A-F121-4EDB-A820-75345B5CB9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23574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58" name="Text Box 186">
            <a:extLst>
              <a:ext uri="{FF2B5EF4-FFF2-40B4-BE49-F238E27FC236}">
                <a16:creationId xmlns:a16="http://schemas.microsoft.com/office/drawing/2014/main" id="{51E068CC-64F9-4AC0-98AC-B68C77E24E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23574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59" name="Text Box 187">
            <a:extLst>
              <a:ext uri="{FF2B5EF4-FFF2-40B4-BE49-F238E27FC236}">
                <a16:creationId xmlns:a16="http://schemas.microsoft.com/office/drawing/2014/main" id="{F6599C2E-CF0D-4E79-BD03-091361C4DEE3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2650332" y="2026444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860" name="Text Box 188">
            <a:extLst>
              <a:ext uri="{FF2B5EF4-FFF2-40B4-BE49-F238E27FC236}">
                <a16:creationId xmlns:a16="http://schemas.microsoft.com/office/drawing/2014/main" id="{7621075C-42EC-4D5B-A08D-7CFB1D7202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2550" y="1158875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861" name="Text Box 189">
            <a:extLst>
              <a:ext uri="{FF2B5EF4-FFF2-40B4-BE49-F238E27FC236}">
                <a16:creationId xmlns:a16="http://schemas.microsoft.com/office/drawing/2014/main" id="{58CE67A3-857B-4A33-8952-371870DAB161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18319" y="3810794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862" name="Text Box 190">
            <a:extLst>
              <a:ext uri="{FF2B5EF4-FFF2-40B4-BE49-F238E27FC236}">
                <a16:creationId xmlns:a16="http://schemas.microsoft.com/office/drawing/2014/main" id="{713AA288-15D4-4E56-8ABA-BA9E85B0E0D0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18318" y="5618957"/>
            <a:ext cx="5381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  <p:sp>
        <p:nvSpPr>
          <p:cNvPr id="203863" name="Line 191">
            <a:extLst>
              <a:ext uri="{FF2B5EF4-FFF2-40B4-BE49-F238E27FC236}">
                <a16:creationId xmlns:a16="http://schemas.microsoft.com/office/drawing/2014/main" id="{E95DF050-E010-46EA-A659-CE3362AF4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76600" y="14478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64" name="Line 192">
            <a:extLst>
              <a:ext uri="{FF2B5EF4-FFF2-40B4-BE49-F238E27FC236}">
                <a16:creationId xmlns:a16="http://schemas.microsoft.com/office/drawing/2014/main" id="{F115FD80-B9B0-4783-A7FB-6115F0F9CF8F}"/>
              </a:ext>
            </a:extLst>
          </p:cNvPr>
          <p:cNvSpPr>
            <a:spLocks noChangeShapeType="1"/>
          </p:cNvSpPr>
          <p:nvPr/>
        </p:nvSpPr>
        <p:spPr bwMode="auto">
          <a:xfrm>
            <a:off x="2971800" y="16764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65" name="Text Box 193">
            <a:extLst>
              <a:ext uri="{FF2B5EF4-FFF2-40B4-BE49-F238E27FC236}">
                <a16:creationId xmlns:a16="http://schemas.microsoft.com/office/drawing/2014/main" id="{1172D531-6069-4519-A24D-E5F88FB986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12906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66" name="Text Box 194">
            <a:extLst>
              <a:ext uri="{FF2B5EF4-FFF2-40B4-BE49-F238E27FC236}">
                <a16:creationId xmlns:a16="http://schemas.microsoft.com/office/drawing/2014/main" id="{D90CFBE8-F034-4CCA-A543-CE9D9762FF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1671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67" name="Text Box 195">
            <a:extLst>
              <a:ext uri="{FF2B5EF4-FFF2-40B4-BE49-F238E27FC236}">
                <a16:creationId xmlns:a16="http://schemas.microsoft.com/office/drawing/2014/main" id="{E0BEBAEF-BA77-4AC9-A056-6A9AC14051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19764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68" name="Text Box 196">
            <a:extLst>
              <a:ext uri="{FF2B5EF4-FFF2-40B4-BE49-F238E27FC236}">
                <a16:creationId xmlns:a16="http://schemas.microsoft.com/office/drawing/2014/main" id="{589F44C3-9BCE-44F5-B52F-7DD5FEBBA7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1800" y="2281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69" name="Text Box 197">
            <a:extLst>
              <a:ext uri="{FF2B5EF4-FFF2-40B4-BE49-F238E27FC236}">
                <a16:creationId xmlns:a16="http://schemas.microsoft.com/office/drawing/2014/main" id="{A63A7826-E3DC-4232-AF19-E38CFE6D61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7238" y="16716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203870" name="Line 198">
            <a:extLst>
              <a:ext uri="{FF2B5EF4-FFF2-40B4-BE49-F238E27FC236}">
                <a16:creationId xmlns:a16="http://schemas.microsoft.com/office/drawing/2014/main" id="{CB94B3BF-C0FE-4ECE-9325-E9435E46BC0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32004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71" name="Line 199">
            <a:extLst>
              <a:ext uri="{FF2B5EF4-FFF2-40B4-BE49-F238E27FC236}">
                <a16:creationId xmlns:a16="http://schemas.microsoft.com/office/drawing/2014/main" id="{E43FA2C0-82B7-4A29-9CC9-932FDC9FCDFA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34290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72" name="Text Box 200">
            <a:extLst>
              <a:ext uri="{FF2B5EF4-FFF2-40B4-BE49-F238E27FC236}">
                <a16:creationId xmlns:a16="http://schemas.microsoft.com/office/drawing/2014/main" id="{6E53C471-040C-46D3-A754-C1C1BC8EE9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304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73" name="Text Box 201">
            <a:extLst>
              <a:ext uri="{FF2B5EF4-FFF2-40B4-BE49-F238E27FC236}">
                <a16:creationId xmlns:a16="http://schemas.microsoft.com/office/drawing/2014/main" id="{5673E33F-9E7F-4CBF-A35A-92E5DD2D4C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4242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74" name="Text Box 202">
            <a:extLst>
              <a:ext uri="{FF2B5EF4-FFF2-40B4-BE49-F238E27FC236}">
                <a16:creationId xmlns:a16="http://schemas.microsoft.com/office/drawing/2014/main" id="{7D8F28BF-A58C-45C6-8CEE-ECC3176C74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7290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75" name="Text Box 203">
            <a:extLst>
              <a:ext uri="{FF2B5EF4-FFF2-40B4-BE49-F238E27FC236}">
                <a16:creationId xmlns:a16="http://schemas.microsoft.com/office/drawing/2014/main" id="{A648197E-C5BA-47B0-A0F6-7ECF1FCF8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033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76" name="Text Box 204">
            <a:extLst>
              <a:ext uri="{FF2B5EF4-FFF2-40B4-BE49-F238E27FC236}">
                <a16:creationId xmlns:a16="http://schemas.microsoft.com/office/drawing/2014/main" id="{FDD1BD64-BEE4-4448-807A-F7E9C191A6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34242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77" name="Text Box 205">
            <a:extLst>
              <a:ext uri="{FF2B5EF4-FFF2-40B4-BE49-F238E27FC236}">
                <a16:creationId xmlns:a16="http://schemas.microsoft.com/office/drawing/2014/main" id="{C93845B9-A61E-4E09-96E2-3E9B3709A3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34242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78" name="Text Box 206">
            <a:extLst>
              <a:ext uri="{FF2B5EF4-FFF2-40B4-BE49-F238E27FC236}">
                <a16:creationId xmlns:a16="http://schemas.microsoft.com/office/drawing/2014/main" id="{1D50B24E-CA2F-417E-9E4A-6F9DEBDBEF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4110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79" name="Text Box 207">
            <a:extLst>
              <a:ext uri="{FF2B5EF4-FFF2-40B4-BE49-F238E27FC236}">
                <a16:creationId xmlns:a16="http://schemas.microsoft.com/office/drawing/2014/main" id="{708877E2-9B4A-481B-BF67-9011DB488B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4110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80" name="Text Box 208">
            <a:extLst>
              <a:ext uri="{FF2B5EF4-FFF2-40B4-BE49-F238E27FC236}">
                <a16:creationId xmlns:a16="http://schemas.microsoft.com/office/drawing/2014/main" id="{CBFDC35A-FA1E-4F3D-9932-2AD9F6877C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4110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81" name="Text Box 209">
            <a:extLst>
              <a:ext uri="{FF2B5EF4-FFF2-40B4-BE49-F238E27FC236}">
                <a16:creationId xmlns:a16="http://schemas.microsoft.com/office/drawing/2014/main" id="{CD0432A2-0244-489C-91AD-F8A087E977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1438" y="2933700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882" name="Line 210">
            <a:extLst>
              <a:ext uri="{FF2B5EF4-FFF2-40B4-BE49-F238E27FC236}">
                <a16:creationId xmlns:a16="http://schemas.microsoft.com/office/drawing/2014/main" id="{94E0AB5C-29A6-4076-81F9-546E16A48A0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50292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83" name="Line 211">
            <a:extLst>
              <a:ext uri="{FF2B5EF4-FFF2-40B4-BE49-F238E27FC236}">
                <a16:creationId xmlns:a16="http://schemas.microsoft.com/office/drawing/2014/main" id="{E48288A1-2405-49DA-96DD-BF632B040EB0}"/>
              </a:ext>
            </a:extLst>
          </p:cNvPr>
          <p:cNvSpPr>
            <a:spLocks noChangeShapeType="1"/>
          </p:cNvSpPr>
          <p:nvPr/>
        </p:nvSpPr>
        <p:spPr bwMode="auto">
          <a:xfrm>
            <a:off x="914400" y="52578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884" name="Text Box 212">
            <a:extLst>
              <a:ext uri="{FF2B5EF4-FFF2-40B4-BE49-F238E27FC236}">
                <a16:creationId xmlns:a16="http://schemas.microsoft.com/office/drawing/2014/main" id="{6F5E1355-F904-48E5-9E1F-19CC8324A2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48720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   y   z</a:t>
            </a:r>
          </a:p>
        </p:txBody>
      </p:sp>
      <p:sp>
        <p:nvSpPr>
          <p:cNvPr id="203885" name="Text Box 213">
            <a:extLst>
              <a:ext uri="{FF2B5EF4-FFF2-40B4-BE49-F238E27FC236}">
                <a16:creationId xmlns:a16="http://schemas.microsoft.com/office/drawing/2014/main" id="{CA237AA1-EE4F-42D3-95A7-E26D4C2ADA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2530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</a:p>
        </p:txBody>
      </p:sp>
      <p:sp>
        <p:nvSpPr>
          <p:cNvPr id="203886" name="Text Box 214">
            <a:extLst>
              <a:ext uri="{FF2B5EF4-FFF2-40B4-BE49-F238E27FC236}">
                <a16:creationId xmlns:a16="http://schemas.microsoft.com/office/drawing/2014/main" id="{02E36E04-8B63-4B6B-8C63-D7F12F057D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5578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</a:p>
        </p:txBody>
      </p:sp>
      <p:sp>
        <p:nvSpPr>
          <p:cNvPr id="203887" name="Text Box 215">
            <a:extLst>
              <a:ext uri="{FF2B5EF4-FFF2-40B4-BE49-F238E27FC236}">
                <a16:creationId xmlns:a16="http://schemas.microsoft.com/office/drawing/2014/main" id="{06D4C95B-CA2F-4CA5-B9F7-B28E38B905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586263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</a:p>
        </p:txBody>
      </p:sp>
      <p:sp>
        <p:nvSpPr>
          <p:cNvPr id="203888" name="Text Box 216">
            <a:extLst>
              <a:ext uri="{FF2B5EF4-FFF2-40B4-BE49-F238E27FC236}">
                <a16:creationId xmlns:a16="http://schemas.microsoft.com/office/drawing/2014/main" id="{16562A16-C841-485B-8245-BC2112832D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638800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89" name="Text Box 217">
            <a:extLst>
              <a:ext uri="{FF2B5EF4-FFF2-40B4-BE49-F238E27FC236}">
                <a16:creationId xmlns:a16="http://schemas.microsoft.com/office/drawing/2014/main" id="{299F8940-4020-43B6-8440-658B9AC418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5634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90" name="Text Box 218">
            <a:extLst>
              <a:ext uri="{FF2B5EF4-FFF2-40B4-BE49-F238E27FC236}">
                <a16:creationId xmlns:a16="http://schemas.microsoft.com/office/drawing/2014/main" id="{A7DDD85C-D65E-4E52-B48D-2A04A1C4F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5634038"/>
            <a:ext cx="34766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</p:txBody>
      </p:sp>
      <p:sp>
        <p:nvSpPr>
          <p:cNvPr id="203891" name="Text Box 219">
            <a:extLst>
              <a:ext uri="{FF2B5EF4-FFF2-40B4-BE49-F238E27FC236}">
                <a16:creationId xmlns:a16="http://schemas.microsoft.com/office/drawing/2014/main" id="{EAEB3728-CAB3-4285-98D9-185534C994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9388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</a:t>
            </a:r>
          </a:p>
        </p:txBody>
      </p:sp>
      <p:sp>
        <p:nvSpPr>
          <p:cNvPr id="203892" name="Text Box 220">
            <a:extLst>
              <a:ext uri="{FF2B5EF4-FFF2-40B4-BE49-F238E27FC236}">
                <a16:creationId xmlns:a16="http://schemas.microsoft.com/office/drawing/2014/main" id="{4C860B11-5AC8-4BA4-883D-50C1B3189A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59388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203893" name="Text Box 221">
            <a:extLst>
              <a:ext uri="{FF2B5EF4-FFF2-40B4-BE49-F238E27FC236}">
                <a16:creationId xmlns:a16="http://schemas.microsoft.com/office/drawing/2014/main" id="{76A9B28C-BA6E-41A0-94B6-CDBFD728F3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59388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203894" name="Text Box 222">
            <a:extLst>
              <a:ext uri="{FF2B5EF4-FFF2-40B4-BE49-F238E27FC236}">
                <a16:creationId xmlns:a16="http://schemas.microsoft.com/office/drawing/2014/main" id="{C8299D1A-A778-403C-9163-509DA6526D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3663" y="4740275"/>
            <a:ext cx="7064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895" name="Text Box 223">
            <a:extLst>
              <a:ext uri="{FF2B5EF4-FFF2-40B4-BE49-F238E27FC236}">
                <a16:creationId xmlns:a16="http://schemas.microsoft.com/office/drawing/2014/main" id="{2895C67A-6223-4CE6-B9FF-0B54AF3F9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3467100"/>
            <a:ext cx="9461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2   0   1</a:t>
            </a:r>
          </a:p>
        </p:txBody>
      </p:sp>
      <p:sp>
        <p:nvSpPr>
          <p:cNvPr id="203896" name="Text Box 224">
            <a:extLst>
              <a:ext uri="{FF2B5EF4-FFF2-40B4-BE49-F238E27FC236}">
                <a16:creationId xmlns:a16="http://schemas.microsoft.com/office/drawing/2014/main" id="{19C7A09A-2164-48DF-9CFA-166BB59143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257800"/>
            <a:ext cx="990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∞ ∞  ∞</a:t>
            </a:r>
          </a:p>
        </p:txBody>
      </p:sp>
      <p:sp>
        <p:nvSpPr>
          <p:cNvPr id="203897" name="Text Box 225">
            <a:extLst>
              <a:ext uri="{FF2B5EF4-FFF2-40B4-BE49-F238E27FC236}">
                <a16:creationId xmlns:a16="http://schemas.microsoft.com/office/drawing/2014/main" id="{6F2FA407-7970-4DA1-89EF-EE9D60B823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0725" y="200660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2   0   1</a:t>
            </a:r>
          </a:p>
        </p:txBody>
      </p:sp>
      <p:sp>
        <p:nvSpPr>
          <p:cNvPr id="203898" name="Text Box 226">
            <a:extLst>
              <a:ext uri="{FF2B5EF4-FFF2-40B4-BE49-F238E27FC236}">
                <a16:creationId xmlns:a16="http://schemas.microsoft.com/office/drawing/2014/main" id="{67E66246-1BB4-46B0-BCA6-8DF2F2345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0725" y="2322513"/>
            <a:ext cx="946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7   1   0</a:t>
            </a:r>
          </a:p>
        </p:txBody>
      </p:sp>
      <p:sp>
        <p:nvSpPr>
          <p:cNvPr id="203899" name="Line 227">
            <a:extLst>
              <a:ext uri="{FF2B5EF4-FFF2-40B4-BE49-F238E27FC236}">
                <a16:creationId xmlns:a16="http://schemas.microsoft.com/office/drawing/2014/main" id="{0FC575D7-2FD1-4E26-8475-30498F3101F0}"/>
              </a:ext>
            </a:extLst>
          </p:cNvPr>
          <p:cNvSpPr>
            <a:spLocks noChangeShapeType="1"/>
          </p:cNvSpPr>
          <p:nvPr/>
        </p:nvSpPr>
        <p:spPr bwMode="auto">
          <a:xfrm>
            <a:off x="2209800" y="1981200"/>
            <a:ext cx="68580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0" name="Line 228">
            <a:extLst>
              <a:ext uri="{FF2B5EF4-FFF2-40B4-BE49-F238E27FC236}">
                <a16:creationId xmlns:a16="http://schemas.microsoft.com/office/drawing/2014/main" id="{4CD8179B-ED13-47D8-8C83-E2A80F62C65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2057400"/>
            <a:ext cx="685800" cy="3124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1" name="Line 229">
            <a:extLst>
              <a:ext uri="{FF2B5EF4-FFF2-40B4-BE49-F238E27FC236}">
                <a16:creationId xmlns:a16="http://schemas.microsoft.com/office/drawing/2014/main" id="{FA469233-BD32-48DF-A8B1-A1A68B2144B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33600" y="2514600"/>
            <a:ext cx="76200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2" name="Line 230">
            <a:extLst>
              <a:ext uri="{FF2B5EF4-FFF2-40B4-BE49-F238E27FC236}">
                <a16:creationId xmlns:a16="http://schemas.microsoft.com/office/drawing/2014/main" id="{91072CDF-DD2E-489C-9307-8CF9D00DF62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4114800"/>
            <a:ext cx="60960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3" name="Line 231">
            <a:extLst>
              <a:ext uri="{FF2B5EF4-FFF2-40B4-BE49-F238E27FC236}">
                <a16:creationId xmlns:a16="http://schemas.microsoft.com/office/drawing/2014/main" id="{0A8DAFCB-BFB1-404E-9793-7D7B59075E3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33600" y="2590800"/>
            <a:ext cx="838200" cy="3429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4" name="Line 232">
            <a:extLst>
              <a:ext uri="{FF2B5EF4-FFF2-40B4-BE49-F238E27FC236}">
                <a16:creationId xmlns:a16="http://schemas.microsoft.com/office/drawing/2014/main" id="{BD1E5C71-1630-4B93-BEE1-6DB93DBC8A7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09800" y="4343400"/>
            <a:ext cx="7620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5" name="Line 233">
            <a:extLst>
              <a:ext uri="{FF2B5EF4-FFF2-40B4-BE49-F238E27FC236}">
                <a16:creationId xmlns:a16="http://schemas.microsoft.com/office/drawing/2014/main" id="{4ED42683-4EFD-4172-A2AD-9012005420ED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600" y="6345238"/>
            <a:ext cx="5410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06" name="Text Box 234">
            <a:extLst>
              <a:ext uri="{FF2B5EF4-FFF2-40B4-BE49-F238E27FC236}">
                <a16:creationId xmlns:a16="http://schemas.microsoft.com/office/drawing/2014/main" id="{11A8EF57-CAB3-44D7-9BEB-B48FB650E9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69013" y="6137275"/>
            <a:ext cx="615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time</a:t>
            </a:r>
          </a:p>
        </p:txBody>
      </p:sp>
      <p:grpSp>
        <p:nvGrpSpPr>
          <p:cNvPr id="203907" name="Group 235">
            <a:extLst>
              <a:ext uri="{FF2B5EF4-FFF2-40B4-BE49-F238E27FC236}">
                <a16:creationId xmlns:a16="http://schemas.microsoft.com/office/drawing/2014/main" id="{B44F77A9-CE23-4CC8-816B-F2B29F437115}"/>
              </a:ext>
            </a:extLst>
          </p:cNvPr>
          <p:cNvGrpSpPr>
            <a:grpSpLocks/>
          </p:cNvGrpSpPr>
          <p:nvPr/>
        </p:nvGrpSpPr>
        <p:grpSpPr bwMode="auto">
          <a:xfrm>
            <a:off x="6632575" y="2911475"/>
            <a:ext cx="2184400" cy="1212850"/>
            <a:chOff x="2352" y="0"/>
            <a:chExt cx="1376" cy="764"/>
          </a:xfrm>
        </p:grpSpPr>
        <p:sp>
          <p:nvSpPr>
            <p:cNvPr id="203923" name="Freeform 236">
              <a:extLst>
                <a:ext uri="{FF2B5EF4-FFF2-40B4-BE49-F238E27FC236}">
                  <a16:creationId xmlns:a16="http://schemas.microsoft.com/office/drawing/2014/main" id="{B8DCDAE3-981F-4DED-9130-13096C9B2030}"/>
                </a:ext>
              </a:extLst>
            </p:cNvPr>
            <p:cNvSpPr>
              <a:spLocks/>
            </p:cNvSpPr>
            <p:nvPr/>
          </p:nvSpPr>
          <p:spPr bwMode="auto">
            <a:xfrm>
              <a:off x="2352" y="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03924" name="Group 237">
              <a:extLst>
                <a:ext uri="{FF2B5EF4-FFF2-40B4-BE49-F238E27FC236}">
                  <a16:creationId xmlns:a16="http://schemas.microsoft.com/office/drawing/2014/main" id="{4756024D-ED39-4D0D-8F48-4CDF38BF83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48" y="70"/>
              <a:ext cx="1161" cy="676"/>
              <a:chOff x="-17" y="1282"/>
              <a:chExt cx="1161" cy="676"/>
            </a:xfrm>
          </p:grpSpPr>
          <p:sp>
            <p:nvSpPr>
              <p:cNvPr id="203925" name="Freeform 238">
                <a:extLst>
                  <a:ext uri="{FF2B5EF4-FFF2-40B4-BE49-F238E27FC236}">
                    <a16:creationId xmlns:a16="http://schemas.microsoft.com/office/drawing/2014/main" id="{1C827C26-7A64-4CE8-8690-084C69AD59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" y="1476"/>
                <a:ext cx="222" cy="180"/>
              </a:xfrm>
              <a:custGeom>
                <a:avLst/>
                <a:gdLst>
                  <a:gd name="T0" fmla="*/ 0 w 222"/>
                  <a:gd name="T1" fmla="*/ 180 h 180"/>
                  <a:gd name="T2" fmla="*/ 222 w 222"/>
                  <a:gd name="T3" fmla="*/ 0 h 180"/>
                  <a:gd name="T4" fmla="*/ 0 60000 65536"/>
                  <a:gd name="T5" fmla="*/ 0 60000 65536"/>
                  <a:gd name="T6" fmla="*/ 0 w 222"/>
                  <a:gd name="T7" fmla="*/ 0 h 180"/>
                  <a:gd name="T8" fmla="*/ 222 w 222"/>
                  <a:gd name="T9" fmla="*/ 180 h 180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22" h="180">
                    <a:moveTo>
                      <a:pt x="0" y="180"/>
                    </a:moveTo>
                    <a:lnTo>
                      <a:pt x="222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26" name="Oval 239">
                <a:extLst>
                  <a:ext uri="{FF2B5EF4-FFF2-40B4-BE49-F238E27FC236}">
                    <a16:creationId xmlns:a16="http://schemas.microsoft.com/office/drawing/2014/main" id="{2ACADE3E-B403-462D-A2CF-ACF556293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12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27" name="Line 240">
                <a:extLst>
                  <a:ext uri="{FF2B5EF4-FFF2-40B4-BE49-F238E27FC236}">
                    <a16:creationId xmlns:a16="http://schemas.microsoft.com/office/drawing/2014/main" id="{4F6C53B4-7DE9-4A12-8674-4BF1C23055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14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28" name="Line 241">
                <a:extLst>
                  <a:ext uri="{FF2B5EF4-FFF2-40B4-BE49-F238E27FC236}">
                    <a16:creationId xmlns:a16="http://schemas.microsoft.com/office/drawing/2014/main" id="{FFA49AF6-880A-4D52-B50C-F6FE92B157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9" y="1705"/>
                <a:ext cx="1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29" name="Rectangle 242">
                <a:extLst>
                  <a:ext uri="{FF2B5EF4-FFF2-40B4-BE49-F238E27FC236}">
                    <a16:creationId xmlns:a16="http://schemas.microsoft.com/office/drawing/2014/main" id="{AA64C207-FEEC-4F13-BED8-A108C8A8F0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4" y="1705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30" name="Oval 243">
                <a:extLst>
                  <a:ext uri="{FF2B5EF4-FFF2-40B4-BE49-F238E27FC236}">
                    <a16:creationId xmlns:a16="http://schemas.microsoft.com/office/drawing/2014/main" id="{C979EB35-AB6D-4A9A-AA3F-41E325C763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17" y="1646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31" name="Freeform 244">
                <a:extLst>
                  <a:ext uri="{FF2B5EF4-FFF2-40B4-BE49-F238E27FC236}">
                    <a16:creationId xmlns:a16="http://schemas.microsoft.com/office/drawing/2014/main" id="{9E4AD630-E73A-4C08-8050-E909B76B9F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51" y="1476"/>
                <a:ext cx="216" cy="189"/>
              </a:xfrm>
              <a:custGeom>
                <a:avLst/>
                <a:gdLst>
                  <a:gd name="T0" fmla="*/ 0 w 216"/>
                  <a:gd name="T1" fmla="*/ 0 h 189"/>
                  <a:gd name="T2" fmla="*/ 216 w 216"/>
                  <a:gd name="T3" fmla="*/ 189 h 189"/>
                  <a:gd name="T4" fmla="*/ 0 60000 65536"/>
                  <a:gd name="T5" fmla="*/ 0 60000 65536"/>
                  <a:gd name="T6" fmla="*/ 0 w 216"/>
                  <a:gd name="T7" fmla="*/ 0 h 189"/>
                  <a:gd name="T8" fmla="*/ 216 w 216"/>
                  <a:gd name="T9" fmla="*/ 189 h 189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216" h="189">
                    <a:moveTo>
                      <a:pt x="0" y="0"/>
                    </a:moveTo>
                    <a:lnTo>
                      <a:pt x="216" y="189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32" name="Freeform 245">
                <a:extLst>
                  <a:ext uri="{FF2B5EF4-FFF2-40B4-BE49-F238E27FC236}">
                    <a16:creationId xmlns:a16="http://schemas.microsoft.com/office/drawing/2014/main" id="{71E83276-D253-4B84-A427-45EE488D2F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3" y="1740"/>
                <a:ext cx="540" cy="3"/>
              </a:xfrm>
              <a:custGeom>
                <a:avLst/>
                <a:gdLst>
                  <a:gd name="T0" fmla="*/ 540 w 540"/>
                  <a:gd name="T1" fmla="*/ 3 h 3"/>
                  <a:gd name="T2" fmla="*/ 0 w 540"/>
                  <a:gd name="T3" fmla="*/ 0 h 3"/>
                  <a:gd name="T4" fmla="*/ 0 60000 65536"/>
                  <a:gd name="T5" fmla="*/ 0 60000 65536"/>
                  <a:gd name="T6" fmla="*/ 0 w 540"/>
                  <a:gd name="T7" fmla="*/ 0 h 3"/>
                  <a:gd name="T8" fmla="*/ 540 w 540"/>
                  <a:gd name="T9" fmla="*/ 3 h 3"/>
                </a:gdLst>
                <a:ahLst/>
                <a:cxnLst>
                  <a:cxn ang="T4">
                    <a:pos x="T0" y="T1"/>
                  </a:cxn>
                  <a:cxn ang="T5">
                    <a:pos x="T2" y="T3"/>
                  </a:cxn>
                </a:cxnLst>
                <a:rect l="T6" t="T7" r="T8" b="T9"/>
                <a:pathLst>
                  <a:path w="540" h="3">
                    <a:moveTo>
                      <a:pt x="540" y="3"/>
                    </a:move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3933" name="Group 246">
                <a:extLst>
                  <a:ext uri="{FF2B5EF4-FFF2-40B4-BE49-F238E27FC236}">
                    <a16:creationId xmlns:a16="http://schemas.microsoft.com/office/drawing/2014/main" id="{B74D0F96-BB9E-4B20-A868-237B3112F16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" y="1594"/>
                <a:ext cx="196" cy="250"/>
                <a:chOff x="2959" y="2425"/>
                <a:chExt cx="197" cy="250"/>
              </a:xfrm>
            </p:grpSpPr>
            <p:sp>
              <p:nvSpPr>
                <p:cNvPr id="203955" name="Rectangle 247">
                  <a:extLst>
                    <a:ext uri="{FF2B5EF4-FFF2-40B4-BE49-F238E27FC236}">
                      <a16:creationId xmlns:a16="http://schemas.microsoft.com/office/drawing/2014/main" id="{BC89F1BB-1AC5-4356-B022-C22C46B9E2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56" name="Text Box 248">
                  <a:extLst>
                    <a:ext uri="{FF2B5EF4-FFF2-40B4-BE49-F238E27FC236}">
                      <a16:creationId xmlns:a16="http://schemas.microsoft.com/office/drawing/2014/main" id="{F66EFC98-7FB3-4DA9-85F4-DAADA8BAF85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9" y="2425"/>
                  <a:ext cx="197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x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203934" name="Group 249">
                <a:extLst>
                  <a:ext uri="{FF2B5EF4-FFF2-40B4-BE49-F238E27FC236}">
                    <a16:creationId xmlns:a16="http://schemas.microsoft.com/office/drawing/2014/main" id="{D67F0B71-BFF4-4F4B-AF1D-40A7A8A371E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28" y="1576"/>
                <a:ext cx="316" cy="288"/>
                <a:chOff x="1740" y="2272"/>
                <a:chExt cx="316" cy="288"/>
              </a:xfrm>
            </p:grpSpPr>
            <p:sp>
              <p:nvSpPr>
                <p:cNvPr id="203947" name="Oval 250">
                  <a:extLst>
                    <a:ext uri="{FF2B5EF4-FFF2-40B4-BE49-F238E27FC236}">
                      <a16:creationId xmlns:a16="http://schemas.microsoft.com/office/drawing/2014/main" id="{322F5189-E9A1-4E1A-87E2-D0D5640ADD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48" name="Line 251">
                  <a:extLst>
                    <a:ext uri="{FF2B5EF4-FFF2-40B4-BE49-F238E27FC236}">
                      <a16:creationId xmlns:a16="http://schemas.microsoft.com/office/drawing/2014/main" id="{41F2CAAB-4E61-4327-A2D7-349730AE21E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49" name="Line 252">
                  <a:extLst>
                    <a:ext uri="{FF2B5EF4-FFF2-40B4-BE49-F238E27FC236}">
                      <a16:creationId xmlns:a16="http://schemas.microsoft.com/office/drawing/2014/main" id="{B0FD667E-996C-4243-81BD-EFC474EE9E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50" name="Rectangle 253">
                  <a:extLst>
                    <a:ext uri="{FF2B5EF4-FFF2-40B4-BE49-F238E27FC236}">
                      <a16:creationId xmlns:a16="http://schemas.microsoft.com/office/drawing/2014/main" id="{C2BCEB3F-5F51-4E56-8FD0-B72BD552DC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51" name="Oval 254">
                  <a:extLst>
                    <a:ext uri="{FF2B5EF4-FFF2-40B4-BE49-F238E27FC236}">
                      <a16:creationId xmlns:a16="http://schemas.microsoft.com/office/drawing/2014/main" id="{A44DF5E3-FCE9-4B62-A874-1D23A8BCEBB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grpSp>
              <p:nvGrpSpPr>
                <p:cNvPr id="203952" name="Group 255">
                  <a:extLst>
                    <a:ext uri="{FF2B5EF4-FFF2-40B4-BE49-F238E27FC236}">
                      <a16:creationId xmlns:a16="http://schemas.microsoft.com/office/drawing/2014/main" id="{62A89B77-45B9-4735-8728-D22A310B3DB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95" y="2272"/>
                  <a:ext cx="212" cy="288"/>
                  <a:chOff x="2951" y="2395"/>
                  <a:chExt cx="213" cy="288"/>
                </a:xfrm>
              </p:grpSpPr>
              <p:sp>
                <p:nvSpPr>
                  <p:cNvPr id="203953" name="Rectangle 256">
                    <a:extLst>
                      <a:ext uri="{FF2B5EF4-FFF2-40B4-BE49-F238E27FC236}">
                        <a16:creationId xmlns:a16="http://schemas.microsoft.com/office/drawing/2014/main" id="{517C4263-3BAB-4A1B-B7DC-50684F90A76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4" cy="132"/>
                  </a:xfrm>
                  <a:prstGeom prst="rect">
                    <a:avLst/>
                  </a:prstGeom>
                  <a:solidFill>
                    <a:schemeClr val="hlink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203954" name="Text Box 257">
                    <a:extLst>
                      <a:ext uri="{FF2B5EF4-FFF2-40B4-BE49-F238E27FC236}">
                        <a16:creationId xmlns:a16="http://schemas.microsoft.com/office/drawing/2014/main" id="{A8B1C61B-176B-4F22-8B1C-EE391A6BBE1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1" y="2395"/>
                    <a:ext cx="213" cy="28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z</a:t>
                    </a:r>
                  </a:p>
                </p:txBody>
              </p:sp>
            </p:grpSp>
          </p:grpSp>
          <p:sp>
            <p:nvSpPr>
              <p:cNvPr id="203935" name="Text Box 258">
                <a:extLst>
                  <a:ext uri="{FF2B5EF4-FFF2-40B4-BE49-F238E27FC236}">
                    <a16:creationId xmlns:a16="http://schemas.microsoft.com/office/drawing/2014/main" id="{B1809DCA-B56E-4CE3-AF91-7EDBDB60B8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4" y="139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36" name="Text Box 259">
                <a:extLst>
                  <a:ext uri="{FF2B5EF4-FFF2-40B4-BE49-F238E27FC236}">
                    <a16:creationId xmlns:a16="http://schemas.microsoft.com/office/drawing/2014/main" id="{0CCDAB7E-85A8-48DC-A1A8-0A808338A10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96" y="1394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2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3937" name="Text Box 260">
                <a:extLst>
                  <a:ext uri="{FF2B5EF4-FFF2-40B4-BE49-F238E27FC236}">
                    <a16:creationId xmlns:a16="http://schemas.microsoft.com/office/drawing/2014/main" id="{EA112F95-C358-47AE-8290-FBE9A280783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1" y="1727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7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3938" name="Group 261">
                <a:extLst>
                  <a:ext uri="{FF2B5EF4-FFF2-40B4-BE49-F238E27FC236}">
                    <a16:creationId xmlns:a16="http://schemas.microsoft.com/office/drawing/2014/main" id="{A4A17183-4DBB-4BFB-92AB-51D01BF016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8" y="1282"/>
                <a:ext cx="316" cy="250"/>
                <a:chOff x="1740" y="2302"/>
                <a:chExt cx="316" cy="250"/>
              </a:xfrm>
            </p:grpSpPr>
            <p:sp>
              <p:nvSpPr>
                <p:cNvPr id="203939" name="Oval 262">
                  <a:extLst>
                    <a:ext uri="{FF2B5EF4-FFF2-40B4-BE49-F238E27FC236}">
                      <a16:creationId xmlns:a16="http://schemas.microsoft.com/office/drawing/2014/main" id="{93B6FAEF-EF7A-4CCB-88B1-B592E9C5AC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20"/>
                  <a:ext cx="313" cy="81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40" name="Line 263">
                  <a:extLst>
                    <a:ext uri="{FF2B5EF4-FFF2-40B4-BE49-F238E27FC236}">
                      <a16:creationId xmlns:a16="http://schemas.microsoft.com/office/drawing/2014/main" id="{79887587-CF1F-4FF5-9BD1-46562ABA1DB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43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41" name="Line 264">
                  <a:extLst>
                    <a:ext uri="{FF2B5EF4-FFF2-40B4-BE49-F238E27FC236}">
                      <a16:creationId xmlns:a16="http://schemas.microsoft.com/office/drawing/2014/main" id="{54236BAC-E700-43D6-A18E-282F64376C4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56" y="2413"/>
                  <a:ext cx="0" cy="5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42" name="Rectangle 265">
                  <a:extLst>
                    <a:ext uri="{FF2B5EF4-FFF2-40B4-BE49-F238E27FC236}">
                      <a16:creationId xmlns:a16="http://schemas.microsoft.com/office/drawing/2014/main" id="{9ABD1EEC-0712-4907-89ED-4139F2B6B2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3" y="2413"/>
                  <a:ext cx="310" cy="49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3943" name="Oval 266">
                  <a:extLst>
                    <a:ext uri="{FF2B5EF4-FFF2-40B4-BE49-F238E27FC236}">
                      <a16:creationId xmlns:a16="http://schemas.microsoft.com/office/drawing/2014/main" id="{9D2CDCCC-107C-4C30-8444-9839AEC527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40" y="2354"/>
                  <a:ext cx="313" cy="95"/>
                </a:xfrm>
                <a:prstGeom prst="ellipse">
                  <a:avLst/>
                </a:prstGeom>
                <a:solidFill>
                  <a:schemeClr val="hlink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grpSp>
              <p:nvGrpSpPr>
                <p:cNvPr id="203944" name="Group 267">
                  <a:extLst>
                    <a:ext uri="{FF2B5EF4-FFF2-40B4-BE49-F238E27FC236}">
                      <a16:creationId xmlns:a16="http://schemas.microsoft.com/office/drawing/2014/main" id="{B41D6239-FCA7-46F6-8640-23741B918A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03" y="2302"/>
                  <a:ext cx="196" cy="250"/>
                  <a:chOff x="2958" y="2425"/>
                  <a:chExt cx="198" cy="250"/>
                </a:xfrm>
              </p:grpSpPr>
              <p:sp>
                <p:nvSpPr>
                  <p:cNvPr id="203945" name="Rectangle 268">
                    <a:extLst>
                      <a:ext uri="{FF2B5EF4-FFF2-40B4-BE49-F238E27FC236}">
                        <a16:creationId xmlns:a16="http://schemas.microsoft.com/office/drawing/2014/main" id="{E0F4E120-A268-4506-B095-ECC8C39ECF0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982" y="2490"/>
                    <a:ext cx="142" cy="132"/>
                  </a:xfrm>
                  <a:prstGeom prst="rect">
                    <a:avLst/>
                  </a:prstGeom>
                  <a:solidFill>
                    <a:schemeClr val="hlink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203946" name="Text Box 269">
                    <a:extLst>
                      <a:ext uri="{FF2B5EF4-FFF2-40B4-BE49-F238E27FC236}">
                        <a16:creationId xmlns:a16="http://schemas.microsoft.com/office/drawing/2014/main" id="{8BDDAB71-B3E4-4A52-A899-07B5165DB57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58" y="2425"/>
                    <a:ext cx="198" cy="2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y</a:t>
                    </a:r>
                    <a:endParaRPr kumimoji="0" lang="en-US" altLang="zh-TW" sz="2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</p:grpSp>
      </p:grpSp>
      <p:sp>
        <p:nvSpPr>
          <p:cNvPr id="203908" name="Text Box 270">
            <a:extLst>
              <a:ext uri="{FF2B5EF4-FFF2-40B4-BE49-F238E27FC236}">
                <a16:creationId xmlns:a16="http://schemas.microsoft.com/office/drawing/2014/main" id="{82779FD7-3B9A-47D8-9C43-D678F19DA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525" y="1104900"/>
            <a:ext cx="9207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node x</a:t>
            </a:r>
          </a:p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table</a:t>
            </a:r>
          </a:p>
        </p:txBody>
      </p:sp>
      <p:sp>
        <p:nvSpPr>
          <p:cNvPr id="203909" name="Oval 271">
            <a:extLst>
              <a:ext uri="{FF2B5EF4-FFF2-40B4-BE49-F238E27FC236}">
                <a16:creationId xmlns:a16="http://schemas.microsoft.com/office/drawing/2014/main" id="{0FB1A3A8-921E-4BB7-8C1B-46A9B93DA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16764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10" name="Oval 272">
            <a:extLst>
              <a:ext uri="{FF2B5EF4-FFF2-40B4-BE49-F238E27FC236}">
                <a16:creationId xmlns:a16="http://schemas.microsoft.com/office/drawing/2014/main" id="{93B64151-5ED0-40BD-B4BA-70E0DC70BB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37338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11" name="Oval 273">
            <a:extLst>
              <a:ext uri="{FF2B5EF4-FFF2-40B4-BE49-F238E27FC236}">
                <a16:creationId xmlns:a16="http://schemas.microsoft.com/office/drawing/2014/main" id="{7E4C2EF7-43C5-43E7-8A23-B782EC545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59436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12" name="Oval 274">
            <a:extLst>
              <a:ext uri="{FF2B5EF4-FFF2-40B4-BE49-F238E27FC236}">
                <a16:creationId xmlns:a16="http://schemas.microsoft.com/office/drawing/2014/main" id="{108CE6BF-A36F-4117-8759-0172CB3183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7238" y="1676400"/>
            <a:ext cx="1066800" cy="381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13" name="Rectangle 275">
            <a:extLst>
              <a:ext uri="{FF2B5EF4-FFF2-40B4-BE49-F238E27FC236}">
                <a16:creationId xmlns:a16="http://schemas.microsoft.com/office/drawing/2014/main" id="{8DDED060-57C9-4CEF-A0CD-262480B9B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0675" y="187325"/>
            <a:ext cx="43180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D</a:t>
            </a:r>
            <a:r>
              <a:rPr kumimoji="0" lang="fr-FR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x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 = min{c(x,y) + D</a:t>
            </a:r>
            <a:r>
              <a:rPr kumimoji="0" lang="fr-FR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y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(y), c(x,z) + D</a:t>
            </a:r>
            <a:r>
              <a:rPr kumimoji="0" lang="fr-FR" altLang="zh-TW" sz="18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z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(y)} </a:t>
            </a:r>
            <a:b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</a:b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Times New Roman" panose="02020603050405020304" pitchFamily="18" charset="0"/>
              </a:rPr>
              <a:t>             = min{2+0 , 7+1} = 2</a:t>
            </a:r>
          </a:p>
        </p:txBody>
      </p:sp>
      <p:sp>
        <p:nvSpPr>
          <p:cNvPr id="203914" name="Line 276">
            <a:extLst>
              <a:ext uri="{FF2B5EF4-FFF2-40B4-BE49-F238E27FC236}">
                <a16:creationId xmlns:a16="http://schemas.microsoft.com/office/drawing/2014/main" id="{82AE9C9F-D4C4-49F9-AFCB-A3BA153CDC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60788" y="809625"/>
            <a:ext cx="809625" cy="966788"/>
          </a:xfrm>
          <a:prstGeom prst="line">
            <a:avLst/>
          </a:prstGeom>
          <a:noFill/>
          <a:ln w="12700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15" name="Rectangle 277">
            <a:extLst>
              <a:ext uri="{FF2B5EF4-FFF2-40B4-BE49-F238E27FC236}">
                <a16:creationId xmlns:a16="http://schemas.microsoft.com/office/drawing/2014/main" id="{C4CBB948-F291-4BAE-859F-2F06775B8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925" y="28575"/>
            <a:ext cx="2667000" cy="108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  <a:r>
              <a:rPr kumimoji="0" lang="fr-FR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 = 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min{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c(x,y) + </a:t>
            </a:r>
            <a:b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</a:b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D</a:t>
            </a:r>
            <a:r>
              <a:rPr kumimoji="0" lang="fr-FR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(z), c(x,z) + D</a:t>
            </a:r>
            <a:r>
              <a:rPr kumimoji="0" lang="fr-FR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  <a:r>
              <a:rPr kumimoji="0" lang="fr-FR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(z)</a:t>
            </a: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} </a:t>
            </a:r>
          </a:p>
          <a:p>
            <a:pPr marL="0" marR="0" lvl="0" indent="0" algn="just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= min{2+1 , 7+0} = 3</a:t>
            </a:r>
          </a:p>
        </p:txBody>
      </p:sp>
      <p:sp>
        <p:nvSpPr>
          <p:cNvPr id="203916" name="Line 278">
            <a:extLst>
              <a:ext uri="{FF2B5EF4-FFF2-40B4-BE49-F238E27FC236}">
                <a16:creationId xmlns:a16="http://schemas.microsoft.com/office/drawing/2014/main" id="{D29248B1-ECD8-46F1-B484-85E60B0AF2E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79888" y="482600"/>
            <a:ext cx="2586037" cy="133350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03917" name="Text Box 279">
            <a:extLst>
              <a:ext uri="{FF2B5EF4-FFF2-40B4-BE49-F238E27FC236}">
                <a16:creationId xmlns:a16="http://schemas.microsoft.com/office/drawing/2014/main" id="{D0DAC780-D1D5-4098-8F60-A5D5FCBF99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2713" y="167481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</a:t>
            </a:r>
          </a:p>
        </p:txBody>
      </p:sp>
      <p:sp>
        <p:nvSpPr>
          <p:cNvPr id="203918" name="Text Box 280">
            <a:extLst>
              <a:ext uri="{FF2B5EF4-FFF2-40B4-BE49-F238E27FC236}">
                <a16:creationId xmlns:a16="http://schemas.microsoft.com/office/drawing/2014/main" id="{EFF1DE51-1016-4239-907E-DE419EE00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9813" y="1679575"/>
            <a:ext cx="342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</a:t>
            </a:r>
          </a:p>
        </p:txBody>
      </p:sp>
      <p:sp>
        <p:nvSpPr>
          <p:cNvPr id="203919" name="Text Box 281">
            <a:extLst>
              <a:ext uri="{FF2B5EF4-FFF2-40B4-BE49-F238E27FC236}">
                <a16:creationId xmlns:a16="http://schemas.microsoft.com/office/drawing/2014/main" id="{9C2A9D00-EB9A-467D-93A0-C6A8DA264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100" y="2851150"/>
            <a:ext cx="9207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node y</a:t>
            </a:r>
          </a:p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table</a:t>
            </a:r>
          </a:p>
        </p:txBody>
      </p:sp>
      <p:sp>
        <p:nvSpPr>
          <p:cNvPr id="203920" name="Text Box 282">
            <a:extLst>
              <a:ext uri="{FF2B5EF4-FFF2-40B4-BE49-F238E27FC236}">
                <a16:creationId xmlns:a16="http://schemas.microsoft.com/office/drawing/2014/main" id="{50A17873-C943-4B63-B70E-7F6886E1ED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150" y="4699000"/>
            <a:ext cx="9080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node z</a:t>
            </a:r>
          </a:p>
          <a:p>
            <a:pPr marL="0" marR="0" lvl="0" indent="0" algn="r" defTabSz="914400" rtl="0" eaLnBrk="1" fontAlgn="base" latinLnBrk="0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table</a:t>
            </a:r>
          </a:p>
        </p:txBody>
      </p:sp>
      <p:sp>
        <p:nvSpPr>
          <p:cNvPr id="203921" name="Text Box 283">
            <a:extLst>
              <a:ext uri="{FF2B5EF4-FFF2-40B4-BE49-F238E27FC236}">
                <a16:creationId xmlns:a16="http://schemas.microsoft.com/office/drawing/2014/main" id="{05DEA9DA-C2A2-4C67-9CDD-39686834C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3125" y="1143000"/>
            <a:ext cx="7064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cost to</a:t>
            </a:r>
          </a:p>
        </p:txBody>
      </p:sp>
      <p:sp>
        <p:nvSpPr>
          <p:cNvPr id="203922" name="Text Box 284">
            <a:extLst>
              <a:ext uri="{FF2B5EF4-FFF2-40B4-BE49-F238E27FC236}">
                <a16:creationId xmlns:a16="http://schemas.microsoft.com/office/drawing/2014/main" id="{206FF155-E132-4E94-8340-757DFB0D335E}"/>
              </a:ext>
            </a:extLst>
          </p:cNvPr>
          <p:cNvSpPr txBox="1">
            <a:spLocks noChangeArrowheads="1"/>
          </p:cNvSpPr>
          <p:nvPr/>
        </p:nvSpPr>
        <p:spPr bwMode="auto">
          <a:xfrm rot="-5400000">
            <a:off x="561182" y="2067719"/>
            <a:ext cx="53816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from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Footer Placeholder 3">
            <a:extLst>
              <a:ext uri="{FF2B5EF4-FFF2-40B4-BE49-F238E27FC236}">
                <a16:creationId xmlns:a16="http://schemas.microsoft.com/office/drawing/2014/main" id="{E1976DAC-9167-47FB-8F2E-B2F62C12F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4803" name="Slide Number Placeholder 4">
            <a:extLst>
              <a:ext uri="{FF2B5EF4-FFF2-40B4-BE49-F238E27FC236}">
                <a16:creationId xmlns:a16="http://schemas.microsoft.com/office/drawing/2014/main" id="{641D9724-101B-425D-8654-3FC7D934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05D162D3-A1DC-4757-AC8F-9544F31C7653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204804" name="Picture 155" descr="underline_base">
            <a:extLst>
              <a:ext uri="{FF2B5EF4-FFF2-40B4-BE49-F238E27FC236}">
                <a16:creationId xmlns:a16="http://schemas.microsoft.com/office/drawing/2014/main" id="{46E077D0-E4D5-42F3-86F6-A515C43F94C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847725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05" name="Rectangle 2">
            <a:extLst>
              <a:ext uri="{FF2B5EF4-FFF2-40B4-BE49-F238E27FC236}">
                <a16:creationId xmlns:a16="http://schemas.microsoft.com/office/drawing/2014/main" id="{0A6CA17C-1D4E-44B4-A83E-CE58218967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52400"/>
            <a:ext cx="7772400" cy="1008063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Distance vector: link cost changes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4806" name="Rectangle 3">
            <a:extLst>
              <a:ext uri="{FF2B5EF4-FFF2-40B4-BE49-F238E27FC236}">
                <a16:creationId xmlns:a16="http://schemas.microsoft.com/office/drawing/2014/main" id="{D67E82E7-C18C-49CF-B20A-D18ACF0163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1400175"/>
            <a:ext cx="4867275" cy="2524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link cost changes: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node detects local link cost change 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updates routing info, recalculates </a:t>
            </a:r>
            <a:b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</a:b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distance vector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if DV changes, notify neighbors</a:t>
            </a: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204807" name="Text Box 4">
            <a:extLst>
              <a:ext uri="{FF2B5EF4-FFF2-40B4-BE49-F238E27FC236}">
                <a16:creationId xmlns:a16="http://schemas.microsoft.com/office/drawing/2014/main" id="{06D1A0A3-11B9-46B0-A20F-0E690D4C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325" y="3694113"/>
            <a:ext cx="1000125" cy="126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good</a:t>
            </a:r>
          </a:p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news </a:t>
            </a:r>
          </a:p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travels</a:t>
            </a:r>
          </a:p>
          <a:p>
            <a:pPr marL="0" marR="0" lvl="0" indent="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fast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Gill Sans MT" panose="020B0502020104020203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04808" name="Group 5">
            <a:extLst>
              <a:ext uri="{FF2B5EF4-FFF2-40B4-BE49-F238E27FC236}">
                <a16:creationId xmlns:a16="http://schemas.microsoft.com/office/drawing/2014/main" id="{7074F4FD-C13B-49D4-A7C7-C1F4CD0CAB0F}"/>
              </a:ext>
            </a:extLst>
          </p:cNvPr>
          <p:cNvGrpSpPr>
            <a:grpSpLocks/>
          </p:cNvGrpSpPr>
          <p:nvPr/>
        </p:nvGrpSpPr>
        <p:grpSpPr bwMode="auto">
          <a:xfrm>
            <a:off x="5838838" y="1609727"/>
            <a:ext cx="2184405" cy="1314451"/>
            <a:chOff x="3625" y="1076"/>
            <a:chExt cx="1376" cy="828"/>
          </a:xfrm>
        </p:grpSpPr>
        <p:sp>
          <p:nvSpPr>
            <p:cNvPr id="204812" name="Freeform 6">
              <a:extLst>
                <a:ext uri="{FF2B5EF4-FFF2-40B4-BE49-F238E27FC236}">
                  <a16:creationId xmlns:a16="http://schemas.microsoft.com/office/drawing/2014/main" id="{715F984A-09D5-4144-B0D9-E6872D7C1D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625" y="114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3" name="Freeform 7">
              <a:extLst>
                <a:ext uri="{FF2B5EF4-FFF2-40B4-BE49-F238E27FC236}">
                  <a16:creationId xmlns:a16="http://schemas.microsoft.com/office/drawing/2014/main" id="{B0380274-1C19-4414-9939-25DD482040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4" y="1404"/>
              <a:ext cx="222" cy="180"/>
            </a:xfrm>
            <a:custGeom>
              <a:avLst/>
              <a:gdLst>
                <a:gd name="T0" fmla="*/ 0 w 222"/>
                <a:gd name="T1" fmla="*/ 180 h 180"/>
                <a:gd name="T2" fmla="*/ 222 w 222"/>
                <a:gd name="T3" fmla="*/ 0 h 180"/>
                <a:gd name="T4" fmla="*/ 0 60000 65536"/>
                <a:gd name="T5" fmla="*/ 0 60000 65536"/>
                <a:gd name="T6" fmla="*/ 0 w 222"/>
                <a:gd name="T7" fmla="*/ 0 h 180"/>
                <a:gd name="T8" fmla="*/ 222 w 222"/>
                <a:gd name="T9" fmla="*/ 180 h 1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22" h="180">
                  <a:moveTo>
                    <a:pt x="0" y="180"/>
                  </a:moveTo>
                  <a:lnTo>
                    <a:pt x="22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4" name="Oval 8">
              <a:extLst>
                <a:ext uri="{FF2B5EF4-FFF2-40B4-BE49-F238E27FC236}">
                  <a16:creationId xmlns:a16="http://schemas.microsoft.com/office/drawing/2014/main" id="{B3D7784B-1574-4317-99E9-C433C29D4F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40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5" name="Line 9">
              <a:extLst>
                <a:ext uri="{FF2B5EF4-FFF2-40B4-BE49-F238E27FC236}">
                  <a16:creationId xmlns:a16="http://schemas.microsoft.com/office/drawing/2014/main" id="{6BF33F78-D4FB-49A3-BA8A-2EFF1CA519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4" y="1633"/>
              <a:ext cx="1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6" name="Line 10">
              <a:extLst>
                <a:ext uri="{FF2B5EF4-FFF2-40B4-BE49-F238E27FC236}">
                  <a16:creationId xmlns:a16="http://schemas.microsoft.com/office/drawing/2014/main" id="{754B1532-D549-4BE6-8BBD-EBF7F04145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7" y="1633"/>
              <a:ext cx="1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7" name="Rectangle 11">
              <a:extLst>
                <a:ext uri="{FF2B5EF4-FFF2-40B4-BE49-F238E27FC236}">
                  <a16:creationId xmlns:a16="http://schemas.microsoft.com/office/drawing/2014/main" id="{BD3A82AE-ED65-47AF-B9F3-A60A0F4958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33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8" name="Oval 12">
              <a:extLst>
                <a:ext uri="{FF2B5EF4-FFF2-40B4-BE49-F238E27FC236}">
                  <a16:creationId xmlns:a16="http://schemas.microsoft.com/office/drawing/2014/main" id="{084F5409-99F8-4981-9B9D-56CFE95ECC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1" y="1574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19" name="Freeform 13">
              <a:extLst>
                <a:ext uri="{FF2B5EF4-FFF2-40B4-BE49-F238E27FC236}">
                  <a16:creationId xmlns:a16="http://schemas.microsoft.com/office/drawing/2014/main" id="{0E4AC42F-6968-4BF0-A7E9-6C456F1C2338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9" y="1404"/>
              <a:ext cx="216" cy="189"/>
            </a:xfrm>
            <a:custGeom>
              <a:avLst/>
              <a:gdLst>
                <a:gd name="T0" fmla="*/ 0 w 216"/>
                <a:gd name="T1" fmla="*/ 0 h 189"/>
                <a:gd name="T2" fmla="*/ 216 w 216"/>
                <a:gd name="T3" fmla="*/ 189 h 189"/>
                <a:gd name="T4" fmla="*/ 0 60000 65536"/>
                <a:gd name="T5" fmla="*/ 0 60000 65536"/>
                <a:gd name="T6" fmla="*/ 0 w 216"/>
                <a:gd name="T7" fmla="*/ 0 h 189"/>
                <a:gd name="T8" fmla="*/ 216 w 216"/>
                <a:gd name="T9" fmla="*/ 189 h 189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16" h="189">
                  <a:moveTo>
                    <a:pt x="0" y="0"/>
                  </a:moveTo>
                  <a:lnTo>
                    <a:pt x="216" y="189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20" name="Freeform 14">
              <a:extLst>
                <a:ext uri="{FF2B5EF4-FFF2-40B4-BE49-F238E27FC236}">
                  <a16:creationId xmlns:a16="http://schemas.microsoft.com/office/drawing/2014/main" id="{B1101C91-9F59-42FF-860C-01BFEFD7D4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1" y="1668"/>
              <a:ext cx="540" cy="3"/>
            </a:xfrm>
            <a:custGeom>
              <a:avLst/>
              <a:gdLst>
                <a:gd name="T0" fmla="*/ 540 w 540"/>
                <a:gd name="T1" fmla="*/ 3 h 3"/>
                <a:gd name="T2" fmla="*/ 0 w 540"/>
                <a:gd name="T3" fmla="*/ 0 h 3"/>
                <a:gd name="T4" fmla="*/ 0 60000 65536"/>
                <a:gd name="T5" fmla="*/ 0 60000 65536"/>
                <a:gd name="T6" fmla="*/ 0 w 540"/>
                <a:gd name="T7" fmla="*/ 0 h 3"/>
                <a:gd name="T8" fmla="*/ 540 w 540"/>
                <a:gd name="T9" fmla="*/ 3 h 3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540" h="3">
                  <a:moveTo>
                    <a:pt x="540" y="3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04821" name="Group 15">
              <a:extLst>
                <a:ext uri="{FF2B5EF4-FFF2-40B4-BE49-F238E27FC236}">
                  <a16:creationId xmlns:a16="http://schemas.microsoft.com/office/drawing/2014/main" id="{F0112AFC-F984-401F-BBEF-BCEF763D78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0" y="1526"/>
              <a:ext cx="210" cy="250"/>
              <a:chOff x="2951" y="2429"/>
              <a:chExt cx="213" cy="250"/>
            </a:xfrm>
          </p:grpSpPr>
          <p:sp>
            <p:nvSpPr>
              <p:cNvPr id="204845" name="Rectangle 16">
                <a:extLst>
                  <a:ext uri="{FF2B5EF4-FFF2-40B4-BE49-F238E27FC236}">
                    <a16:creationId xmlns:a16="http://schemas.microsoft.com/office/drawing/2014/main" id="{9E28773A-3D0C-4C87-942F-3EC48BCDA2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46" name="Text Box 17">
                <a:extLst>
                  <a:ext uri="{FF2B5EF4-FFF2-40B4-BE49-F238E27FC236}">
                    <a16:creationId xmlns:a16="http://schemas.microsoft.com/office/drawing/2014/main" id="{6159437B-2AE4-4CC5-A8B2-E0025BCDA1D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429"/>
                <a:ext cx="21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mic Sans MS" panose="030F0702030302020204" pitchFamily="66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204822" name="Group 18">
              <a:extLst>
                <a:ext uri="{FF2B5EF4-FFF2-40B4-BE49-F238E27FC236}">
                  <a16:creationId xmlns:a16="http://schemas.microsoft.com/office/drawing/2014/main" id="{A8C5C787-83D6-4FC0-9C09-5513F2D812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6" y="1538"/>
              <a:ext cx="316" cy="250"/>
              <a:chOff x="1740" y="2306"/>
              <a:chExt cx="316" cy="250"/>
            </a:xfrm>
          </p:grpSpPr>
          <p:sp>
            <p:nvSpPr>
              <p:cNvPr id="204837" name="Oval 19">
                <a:extLst>
                  <a:ext uri="{FF2B5EF4-FFF2-40B4-BE49-F238E27FC236}">
                    <a16:creationId xmlns:a16="http://schemas.microsoft.com/office/drawing/2014/main" id="{5632C60F-F9C8-43A7-A867-DA1AA4FE94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38" name="Line 20">
                <a:extLst>
                  <a:ext uri="{FF2B5EF4-FFF2-40B4-BE49-F238E27FC236}">
                    <a16:creationId xmlns:a16="http://schemas.microsoft.com/office/drawing/2014/main" id="{D8A1C820-A685-42D2-99F0-969EA1D311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39" name="Line 21">
                <a:extLst>
                  <a:ext uri="{FF2B5EF4-FFF2-40B4-BE49-F238E27FC236}">
                    <a16:creationId xmlns:a16="http://schemas.microsoft.com/office/drawing/2014/main" id="{24D18E7B-2A88-4316-BD92-8562D5666F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40" name="Rectangle 22">
                <a:extLst>
                  <a:ext uri="{FF2B5EF4-FFF2-40B4-BE49-F238E27FC236}">
                    <a16:creationId xmlns:a16="http://schemas.microsoft.com/office/drawing/2014/main" id="{6AF85C76-87DA-4285-904F-B570B9379C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41" name="Oval 23">
                <a:extLst>
                  <a:ext uri="{FF2B5EF4-FFF2-40B4-BE49-F238E27FC236}">
                    <a16:creationId xmlns:a16="http://schemas.microsoft.com/office/drawing/2014/main" id="{613A2DF7-17FB-4460-9B2F-BA2A0ECCD0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4842" name="Group 24">
                <a:extLst>
                  <a:ext uri="{FF2B5EF4-FFF2-40B4-BE49-F238E27FC236}">
                    <a16:creationId xmlns:a16="http://schemas.microsoft.com/office/drawing/2014/main" id="{56462CAC-E0AC-4F82-95C4-750EDD4EF8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0" y="2306"/>
                <a:ext cx="202" cy="250"/>
                <a:chOff x="2955" y="2429"/>
                <a:chExt cx="205" cy="250"/>
              </a:xfrm>
            </p:grpSpPr>
            <p:sp>
              <p:nvSpPr>
                <p:cNvPr id="204843" name="Rectangle 25">
                  <a:extLst>
                    <a:ext uri="{FF2B5EF4-FFF2-40B4-BE49-F238E27FC236}">
                      <a16:creationId xmlns:a16="http://schemas.microsoft.com/office/drawing/2014/main" id="{0A33A42C-1D4F-4C0E-9397-2BC711FFBE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4844" name="Text Box 26">
                  <a:extLst>
                    <a:ext uri="{FF2B5EF4-FFF2-40B4-BE49-F238E27FC236}">
                      <a16:creationId xmlns:a16="http://schemas.microsoft.com/office/drawing/2014/main" id="{FA56DB5C-3B00-405D-8AF0-67CAEE0630D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5" y="2429"/>
                  <a:ext cx="20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panose="030F0702030302020204" pitchFamily="66" charset="0"/>
                      <a:ea typeface="ＭＳ Ｐゴシック" panose="020B0600070205080204" pitchFamily="34" charset="-128"/>
                      <a:cs typeface="+mn-cs"/>
                    </a:rPr>
                    <a:t>z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204823" name="Text Box 27">
              <a:extLst>
                <a:ext uri="{FF2B5EF4-FFF2-40B4-BE49-F238E27FC236}">
                  <a16:creationId xmlns:a16="http://schemas.microsoft.com/office/drawing/2014/main" id="{8019A626-EB8E-45B4-8B2D-B759A76873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9" y="1328"/>
              <a:ext cx="18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24" name="Text Box 28">
              <a:extLst>
                <a:ext uri="{FF2B5EF4-FFF2-40B4-BE49-F238E27FC236}">
                  <a16:creationId xmlns:a16="http://schemas.microsoft.com/office/drawing/2014/main" id="{42239DD3-ECE4-42AC-BDE0-92A82AB7E6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0" y="1325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4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25" name="Text Box 29">
              <a:extLst>
                <a:ext uri="{FF2B5EF4-FFF2-40B4-BE49-F238E27FC236}">
                  <a16:creationId xmlns:a16="http://schemas.microsoft.com/office/drawing/2014/main" id="{354EC0B5-4D4A-4245-89DC-85402026CF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1" y="1658"/>
              <a:ext cx="2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50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04826" name="Group 30">
              <a:extLst>
                <a:ext uri="{FF2B5EF4-FFF2-40B4-BE49-F238E27FC236}">
                  <a16:creationId xmlns:a16="http://schemas.microsoft.com/office/drawing/2014/main" id="{25875E5C-252B-48E6-B54F-4A213F572E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46" y="1214"/>
              <a:ext cx="316" cy="250"/>
              <a:chOff x="1740" y="2306"/>
              <a:chExt cx="316" cy="250"/>
            </a:xfrm>
          </p:grpSpPr>
          <p:sp>
            <p:nvSpPr>
              <p:cNvPr id="204829" name="Oval 31">
                <a:extLst>
                  <a:ext uri="{FF2B5EF4-FFF2-40B4-BE49-F238E27FC236}">
                    <a16:creationId xmlns:a16="http://schemas.microsoft.com/office/drawing/2014/main" id="{49AA3610-F3F5-4EF1-B3E3-0C7FAD76F0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30" name="Line 32">
                <a:extLst>
                  <a:ext uri="{FF2B5EF4-FFF2-40B4-BE49-F238E27FC236}">
                    <a16:creationId xmlns:a16="http://schemas.microsoft.com/office/drawing/2014/main" id="{73CCD9AD-C939-492C-96B0-11E701BD96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31" name="Line 33">
                <a:extLst>
                  <a:ext uri="{FF2B5EF4-FFF2-40B4-BE49-F238E27FC236}">
                    <a16:creationId xmlns:a16="http://schemas.microsoft.com/office/drawing/2014/main" id="{38855BDD-9163-4013-BE44-53660B7D0B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32" name="Rectangle 34">
                <a:extLst>
                  <a:ext uri="{FF2B5EF4-FFF2-40B4-BE49-F238E27FC236}">
                    <a16:creationId xmlns:a16="http://schemas.microsoft.com/office/drawing/2014/main" id="{D761E471-A9FB-4742-83EA-78701DF2B5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4833" name="Oval 35">
                <a:extLst>
                  <a:ext uri="{FF2B5EF4-FFF2-40B4-BE49-F238E27FC236}">
                    <a16:creationId xmlns:a16="http://schemas.microsoft.com/office/drawing/2014/main" id="{0B5920DB-C5DA-417E-8E91-95529FC868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4834" name="Group 36">
                <a:extLst>
                  <a:ext uri="{FF2B5EF4-FFF2-40B4-BE49-F238E27FC236}">
                    <a16:creationId xmlns:a16="http://schemas.microsoft.com/office/drawing/2014/main" id="{7B076F28-E2E3-4DAD-975D-C78740F9FE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2" y="2306"/>
                <a:ext cx="199" cy="250"/>
                <a:chOff x="2957" y="2429"/>
                <a:chExt cx="202" cy="250"/>
              </a:xfrm>
            </p:grpSpPr>
            <p:sp>
              <p:nvSpPr>
                <p:cNvPr id="204835" name="Rectangle 37">
                  <a:extLst>
                    <a:ext uri="{FF2B5EF4-FFF2-40B4-BE49-F238E27FC236}">
                      <a16:creationId xmlns:a16="http://schemas.microsoft.com/office/drawing/2014/main" id="{B3DD6AE1-04CF-4F73-BFE3-C252E49C5B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4836" name="Text Box 38">
                  <a:extLst>
                    <a:ext uri="{FF2B5EF4-FFF2-40B4-BE49-F238E27FC236}">
                      <a16:creationId xmlns:a16="http://schemas.microsoft.com/office/drawing/2014/main" id="{7F71C55C-A2A8-40F8-A5FA-E3F716ADF06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7" y="2429"/>
                  <a:ext cx="202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panose="030F0702030302020204" pitchFamily="66" charset="0"/>
                      <a:ea typeface="ＭＳ Ｐゴシック" panose="020B0600070205080204" pitchFamily="34" charset="-128"/>
                      <a:cs typeface="+mn-cs"/>
                    </a:rPr>
                    <a:t>y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204827" name="Text Box 39">
              <a:extLst>
                <a:ext uri="{FF2B5EF4-FFF2-40B4-BE49-F238E27FC236}">
                  <a16:creationId xmlns:a16="http://schemas.microsoft.com/office/drawing/2014/main" id="{7C831A6A-D844-49E6-9B89-BEC0F5E1CD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9" y="1076"/>
              <a:ext cx="18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4828" name="Line 40">
              <a:extLst>
                <a:ext uri="{FF2B5EF4-FFF2-40B4-BE49-F238E27FC236}">
                  <a16:creationId xmlns:a16="http://schemas.microsoft.com/office/drawing/2014/main" id="{47D7394E-688D-4E97-9932-E8F8E9C508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48" y="1272"/>
              <a:ext cx="132" cy="22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730153" name="Rectangle 41">
            <a:extLst>
              <a:ext uri="{FF2B5EF4-FFF2-40B4-BE49-F238E27FC236}">
                <a16:creationId xmlns:a16="http://schemas.microsoft.com/office/drawing/2014/main" id="{E9DFF677-D2D4-4AD1-B674-430CD73DC8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8625" y="3633788"/>
            <a:ext cx="6691313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>
                <a:tab pos="228600" algn="l"/>
                <a:tab pos="457200" algn="l"/>
              </a:tabLst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tabLst>
                <a:tab pos="228600" algn="l"/>
                <a:tab pos="457200" algn="l"/>
              </a:tabLst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28600" algn="l"/>
                <a:tab pos="457200" algn="l"/>
              </a:tabLst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</a:t>
            </a:r>
            <a:r>
              <a:rPr kumimoji="0" lang="en-US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: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detects link-cost change, updates its DV, informs its neighbors.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28600" algn="l"/>
                <a:tab pos="457200" algn="l"/>
              </a:tabLst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30154" name="Rectangle 42">
            <a:extLst>
              <a:ext uri="{FF2B5EF4-FFF2-40B4-BE49-F238E27FC236}">
                <a16:creationId xmlns:a16="http://schemas.microsoft.com/office/drawing/2014/main" id="{3CDF3899-E5BC-4E2A-9641-415E4AF1B9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1325" y="4327525"/>
            <a:ext cx="65039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>
                <a:tab pos="228600" algn="l"/>
                <a:tab pos="457200" algn="l"/>
              </a:tabLst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tabLst>
                <a:tab pos="228600" algn="l"/>
                <a:tab pos="457200" algn="l"/>
              </a:tabLst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28600" algn="l"/>
                <a:tab pos="457200" algn="l"/>
              </a:tabLst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</a:t>
            </a:r>
            <a:r>
              <a:rPr kumimoji="0" lang="en-US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: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receives update from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, updates its table, computes new least cost to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x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, sends its neighbors its DV.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28600" algn="l"/>
                <a:tab pos="457200" algn="l"/>
              </a:tabLst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30155" name="Rectangle 43">
            <a:extLst>
              <a:ext uri="{FF2B5EF4-FFF2-40B4-BE49-F238E27FC236}">
                <a16:creationId xmlns:a16="http://schemas.microsoft.com/office/drawing/2014/main" id="{75EDDE16-3064-47EB-8BB4-A709551C3D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3550" y="5151438"/>
            <a:ext cx="7158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>
                <a:tab pos="228600" algn="l"/>
                <a:tab pos="457200" algn="l"/>
              </a:tabLst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tabLst>
                <a:tab pos="228600" algn="l"/>
                <a:tab pos="457200" algn="l"/>
              </a:tabLst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228600" algn="l"/>
                <a:tab pos="457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28600" algn="l"/>
                <a:tab pos="457200" algn="l"/>
              </a:tabLst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</a:t>
            </a:r>
            <a:r>
              <a:rPr kumimoji="0" lang="en-US" altLang="zh-TW" sz="1800" b="0" i="1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: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receives </a:t>
            </a: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 update, updates its distance table.  </a:t>
            </a:r>
            <a:r>
              <a:rPr kumimoji="0" lang="en-US" altLang="ja-JP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’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 least costs do </a:t>
            </a:r>
            <a:r>
              <a:rPr kumimoji="0" lang="en-US" altLang="ja-JP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not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change, so </a:t>
            </a:r>
            <a:r>
              <a:rPr kumimoji="0" lang="en-US" altLang="ja-JP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does </a:t>
            </a:r>
            <a:r>
              <a:rPr kumimoji="0" lang="en-US" altLang="ja-JP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not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send a message to </a:t>
            </a:r>
            <a:r>
              <a:rPr kumimoji="0" lang="en-US" altLang="ja-JP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z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28600" algn="l"/>
                <a:tab pos="457200" algn="l"/>
              </a:tabLst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0153" grpId="0"/>
      <p:bldP spid="730154" grpId="0"/>
      <p:bldP spid="73015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Footer Placeholder 3">
            <a:extLst>
              <a:ext uri="{FF2B5EF4-FFF2-40B4-BE49-F238E27FC236}">
                <a16:creationId xmlns:a16="http://schemas.microsoft.com/office/drawing/2014/main" id="{F9A4E9E0-81FD-4495-B64C-07D03BCB6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5827" name="Slide Number Placeholder 4">
            <a:extLst>
              <a:ext uri="{FF2B5EF4-FFF2-40B4-BE49-F238E27FC236}">
                <a16:creationId xmlns:a16="http://schemas.microsoft.com/office/drawing/2014/main" id="{D6A9F4EA-4BA3-40AC-A537-70BFEF0F4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07C4638C-FBA8-47CE-8074-8FFD7878C78F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205828" name="Picture 2" descr="underline_base">
            <a:extLst>
              <a:ext uri="{FF2B5EF4-FFF2-40B4-BE49-F238E27FC236}">
                <a16:creationId xmlns:a16="http://schemas.microsoft.com/office/drawing/2014/main" id="{1CDF123E-D572-4DC2-8B41-031F1F2330C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847725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829" name="Rectangle 3">
            <a:extLst>
              <a:ext uri="{FF2B5EF4-FFF2-40B4-BE49-F238E27FC236}">
                <a16:creationId xmlns:a16="http://schemas.microsoft.com/office/drawing/2014/main" id="{364D33FF-F7F4-4518-897A-FE77BD115F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52400"/>
            <a:ext cx="7772400" cy="1008063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Distance vector: link cost changes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5830" name="Rectangle 4">
            <a:extLst>
              <a:ext uri="{FF2B5EF4-FFF2-40B4-BE49-F238E27FC236}">
                <a16:creationId xmlns:a16="http://schemas.microsoft.com/office/drawing/2014/main" id="{B2215C9C-99D5-4A9E-B2D5-7C0194F65A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1400175"/>
            <a:ext cx="4867275" cy="2524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link cost changes: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node detects local link cost change 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bad news travels slow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- 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count to infinity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problem!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44 iterations before algorithm stabilizes: see text</a:t>
            </a:r>
          </a:p>
        </p:txBody>
      </p:sp>
      <p:grpSp>
        <p:nvGrpSpPr>
          <p:cNvPr id="205831" name="Group 6">
            <a:extLst>
              <a:ext uri="{FF2B5EF4-FFF2-40B4-BE49-F238E27FC236}">
                <a16:creationId xmlns:a16="http://schemas.microsoft.com/office/drawing/2014/main" id="{90F8E7C0-3F74-4E2D-B9DD-5D0747CF6601}"/>
              </a:ext>
            </a:extLst>
          </p:cNvPr>
          <p:cNvGrpSpPr>
            <a:grpSpLocks/>
          </p:cNvGrpSpPr>
          <p:nvPr/>
        </p:nvGrpSpPr>
        <p:grpSpPr bwMode="auto">
          <a:xfrm>
            <a:off x="5838825" y="1609725"/>
            <a:ext cx="2184400" cy="1314450"/>
            <a:chOff x="3625" y="1076"/>
            <a:chExt cx="1376" cy="828"/>
          </a:xfrm>
        </p:grpSpPr>
        <p:sp>
          <p:nvSpPr>
            <p:cNvPr id="205833" name="Freeform 7">
              <a:extLst>
                <a:ext uri="{FF2B5EF4-FFF2-40B4-BE49-F238E27FC236}">
                  <a16:creationId xmlns:a16="http://schemas.microsoft.com/office/drawing/2014/main" id="{A46E14E9-1519-4EDD-9FA9-69953DA14641}"/>
                </a:ext>
              </a:extLst>
            </p:cNvPr>
            <p:cNvSpPr>
              <a:spLocks/>
            </p:cNvSpPr>
            <p:nvPr/>
          </p:nvSpPr>
          <p:spPr bwMode="auto">
            <a:xfrm>
              <a:off x="3625" y="1140"/>
              <a:ext cx="1376" cy="764"/>
            </a:xfrm>
            <a:custGeom>
              <a:avLst/>
              <a:gdLst>
                <a:gd name="T0" fmla="*/ 113 w 1376"/>
                <a:gd name="T1" fmla="*/ 348 h 764"/>
                <a:gd name="T2" fmla="*/ 395 w 1376"/>
                <a:gd name="T3" fmla="*/ 162 h 764"/>
                <a:gd name="T4" fmla="*/ 710 w 1376"/>
                <a:gd name="T5" fmla="*/ 9 h 764"/>
                <a:gd name="T6" fmla="*/ 1160 w 1376"/>
                <a:gd name="T7" fmla="*/ 219 h 764"/>
                <a:gd name="T8" fmla="*/ 1367 w 1376"/>
                <a:gd name="T9" fmla="*/ 510 h 764"/>
                <a:gd name="T10" fmla="*/ 1103 w 1376"/>
                <a:gd name="T11" fmla="*/ 726 h 764"/>
                <a:gd name="T12" fmla="*/ 578 w 1376"/>
                <a:gd name="T13" fmla="*/ 738 h 764"/>
                <a:gd name="T14" fmla="*/ 77 w 1376"/>
                <a:gd name="T15" fmla="*/ 630 h 764"/>
                <a:gd name="T16" fmla="*/ 113 w 1376"/>
                <a:gd name="T17" fmla="*/ 348 h 764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376"/>
                <a:gd name="T28" fmla="*/ 0 h 764"/>
                <a:gd name="T29" fmla="*/ 1376 w 1376"/>
                <a:gd name="T30" fmla="*/ 764 h 764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376" h="764">
                  <a:moveTo>
                    <a:pt x="113" y="348"/>
                  </a:moveTo>
                  <a:cubicBezTo>
                    <a:pt x="166" y="270"/>
                    <a:pt x="296" y="218"/>
                    <a:pt x="395" y="162"/>
                  </a:cubicBezTo>
                  <a:cubicBezTo>
                    <a:pt x="494" y="106"/>
                    <a:pt x="583" y="0"/>
                    <a:pt x="710" y="9"/>
                  </a:cubicBezTo>
                  <a:cubicBezTo>
                    <a:pt x="837" y="18"/>
                    <a:pt x="1051" y="136"/>
                    <a:pt x="1160" y="219"/>
                  </a:cubicBezTo>
                  <a:cubicBezTo>
                    <a:pt x="1269" y="302"/>
                    <a:pt x="1376" y="426"/>
                    <a:pt x="1367" y="510"/>
                  </a:cubicBezTo>
                  <a:cubicBezTo>
                    <a:pt x="1358" y="594"/>
                    <a:pt x="1234" y="688"/>
                    <a:pt x="1103" y="726"/>
                  </a:cubicBezTo>
                  <a:cubicBezTo>
                    <a:pt x="972" y="764"/>
                    <a:pt x="749" y="754"/>
                    <a:pt x="578" y="738"/>
                  </a:cubicBezTo>
                  <a:cubicBezTo>
                    <a:pt x="407" y="722"/>
                    <a:pt x="154" y="695"/>
                    <a:pt x="77" y="630"/>
                  </a:cubicBezTo>
                  <a:cubicBezTo>
                    <a:pt x="0" y="565"/>
                    <a:pt x="60" y="426"/>
                    <a:pt x="113" y="348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34" name="Freeform 8">
              <a:extLst>
                <a:ext uri="{FF2B5EF4-FFF2-40B4-BE49-F238E27FC236}">
                  <a16:creationId xmlns:a16="http://schemas.microsoft.com/office/drawing/2014/main" id="{28841CAE-6B86-4AB5-8178-68A7A19D2FC3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4" y="1404"/>
              <a:ext cx="222" cy="180"/>
            </a:xfrm>
            <a:custGeom>
              <a:avLst/>
              <a:gdLst>
                <a:gd name="T0" fmla="*/ 0 w 222"/>
                <a:gd name="T1" fmla="*/ 180 h 180"/>
                <a:gd name="T2" fmla="*/ 222 w 222"/>
                <a:gd name="T3" fmla="*/ 0 h 180"/>
                <a:gd name="T4" fmla="*/ 0 60000 65536"/>
                <a:gd name="T5" fmla="*/ 0 60000 65536"/>
                <a:gd name="T6" fmla="*/ 0 w 222"/>
                <a:gd name="T7" fmla="*/ 0 h 180"/>
                <a:gd name="T8" fmla="*/ 222 w 222"/>
                <a:gd name="T9" fmla="*/ 180 h 1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22" h="180">
                  <a:moveTo>
                    <a:pt x="0" y="180"/>
                  </a:moveTo>
                  <a:lnTo>
                    <a:pt x="222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35" name="Oval 9">
              <a:extLst>
                <a:ext uri="{FF2B5EF4-FFF2-40B4-BE49-F238E27FC236}">
                  <a16:creationId xmlns:a16="http://schemas.microsoft.com/office/drawing/2014/main" id="{7CAD95A8-9B7E-4B2A-9E68-2FB0906431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40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36" name="Line 10">
              <a:extLst>
                <a:ext uri="{FF2B5EF4-FFF2-40B4-BE49-F238E27FC236}">
                  <a16:creationId xmlns:a16="http://schemas.microsoft.com/office/drawing/2014/main" id="{A50B5271-C959-451B-9EB4-88209B543D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24" y="1633"/>
              <a:ext cx="1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37" name="Line 11">
              <a:extLst>
                <a:ext uri="{FF2B5EF4-FFF2-40B4-BE49-F238E27FC236}">
                  <a16:creationId xmlns:a16="http://schemas.microsoft.com/office/drawing/2014/main" id="{F1076C8C-AAD0-4BC5-8078-095C00A183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7" y="1633"/>
              <a:ext cx="1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38" name="Rectangle 12">
              <a:extLst>
                <a:ext uri="{FF2B5EF4-FFF2-40B4-BE49-F238E27FC236}">
                  <a16:creationId xmlns:a16="http://schemas.microsoft.com/office/drawing/2014/main" id="{EBE711F6-E58E-436E-9B75-B275EF0F43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4" y="1633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39" name="Oval 13">
              <a:extLst>
                <a:ext uri="{FF2B5EF4-FFF2-40B4-BE49-F238E27FC236}">
                  <a16:creationId xmlns:a16="http://schemas.microsoft.com/office/drawing/2014/main" id="{98504301-DCF3-476E-AD03-C613E848B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1" y="1574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40" name="Freeform 14">
              <a:extLst>
                <a:ext uri="{FF2B5EF4-FFF2-40B4-BE49-F238E27FC236}">
                  <a16:creationId xmlns:a16="http://schemas.microsoft.com/office/drawing/2014/main" id="{9C505D82-40F8-4326-B3CA-69903A7225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389" y="1404"/>
              <a:ext cx="216" cy="189"/>
            </a:xfrm>
            <a:custGeom>
              <a:avLst/>
              <a:gdLst>
                <a:gd name="T0" fmla="*/ 0 w 216"/>
                <a:gd name="T1" fmla="*/ 0 h 189"/>
                <a:gd name="T2" fmla="*/ 216 w 216"/>
                <a:gd name="T3" fmla="*/ 189 h 189"/>
                <a:gd name="T4" fmla="*/ 0 60000 65536"/>
                <a:gd name="T5" fmla="*/ 0 60000 65536"/>
                <a:gd name="T6" fmla="*/ 0 w 216"/>
                <a:gd name="T7" fmla="*/ 0 h 189"/>
                <a:gd name="T8" fmla="*/ 216 w 216"/>
                <a:gd name="T9" fmla="*/ 189 h 189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16" h="189">
                  <a:moveTo>
                    <a:pt x="0" y="0"/>
                  </a:moveTo>
                  <a:lnTo>
                    <a:pt x="216" y="189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41" name="Freeform 15">
              <a:extLst>
                <a:ext uri="{FF2B5EF4-FFF2-40B4-BE49-F238E27FC236}">
                  <a16:creationId xmlns:a16="http://schemas.microsoft.com/office/drawing/2014/main" id="{770902B7-4EA9-4923-AD2A-D0E3F4D95E29}"/>
                </a:ext>
              </a:extLst>
            </p:cNvPr>
            <p:cNvSpPr>
              <a:spLocks/>
            </p:cNvSpPr>
            <p:nvPr/>
          </p:nvSpPr>
          <p:spPr bwMode="auto">
            <a:xfrm>
              <a:off x="4041" y="1668"/>
              <a:ext cx="540" cy="3"/>
            </a:xfrm>
            <a:custGeom>
              <a:avLst/>
              <a:gdLst>
                <a:gd name="T0" fmla="*/ 540 w 540"/>
                <a:gd name="T1" fmla="*/ 3 h 3"/>
                <a:gd name="T2" fmla="*/ 0 w 540"/>
                <a:gd name="T3" fmla="*/ 0 h 3"/>
                <a:gd name="T4" fmla="*/ 0 60000 65536"/>
                <a:gd name="T5" fmla="*/ 0 60000 65536"/>
                <a:gd name="T6" fmla="*/ 0 w 540"/>
                <a:gd name="T7" fmla="*/ 0 h 3"/>
                <a:gd name="T8" fmla="*/ 540 w 540"/>
                <a:gd name="T9" fmla="*/ 3 h 3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540" h="3">
                  <a:moveTo>
                    <a:pt x="540" y="3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05842" name="Group 16">
              <a:extLst>
                <a:ext uri="{FF2B5EF4-FFF2-40B4-BE49-F238E27FC236}">
                  <a16:creationId xmlns:a16="http://schemas.microsoft.com/office/drawing/2014/main" id="{61D330DB-CCF0-43C6-A47D-CA8BCD32CB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0" y="1526"/>
              <a:ext cx="210" cy="250"/>
              <a:chOff x="2951" y="2429"/>
              <a:chExt cx="213" cy="250"/>
            </a:xfrm>
          </p:grpSpPr>
          <p:sp>
            <p:nvSpPr>
              <p:cNvPr id="205866" name="Rectangle 17">
                <a:extLst>
                  <a:ext uri="{FF2B5EF4-FFF2-40B4-BE49-F238E27FC236}">
                    <a16:creationId xmlns:a16="http://schemas.microsoft.com/office/drawing/2014/main" id="{411E5257-66A8-4ABF-AFEF-B47D3A7DC1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67" name="Text Box 18">
                <a:extLst>
                  <a:ext uri="{FF2B5EF4-FFF2-40B4-BE49-F238E27FC236}">
                    <a16:creationId xmlns:a16="http://schemas.microsoft.com/office/drawing/2014/main" id="{B6F2A497-E6F7-4E97-82AB-E251D2B9F9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429"/>
                <a:ext cx="21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mic Sans MS" panose="030F0702030302020204" pitchFamily="66" charset="0"/>
                    <a:ea typeface="ＭＳ Ｐゴシック" panose="020B0600070205080204" pitchFamily="34" charset="-128"/>
                    <a:cs typeface="+mn-cs"/>
                  </a:rPr>
                  <a:t>x</a:t>
                </a:r>
                <a:endParaRPr kumimoji="0" lang="en-US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205843" name="Group 19">
              <a:extLst>
                <a:ext uri="{FF2B5EF4-FFF2-40B4-BE49-F238E27FC236}">
                  <a16:creationId xmlns:a16="http://schemas.microsoft.com/office/drawing/2014/main" id="{662A9255-78B6-4DF7-A5CD-32FE62ED5D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6" y="1538"/>
              <a:ext cx="316" cy="250"/>
              <a:chOff x="1740" y="2306"/>
              <a:chExt cx="316" cy="250"/>
            </a:xfrm>
          </p:grpSpPr>
          <p:sp>
            <p:nvSpPr>
              <p:cNvPr id="205858" name="Oval 20">
                <a:extLst>
                  <a:ext uri="{FF2B5EF4-FFF2-40B4-BE49-F238E27FC236}">
                    <a16:creationId xmlns:a16="http://schemas.microsoft.com/office/drawing/2014/main" id="{727D926A-37E1-4A37-B5E3-BA8C61F1E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59" name="Line 21">
                <a:extLst>
                  <a:ext uri="{FF2B5EF4-FFF2-40B4-BE49-F238E27FC236}">
                    <a16:creationId xmlns:a16="http://schemas.microsoft.com/office/drawing/2014/main" id="{152C02EA-81F5-402B-BFC0-39E02265A2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60" name="Line 22">
                <a:extLst>
                  <a:ext uri="{FF2B5EF4-FFF2-40B4-BE49-F238E27FC236}">
                    <a16:creationId xmlns:a16="http://schemas.microsoft.com/office/drawing/2014/main" id="{902524DA-49FE-4D27-A379-3D6397D724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61" name="Rectangle 23">
                <a:extLst>
                  <a:ext uri="{FF2B5EF4-FFF2-40B4-BE49-F238E27FC236}">
                    <a16:creationId xmlns:a16="http://schemas.microsoft.com/office/drawing/2014/main" id="{3BE83B82-38D3-42DC-A8C5-6DD3AF29E3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62" name="Oval 24">
                <a:extLst>
                  <a:ext uri="{FF2B5EF4-FFF2-40B4-BE49-F238E27FC236}">
                    <a16:creationId xmlns:a16="http://schemas.microsoft.com/office/drawing/2014/main" id="{A4D64820-1540-4612-91C0-4D842C11E7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5863" name="Group 25">
                <a:extLst>
                  <a:ext uri="{FF2B5EF4-FFF2-40B4-BE49-F238E27FC236}">
                    <a16:creationId xmlns:a16="http://schemas.microsoft.com/office/drawing/2014/main" id="{1211A6F8-2125-4BE0-9D9C-08DAE7E3270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0" y="2306"/>
                <a:ext cx="202" cy="250"/>
                <a:chOff x="2955" y="2429"/>
                <a:chExt cx="205" cy="250"/>
              </a:xfrm>
            </p:grpSpPr>
            <p:sp>
              <p:nvSpPr>
                <p:cNvPr id="205864" name="Rectangle 26">
                  <a:extLst>
                    <a:ext uri="{FF2B5EF4-FFF2-40B4-BE49-F238E27FC236}">
                      <a16:creationId xmlns:a16="http://schemas.microsoft.com/office/drawing/2014/main" id="{9A3E68D0-0F32-4D2D-9EF1-416EAADE21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5865" name="Text Box 27">
                  <a:extLst>
                    <a:ext uri="{FF2B5EF4-FFF2-40B4-BE49-F238E27FC236}">
                      <a16:creationId xmlns:a16="http://schemas.microsoft.com/office/drawing/2014/main" id="{923D529D-94B5-49A5-AC04-33F570DCA18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5" y="2429"/>
                  <a:ext cx="205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panose="030F0702030302020204" pitchFamily="66" charset="0"/>
                      <a:ea typeface="ＭＳ Ｐゴシック" panose="020B0600070205080204" pitchFamily="34" charset="-128"/>
                      <a:cs typeface="+mn-cs"/>
                    </a:rPr>
                    <a:t>z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205844" name="Text Box 28">
              <a:extLst>
                <a:ext uri="{FF2B5EF4-FFF2-40B4-BE49-F238E27FC236}">
                  <a16:creationId xmlns:a16="http://schemas.microsoft.com/office/drawing/2014/main" id="{89AC884A-5884-408C-AC9A-B2FCB2E5BE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9" y="1328"/>
              <a:ext cx="18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1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45" name="Text Box 29">
              <a:extLst>
                <a:ext uri="{FF2B5EF4-FFF2-40B4-BE49-F238E27FC236}">
                  <a16:creationId xmlns:a16="http://schemas.microsoft.com/office/drawing/2014/main" id="{27BCBEEF-BA23-493E-9567-DCBC0E5CA82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0" y="1325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4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46" name="Text Box 30">
              <a:extLst>
                <a:ext uri="{FF2B5EF4-FFF2-40B4-BE49-F238E27FC236}">
                  <a16:creationId xmlns:a16="http://schemas.microsoft.com/office/drawing/2014/main" id="{889787D4-A3B1-41D5-934C-964C430086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1" y="1658"/>
              <a:ext cx="2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50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05847" name="Group 31">
              <a:extLst>
                <a:ext uri="{FF2B5EF4-FFF2-40B4-BE49-F238E27FC236}">
                  <a16:creationId xmlns:a16="http://schemas.microsoft.com/office/drawing/2014/main" id="{1C6FEE19-9F44-4EFD-AF4B-AB8B81F6D1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46" y="1214"/>
              <a:ext cx="316" cy="250"/>
              <a:chOff x="1740" y="2306"/>
              <a:chExt cx="316" cy="250"/>
            </a:xfrm>
          </p:grpSpPr>
          <p:sp>
            <p:nvSpPr>
              <p:cNvPr id="205850" name="Oval 32">
                <a:extLst>
                  <a:ext uri="{FF2B5EF4-FFF2-40B4-BE49-F238E27FC236}">
                    <a16:creationId xmlns:a16="http://schemas.microsoft.com/office/drawing/2014/main" id="{8057DFDD-8B38-48C9-ADFA-9362FD8EB2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20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51" name="Line 33">
                <a:extLst>
                  <a:ext uri="{FF2B5EF4-FFF2-40B4-BE49-F238E27FC236}">
                    <a16:creationId xmlns:a16="http://schemas.microsoft.com/office/drawing/2014/main" id="{0EE1B6AC-D83D-42CE-B31D-C9419E0415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43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52" name="Line 34">
                <a:extLst>
                  <a:ext uri="{FF2B5EF4-FFF2-40B4-BE49-F238E27FC236}">
                    <a16:creationId xmlns:a16="http://schemas.microsoft.com/office/drawing/2014/main" id="{C185E488-D3C8-471D-8CF5-6A57CD910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6" y="2413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53" name="Rectangle 35">
                <a:extLst>
                  <a:ext uri="{FF2B5EF4-FFF2-40B4-BE49-F238E27FC236}">
                    <a16:creationId xmlns:a16="http://schemas.microsoft.com/office/drawing/2014/main" id="{18C8837F-968D-4E3B-A052-3E4E530DE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3" y="2413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205854" name="Oval 36">
                <a:extLst>
                  <a:ext uri="{FF2B5EF4-FFF2-40B4-BE49-F238E27FC236}">
                    <a16:creationId xmlns:a16="http://schemas.microsoft.com/office/drawing/2014/main" id="{287BC310-1465-4598-94A5-FEE6242BC6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0" y="2354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05855" name="Group 37">
                <a:extLst>
                  <a:ext uri="{FF2B5EF4-FFF2-40B4-BE49-F238E27FC236}">
                    <a16:creationId xmlns:a16="http://schemas.microsoft.com/office/drawing/2014/main" id="{D418ABFB-FDF9-4FD7-8EE9-82D9D384ACD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02" y="2306"/>
                <a:ext cx="199" cy="250"/>
                <a:chOff x="2957" y="2429"/>
                <a:chExt cx="202" cy="250"/>
              </a:xfrm>
            </p:grpSpPr>
            <p:sp>
              <p:nvSpPr>
                <p:cNvPr id="205856" name="Rectangle 38">
                  <a:extLst>
                    <a:ext uri="{FF2B5EF4-FFF2-40B4-BE49-F238E27FC236}">
                      <a16:creationId xmlns:a16="http://schemas.microsoft.com/office/drawing/2014/main" id="{D0455E89-607A-4A0D-ADFA-A89D024279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3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205857" name="Text Box 39">
                  <a:extLst>
                    <a:ext uri="{FF2B5EF4-FFF2-40B4-BE49-F238E27FC236}">
                      <a16:creationId xmlns:a16="http://schemas.microsoft.com/office/drawing/2014/main" id="{650A3FAC-2BFC-4504-BDC9-4FCD1E19118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57" y="2429"/>
                  <a:ext cx="202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20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Comic Sans MS" panose="030F0702030302020204" pitchFamily="66" charset="0"/>
                      <a:ea typeface="ＭＳ Ｐゴシック" panose="020B0600070205080204" pitchFamily="34" charset="-128"/>
                      <a:cs typeface="+mn-cs"/>
                    </a:rPr>
                    <a:t>y</a:t>
                  </a:r>
                  <a:endParaRPr kumimoji="0" lang="en-US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205848" name="Text Box 40">
              <a:extLst>
                <a:ext uri="{FF2B5EF4-FFF2-40B4-BE49-F238E27FC236}">
                  <a16:creationId xmlns:a16="http://schemas.microsoft.com/office/drawing/2014/main" id="{2B4A7D64-E004-4BCA-A66D-946DAD16CA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84" y="1076"/>
              <a:ext cx="2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rPr>
                <a:t>60</a:t>
              </a:r>
              <a:endPara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05849" name="Line 41">
              <a:extLst>
                <a:ext uri="{FF2B5EF4-FFF2-40B4-BE49-F238E27FC236}">
                  <a16:creationId xmlns:a16="http://schemas.microsoft.com/office/drawing/2014/main" id="{3DFF1521-C187-4DE0-97AD-94E5536A05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48" y="1272"/>
              <a:ext cx="132" cy="22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0" name="Footer Placeholder 5">
            <a:extLst>
              <a:ext uri="{FF2B5EF4-FFF2-40B4-BE49-F238E27FC236}">
                <a16:creationId xmlns:a16="http://schemas.microsoft.com/office/drawing/2014/main" id="{4983F749-1E6E-494A-BAB4-B4D420372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06851" name="Slide Number Placeholder 6">
            <a:extLst>
              <a:ext uri="{FF2B5EF4-FFF2-40B4-BE49-F238E27FC236}">
                <a16:creationId xmlns:a16="http://schemas.microsoft.com/office/drawing/2014/main" id="{0A612952-1EDF-4A8F-9D30-95E8731E0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78AADA4C-DA96-4965-8CB9-EA7D8E969321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206852" name="Picture 7" descr="underline_base">
            <a:extLst>
              <a:ext uri="{FF2B5EF4-FFF2-40B4-BE49-F238E27FC236}">
                <a16:creationId xmlns:a16="http://schemas.microsoft.com/office/drawing/2014/main" id="{9545E781-F4EF-4462-8ACC-CCC34495CD5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9048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6261" name="Rectangle 2">
            <a:extLst>
              <a:ext uri="{FF2B5EF4-FFF2-40B4-BE49-F238E27FC236}">
                <a16:creationId xmlns:a16="http://schemas.microsoft.com/office/drawing/2014/main" id="{5E509E64-350B-44B3-AF5D-5F2C02F55E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44513" y="452438"/>
            <a:ext cx="7772400" cy="528637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cs typeface="+mj-cs"/>
              </a:rPr>
              <a:t>Comparison of LS and DV algorithms</a:t>
            </a:r>
          </a:p>
        </p:txBody>
      </p:sp>
      <p:sp>
        <p:nvSpPr>
          <p:cNvPr id="206854" name="Rectangle 3">
            <a:extLst>
              <a:ext uri="{FF2B5EF4-FFF2-40B4-BE49-F238E27FC236}">
                <a16:creationId xmlns:a16="http://schemas.microsoft.com/office/drawing/2014/main" id="{0BA99A7C-A75B-481B-9459-7742859EFF3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23875" y="1295400"/>
            <a:ext cx="402907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message complexity</a:t>
            </a:r>
          </a:p>
          <a:p>
            <a:r>
              <a:rPr lang="en-US" altLang="zh-TW" sz="2000" b="1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LS:</a:t>
            </a:r>
            <a:r>
              <a:rPr lang="en-US" altLang="zh-TW" sz="2000" dirty="0">
                <a:ea typeface="ＭＳ Ｐゴシック" panose="020B0600070205080204" pitchFamily="34" charset="-128"/>
              </a:rPr>
              <a:t> with n nodes, E links, O(</a:t>
            </a:r>
            <a:r>
              <a:rPr lang="en-US" altLang="zh-TW" sz="2000" dirty="0" err="1">
                <a:ea typeface="ＭＳ Ｐゴシック" panose="020B0600070205080204" pitchFamily="34" charset="-128"/>
              </a:rPr>
              <a:t>nE</a:t>
            </a:r>
            <a:r>
              <a:rPr lang="en-US" altLang="zh-TW" sz="2000" dirty="0">
                <a:ea typeface="ＭＳ Ｐゴシック" panose="020B0600070205080204" pitchFamily="34" charset="-128"/>
              </a:rPr>
              <a:t>) </a:t>
            </a:r>
            <a:r>
              <a:rPr lang="en-US" altLang="zh-TW" sz="2000" dirty="0" err="1">
                <a:ea typeface="ＭＳ Ｐゴシック" panose="020B0600070205080204" pitchFamily="34" charset="-128"/>
              </a:rPr>
              <a:t>msgs</a:t>
            </a:r>
            <a:r>
              <a:rPr lang="en-US" altLang="zh-TW" sz="2000" dirty="0">
                <a:ea typeface="ＭＳ Ｐゴシック" panose="020B0600070205080204" pitchFamily="34" charset="-128"/>
              </a:rPr>
              <a:t> sent  </a:t>
            </a:r>
          </a:p>
          <a:p>
            <a:r>
              <a:rPr lang="en-US" altLang="zh-TW" sz="2000" b="1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DV:</a:t>
            </a:r>
            <a:r>
              <a:rPr lang="en-US" altLang="zh-TW" sz="20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000" dirty="0">
                <a:ea typeface="ＭＳ Ｐゴシック" panose="020B0600070205080204" pitchFamily="34" charset="-128"/>
              </a:rPr>
              <a:t>exchange between neighbors only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convergence time varies</a:t>
            </a:r>
          </a:p>
          <a:p>
            <a:pPr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speed of convergence</a:t>
            </a:r>
          </a:p>
          <a:p>
            <a:r>
              <a:rPr lang="en-US" altLang="zh-TW" sz="2000" b="1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LS:</a:t>
            </a:r>
            <a:r>
              <a:rPr lang="en-US" altLang="zh-TW" sz="2000" dirty="0">
                <a:ea typeface="ＭＳ Ｐゴシック" panose="020B0600070205080204" pitchFamily="34" charset="-128"/>
              </a:rPr>
              <a:t> O(n</a:t>
            </a:r>
            <a:r>
              <a:rPr lang="en-US" altLang="zh-TW" sz="2000" b="1" baseline="30000" dirty="0">
                <a:ea typeface="ＭＳ Ｐゴシック" panose="020B0600070205080204" pitchFamily="34" charset="-128"/>
              </a:rPr>
              <a:t>2</a:t>
            </a:r>
            <a:r>
              <a:rPr lang="en-US" altLang="zh-TW" sz="2000" dirty="0">
                <a:ea typeface="ＭＳ Ｐゴシック" panose="020B0600070205080204" pitchFamily="34" charset="-128"/>
              </a:rPr>
              <a:t>) algorithm requires O(</a:t>
            </a:r>
            <a:r>
              <a:rPr lang="en-US" altLang="zh-TW" sz="2000" dirty="0" err="1">
                <a:ea typeface="ＭＳ Ｐゴシック" panose="020B0600070205080204" pitchFamily="34" charset="-128"/>
              </a:rPr>
              <a:t>nE</a:t>
            </a:r>
            <a:r>
              <a:rPr lang="en-US" altLang="zh-TW" sz="2000" dirty="0">
                <a:ea typeface="ＭＳ Ｐゴシック" panose="020B0600070205080204" pitchFamily="34" charset="-128"/>
              </a:rPr>
              <a:t>) </a:t>
            </a:r>
            <a:r>
              <a:rPr lang="en-US" altLang="zh-TW" sz="2000" dirty="0" err="1">
                <a:ea typeface="ＭＳ Ｐゴシック" panose="020B0600070205080204" pitchFamily="34" charset="-128"/>
              </a:rPr>
              <a:t>msgs</a:t>
            </a:r>
            <a:endParaRPr lang="en-US" altLang="zh-TW" sz="20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may have oscillations</a:t>
            </a:r>
            <a:endParaRPr lang="en-US" altLang="zh-TW" sz="1800" dirty="0">
              <a:ea typeface="ＭＳ Ｐゴシック" panose="020B0600070205080204" pitchFamily="34" charset="-128"/>
            </a:endParaRPr>
          </a:p>
          <a:p>
            <a:r>
              <a:rPr lang="en-US" altLang="zh-TW" sz="2000" b="1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DV:</a:t>
            </a:r>
            <a:r>
              <a:rPr lang="en-US" altLang="zh-TW" sz="2000" dirty="0">
                <a:ea typeface="ＭＳ Ｐゴシック" panose="020B0600070205080204" pitchFamily="34" charset="-128"/>
              </a:rPr>
              <a:t> convergence time varies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may be routing loops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count-to-infinity problem</a:t>
            </a:r>
            <a:endParaRPr lang="en-US" altLang="zh-TW" sz="1800" dirty="0">
              <a:ea typeface="ＭＳ Ｐゴシック" panose="020B0600070205080204" pitchFamily="34" charset="-128"/>
            </a:endParaRPr>
          </a:p>
        </p:txBody>
      </p:sp>
      <p:sp>
        <p:nvSpPr>
          <p:cNvPr id="206855" name="Rectangle 4">
            <a:extLst>
              <a:ext uri="{FF2B5EF4-FFF2-40B4-BE49-F238E27FC236}">
                <a16:creationId xmlns:a16="http://schemas.microsoft.com/office/drawing/2014/main" id="{70513EB3-90B9-46E1-8E21-A31CAF68B300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743450" y="1328738"/>
            <a:ext cx="4010025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robustness:</a:t>
            </a:r>
            <a:r>
              <a:rPr lang="en-US" altLang="zh-TW" sz="2400">
                <a:ea typeface="ＭＳ Ｐゴシック" panose="020B0600070205080204" pitchFamily="34" charset="-128"/>
              </a:rPr>
              <a:t> what happens if router malfunctions?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LS:</a:t>
            </a:r>
            <a:r>
              <a:rPr lang="en-US" altLang="zh-TW" sz="2400">
                <a:ea typeface="ＭＳ Ｐゴシック" panose="020B0600070205080204" pitchFamily="34" charset="-128"/>
              </a:rPr>
              <a:t> 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node can advertise incorrect </a:t>
            </a:r>
            <a:r>
              <a:rPr lang="en-US" altLang="zh-TW" sz="2000" i="1">
                <a:solidFill>
                  <a:srgbClr val="000099"/>
                </a:solidFill>
                <a:ea typeface="ＭＳ Ｐゴシック" panose="020B0600070205080204" pitchFamily="34" charset="-128"/>
              </a:rPr>
              <a:t>link</a:t>
            </a:r>
            <a:r>
              <a:rPr lang="en-US" altLang="zh-TW" sz="2000">
                <a:ea typeface="ＭＳ Ｐゴシック" panose="020B0600070205080204" pitchFamily="34" charset="-128"/>
              </a:rPr>
              <a:t> cost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each node computes only its </a:t>
            </a:r>
            <a:r>
              <a:rPr lang="en-US" altLang="zh-TW" sz="2000" i="1">
                <a:ea typeface="ＭＳ Ｐゴシック" panose="020B0600070205080204" pitchFamily="34" charset="-128"/>
              </a:rPr>
              <a:t>own</a:t>
            </a:r>
            <a:r>
              <a:rPr lang="en-US" altLang="zh-TW" sz="2000">
                <a:ea typeface="ＭＳ Ｐゴシック" panose="020B0600070205080204" pitchFamily="34" charset="-128"/>
              </a:rPr>
              <a:t> table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400" i="1">
                <a:solidFill>
                  <a:srgbClr val="CC0000"/>
                </a:solidFill>
                <a:ea typeface="ＭＳ Ｐゴシック" panose="020B0600070205080204" pitchFamily="34" charset="-128"/>
              </a:rPr>
              <a:t>DV: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DV node can advertise incorrect </a:t>
            </a:r>
            <a:r>
              <a:rPr lang="en-US" altLang="zh-TW" sz="2000" i="1">
                <a:solidFill>
                  <a:srgbClr val="000099"/>
                </a:solidFill>
                <a:ea typeface="ＭＳ Ｐゴシック" panose="020B0600070205080204" pitchFamily="34" charset="-128"/>
              </a:rPr>
              <a:t>path</a:t>
            </a:r>
            <a:r>
              <a:rPr lang="en-US" altLang="zh-TW" sz="2000">
                <a:ea typeface="ＭＳ Ｐゴシック" panose="020B0600070205080204" pitchFamily="34" charset="-128"/>
              </a:rPr>
              <a:t> cost</a:t>
            </a:r>
          </a:p>
          <a:p>
            <a:pPr lvl="1"/>
            <a:r>
              <a:rPr lang="en-US" altLang="zh-TW" sz="2000">
                <a:ea typeface="ＭＳ Ｐゴシック" panose="020B0600070205080204" pitchFamily="34" charset="-128"/>
              </a:rPr>
              <a:t>each node</a:t>
            </a:r>
            <a:r>
              <a:rPr lang="ja-JP" altLang="en-US" sz="2000">
                <a:ea typeface="ＭＳ Ｐゴシック" panose="020B0600070205080204" pitchFamily="34" charset="-128"/>
              </a:rPr>
              <a:t>’</a:t>
            </a:r>
            <a:r>
              <a:rPr lang="en-US" altLang="ja-JP" sz="2000">
                <a:ea typeface="ＭＳ Ｐゴシック" panose="020B0600070205080204" pitchFamily="34" charset="-128"/>
              </a:rPr>
              <a:t>s table used by others </a:t>
            </a:r>
          </a:p>
          <a:p>
            <a:pPr lvl="2"/>
            <a:r>
              <a:rPr lang="en-US" altLang="zh-TW" sz="1800">
                <a:ea typeface="ＭＳ Ｐゴシック" panose="020B0600070205080204" pitchFamily="34" charset="-128"/>
              </a:rPr>
              <a:t>error propagate thru network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5.2 routing protocols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link state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>
                <a:solidFill>
                  <a:srgbClr val="CC0000"/>
                </a:solidFill>
              </a:rPr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5.4 routing among the ISPs: BGP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</a:rPr>
              <a:t>5.6 ICMP: The Internet Control Message Protocol 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5.7 Network management and SNMP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29</a:t>
            </a:fld>
            <a:endParaRPr lang="en-US" sz="1200" dirty="0">
              <a:latin typeface="Tahoma" charset="0"/>
            </a:endParaRPr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3209504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Footer Placeholder 5">
            <a:extLst>
              <a:ext uri="{FF2B5EF4-FFF2-40B4-BE49-F238E27FC236}">
                <a16:creationId xmlns:a16="http://schemas.microsoft.com/office/drawing/2014/main" id="{EE32EC99-51D8-4ADF-BDE6-F7849B327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09923" name="Slide Number Placeholder 6">
            <a:extLst>
              <a:ext uri="{FF2B5EF4-FFF2-40B4-BE49-F238E27FC236}">
                <a16:creationId xmlns:a16="http://schemas.microsoft.com/office/drawing/2014/main" id="{68430EC4-1D92-4048-A888-E5D4F1F73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5-</a:t>
            </a:r>
            <a:fld id="{A25F88F0-1BCA-439E-A3E8-41C2272E8A5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30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pic>
        <p:nvPicPr>
          <p:cNvPr id="209924" name="Picture 7" descr="underline_base">
            <a:extLst>
              <a:ext uri="{FF2B5EF4-FFF2-40B4-BE49-F238E27FC236}">
                <a16:creationId xmlns:a16="http://schemas.microsoft.com/office/drawing/2014/main" id="{82939F10-5D3F-4FC6-AC6D-3EFF4F8B1EDB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903288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9925" name="Rectangle 2">
            <a:extLst>
              <a:ext uri="{FF2B5EF4-FFF2-40B4-BE49-F238E27FC236}">
                <a16:creationId xmlns:a16="http://schemas.microsoft.com/office/drawing/2014/main" id="{5A5F3ED8-0646-4B90-91FB-2AAAE93440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41300"/>
            <a:ext cx="5164138" cy="885825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Hierarchical routing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09926" name="Rectangle 3">
            <a:extLst>
              <a:ext uri="{FF2B5EF4-FFF2-40B4-BE49-F238E27FC236}">
                <a16:creationId xmlns:a16="http://schemas.microsoft.com/office/drawing/2014/main" id="{35A9895E-AB90-4B6D-BF8A-89745DFF836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2925" y="3467100"/>
            <a:ext cx="3810000" cy="22669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scale:</a:t>
            </a:r>
            <a:r>
              <a:rPr lang="en-US" altLang="zh-TW" dirty="0">
                <a:ea typeface="ＭＳ Ｐゴシック" panose="020B0600070205080204" pitchFamily="34" charset="-128"/>
              </a:rPr>
              <a:t> with 600 million destinations: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can</a:t>
            </a:r>
            <a:r>
              <a:rPr lang="ja-JP" altLang="en-US" sz="2400" dirty="0">
                <a:ea typeface="ＭＳ Ｐゴシック" panose="020B0600070205080204" pitchFamily="34" charset="-128"/>
              </a:rPr>
              <a:t>’</a:t>
            </a:r>
            <a:r>
              <a:rPr lang="en-US" altLang="ja-JP" sz="2400" dirty="0">
                <a:ea typeface="ＭＳ Ｐゴシック" panose="020B0600070205080204" pitchFamily="34" charset="-128"/>
              </a:rPr>
              <a:t>t store all </a:t>
            </a:r>
            <a:r>
              <a:rPr lang="en-US" altLang="ja-JP" sz="2400" dirty="0" err="1">
                <a:ea typeface="ＭＳ Ｐゴシック" panose="020B0600070205080204" pitchFamily="34" charset="-128"/>
              </a:rPr>
              <a:t>dest</a:t>
            </a:r>
            <a:r>
              <a:rPr lang="ja-JP" altLang="en-US" sz="2400" dirty="0">
                <a:ea typeface="ＭＳ Ｐゴシック" panose="020B0600070205080204" pitchFamily="34" charset="-128"/>
              </a:rPr>
              <a:t>’</a:t>
            </a:r>
            <a:r>
              <a:rPr lang="en-US" altLang="ja-JP" sz="2400" dirty="0">
                <a:ea typeface="ＭＳ Ｐゴシック" panose="020B0600070205080204" pitchFamily="34" charset="-128"/>
              </a:rPr>
              <a:t>s in routing tables!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routing table exchange would swamp links!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</a:p>
          <a:p>
            <a:endParaRPr lang="en-US" altLang="zh-TW" dirty="0">
              <a:ea typeface="ＭＳ Ｐゴシック" panose="020B0600070205080204" pitchFamily="34" charset="-128"/>
            </a:endParaRP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98311" name="Rectangle 4">
            <a:extLst>
              <a:ext uri="{FF2B5EF4-FFF2-40B4-BE49-F238E27FC236}">
                <a16:creationId xmlns:a16="http://schemas.microsoft.com/office/drawing/2014/main" id="{E30FD541-60B1-440F-9C96-79FA6D5E8806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448175" y="3467100"/>
            <a:ext cx="4019550" cy="25146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cs typeface="+mn-cs"/>
              </a:rPr>
              <a:t>administrative autonomy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internet = network of networks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each network admin may want to control routing in its own network</a:t>
            </a:r>
          </a:p>
        </p:txBody>
      </p:sp>
      <p:sp>
        <p:nvSpPr>
          <p:cNvPr id="209928" name="Rectangle 5">
            <a:extLst>
              <a:ext uri="{FF2B5EF4-FFF2-40B4-BE49-F238E27FC236}">
                <a16:creationId xmlns:a16="http://schemas.microsoft.com/office/drawing/2014/main" id="{29FCDE37-09B0-4F90-8040-E6B4935A3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9388" y="1274763"/>
            <a:ext cx="6543675" cy="16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dirty="0"/>
              <a:t>our routing study thus far - </a:t>
            </a:r>
            <a:r>
              <a:rPr lang="en-US" altLang="zh-TW" dirty="0">
                <a:solidFill>
                  <a:srgbClr val="0070C0"/>
                </a:solidFill>
              </a:rPr>
              <a:t>idealization</a:t>
            </a:r>
            <a:r>
              <a:rPr lang="en-US" altLang="zh-TW" dirty="0"/>
              <a:t> </a:t>
            </a:r>
          </a:p>
          <a:p>
            <a:r>
              <a:rPr lang="en-US" altLang="zh-TW" dirty="0"/>
              <a:t>all routers identical</a:t>
            </a:r>
          </a:p>
          <a:p>
            <a:r>
              <a:rPr lang="en-US" altLang="zh-TW" dirty="0"/>
              <a:t>network </a:t>
            </a:r>
            <a:r>
              <a:rPr lang="ja-JP" altLang="en-US" dirty="0"/>
              <a:t>“</a:t>
            </a:r>
            <a:r>
              <a:rPr lang="en-US" altLang="ja-JP" dirty="0"/>
              <a:t>flat</a:t>
            </a:r>
            <a:r>
              <a:rPr lang="ja-JP" altLang="en-US" dirty="0"/>
              <a:t>”</a:t>
            </a:r>
            <a:endParaRPr lang="en-US" altLang="ja-JP" dirty="0"/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/>
              <a:t>… </a:t>
            </a:r>
            <a:r>
              <a:rPr lang="en-US" altLang="zh-TW" i="1" dirty="0">
                <a:solidFill>
                  <a:srgbClr val="0070C0"/>
                </a:solidFill>
              </a:rPr>
              <a:t>not</a:t>
            </a:r>
            <a:r>
              <a:rPr lang="en-US" altLang="zh-TW" dirty="0">
                <a:solidFill>
                  <a:srgbClr val="0070C0"/>
                </a:solidFill>
              </a:rPr>
              <a:t> true in practice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9926" grpId="0" build="p"/>
      <p:bldP spid="98311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17100" y="1302987"/>
            <a:ext cx="8192217" cy="910047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dirty="0">
                <a:latin typeface="Gill Sans MT"/>
                <a:cs typeface="Gill Sans MT"/>
              </a:rPr>
              <a:t>aggregate routers into regions known as</a:t>
            </a:r>
            <a:r>
              <a:rPr lang="en-US" dirty="0">
                <a:solidFill>
                  <a:srgbClr val="FF0000"/>
                </a:solidFill>
                <a:latin typeface="Gill Sans MT"/>
                <a:cs typeface="Gill Sans MT"/>
              </a:rPr>
              <a:t> </a:t>
            </a:r>
            <a:r>
              <a:rPr lang="ja-JP" altLang="en-US" dirty="0">
                <a:solidFill>
                  <a:srgbClr val="CC0000"/>
                </a:solidFill>
                <a:latin typeface="Gill Sans MT"/>
                <a:cs typeface="Gill Sans MT"/>
              </a:rPr>
              <a:t>“</a:t>
            </a:r>
            <a:r>
              <a:rPr lang="en-US" altLang="ja-JP" dirty="0">
                <a:solidFill>
                  <a:srgbClr val="CC0000"/>
                </a:solidFill>
                <a:latin typeface="Gill Sans MT"/>
                <a:cs typeface="Gill Sans MT"/>
              </a:rPr>
              <a:t>autonomous systems</a:t>
            </a:r>
            <a:r>
              <a:rPr lang="ja-JP" altLang="en-US" dirty="0">
                <a:solidFill>
                  <a:srgbClr val="CC0000"/>
                </a:solidFill>
                <a:latin typeface="Gill Sans MT"/>
                <a:cs typeface="Gill Sans MT"/>
              </a:rPr>
              <a:t>”</a:t>
            </a:r>
            <a:r>
              <a:rPr lang="en-US" altLang="ja-JP" dirty="0">
                <a:solidFill>
                  <a:srgbClr val="CC0000"/>
                </a:solidFill>
                <a:latin typeface="Gill Sans MT"/>
                <a:cs typeface="Gill Sans MT"/>
              </a:rPr>
              <a:t> (AS) (a.k.a. “domains”)</a:t>
            </a:r>
            <a:endParaRPr lang="en-US" dirty="0">
              <a:latin typeface="Gill Sans MT" charset="0"/>
            </a:endParaRPr>
          </a:p>
        </p:txBody>
      </p:sp>
      <p:sp>
        <p:nvSpPr>
          <p:cNvPr id="144388" name="Rectangle 4"/>
          <p:cNvSpPr>
            <a:spLocks noGrp="1" noChangeArrowheads="1"/>
          </p:cNvSpPr>
          <p:nvPr>
            <p:ph type="body" sz="half" idx="2"/>
          </p:nvPr>
        </p:nvSpPr>
        <p:spPr>
          <a:xfrm>
            <a:off x="5006150" y="2636395"/>
            <a:ext cx="3748232" cy="1934001"/>
          </a:xfrm>
        </p:spPr>
        <p:txBody>
          <a:bodyPr/>
          <a:lstStyle/>
          <a:p>
            <a:pPr>
              <a:buFont typeface="Wingdings" charset="0"/>
              <a:buNone/>
            </a:pPr>
            <a:r>
              <a:rPr lang="en-US" dirty="0">
                <a:solidFill>
                  <a:srgbClr val="000090"/>
                </a:solidFill>
                <a:latin typeface="Gill Sans MT" charset="0"/>
              </a:rPr>
              <a:t>inter-AS routing</a:t>
            </a:r>
          </a:p>
          <a:p>
            <a:r>
              <a:rPr lang="en-US" sz="2400" dirty="0">
                <a:latin typeface="Gill Sans MT" charset="0"/>
              </a:rPr>
              <a:t>routing </a:t>
            </a:r>
            <a:r>
              <a:rPr lang="en-US" sz="2400" dirty="0">
                <a:solidFill>
                  <a:srgbClr val="0070C0"/>
                </a:solidFill>
                <a:latin typeface="Gill Sans MT" charset="0"/>
              </a:rPr>
              <a:t>among </a:t>
            </a:r>
            <a:r>
              <a:rPr lang="en-US" sz="2400" dirty="0" err="1">
                <a:solidFill>
                  <a:srgbClr val="0070C0"/>
                </a:solidFill>
                <a:latin typeface="Gill Sans MT" charset="0"/>
              </a:rPr>
              <a:t>AS’es</a:t>
            </a:r>
            <a:endParaRPr lang="en-US" sz="2400" dirty="0">
              <a:solidFill>
                <a:srgbClr val="0070C0"/>
              </a:solidFill>
              <a:latin typeface="Gill Sans MT" charset="0"/>
            </a:endParaRPr>
          </a:p>
          <a:p>
            <a:r>
              <a:rPr lang="en-US" sz="2400" dirty="0">
                <a:latin typeface="Gill Sans MT" charset="0"/>
              </a:rPr>
              <a:t>gateways perform inter-domain routing (as well as intra-domain routing)</a:t>
            </a:r>
          </a:p>
        </p:txBody>
      </p:sp>
      <p:pic>
        <p:nvPicPr>
          <p:cNvPr id="144389" name="Picture 6" descr="underline_base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263" y="903288"/>
            <a:ext cx="7831792" cy="212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9335" name="Rectangle 7"/>
          <p:cNvSpPr>
            <a:spLocks noGrp="1" noChangeArrowheads="1"/>
          </p:cNvSpPr>
          <p:nvPr>
            <p:ph type="title"/>
          </p:nvPr>
        </p:nvSpPr>
        <p:spPr>
          <a:xfrm>
            <a:off x="533400" y="241300"/>
            <a:ext cx="8144020" cy="885825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Internet approach to scalable routing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 bwMode="auto">
          <a:xfrm>
            <a:off x="674560" y="2540178"/>
            <a:ext cx="4246080" cy="3912704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altLang="ja-JP" dirty="0">
                <a:solidFill>
                  <a:srgbClr val="000090"/>
                </a:solidFill>
                <a:latin typeface="Gill Sans MT"/>
                <a:cs typeface="Gill Sans MT"/>
              </a:rPr>
              <a:t>intra-AS routing</a:t>
            </a:r>
          </a:p>
          <a:p>
            <a:pPr>
              <a:lnSpc>
                <a:spcPct val="90000"/>
              </a:lnSpc>
            </a:pPr>
            <a:r>
              <a:rPr lang="en-US" altLang="ja-JP" sz="2400" dirty="0">
                <a:latin typeface="Gill Sans MT" charset="0"/>
              </a:rPr>
              <a:t>routing among hosts, routers in </a:t>
            </a:r>
            <a:r>
              <a:rPr lang="en-US" altLang="ja-JP" sz="2400" dirty="0">
                <a:solidFill>
                  <a:srgbClr val="0070C0"/>
                </a:solidFill>
                <a:latin typeface="Gill Sans MT" charset="0"/>
              </a:rPr>
              <a:t>same AS </a:t>
            </a:r>
            <a:r>
              <a:rPr lang="en-US" altLang="ja-JP" sz="2400" dirty="0">
                <a:latin typeface="Gill Sans MT" charset="0"/>
              </a:rPr>
              <a:t>(“network”)</a:t>
            </a:r>
          </a:p>
          <a:p>
            <a:pPr>
              <a:lnSpc>
                <a:spcPct val="90000"/>
              </a:lnSpc>
            </a:pPr>
            <a:r>
              <a:rPr lang="en-US" altLang="ja-JP" sz="2400" dirty="0">
                <a:latin typeface="Gill Sans MT" charset="0"/>
              </a:rPr>
              <a:t>all routers in AS must run </a:t>
            </a:r>
            <a:r>
              <a:rPr lang="en-US" altLang="ja-JP" sz="2400" i="1" dirty="0">
                <a:solidFill>
                  <a:srgbClr val="000090"/>
                </a:solidFill>
                <a:latin typeface="Gill Sans MT" charset="0"/>
              </a:rPr>
              <a:t>same</a:t>
            </a:r>
            <a:r>
              <a:rPr lang="en-US" altLang="ja-JP" sz="2400" dirty="0">
                <a:latin typeface="Gill Sans MT" charset="0"/>
              </a:rPr>
              <a:t> intra-domain protocol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latin typeface="Gill Sans MT" charset="0"/>
              </a:rPr>
              <a:t>routers in </a:t>
            </a:r>
            <a:r>
              <a:rPr lang="en-US" sz="2400" i="1" dirty="0">
                <a:latin typeface="Gill Sans MT" charset="0"/>
              </a:rPr>
              <a:t>different</a:t>
            </a:r>
            <a:r>
              <a:rPr lang="en-US" sz="2400" dirty="0">
                <a:latin typeface="Gill Sans MT" charset="0"/>
              </a:rPr>
              <a:t> AS can run </a:t>
            </a:r>
            <a:r>
              <a:rPr lang="en-US" sz="2400" i="1" dirty="0">
                <a:latin typeface="Gill Sans MT" charset="0"/>
              </a:rPr>
              <a:t>different</a:t>
            </a:r>
            <a:r>
              <a:rPr lang="en-US" sz="2400" dirty="0">
                <a:latin typeface="Gill Sans MT" charset="0"/>
              </a:rPr>
              <a:t> intra-domain routing protocol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latin typeface="Gill Sans MT" charset="0"/>
              </a:rPr>
              <a:t>gateway router: at “edge” of its own AS, has link(s) to router(s) in other </a:t>
            </a:r>
            <a:r>
              <a:rPr lang="en-US" sz="2400" dirty="0" err="1">
                <a:latin typeface="Gill Sans MT" charset="0"/>
              </a:rPr>
              <a:t>AS’es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31</a:t>
            </a:fld>
            <a:endParaRPr lang="en-US" sz="1200" dirty="0">
              <a:latin typeface="Tahoma" charset="0"/>
            </a:endParaRPr>
          </a:p>
        </p:txBody>
      </p:sp>
      <p:sp>
        <p:nvSpPr>
          <p:cNvPr id="11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2839338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0" name="Footer Placeholder 5">
            <a:extLst>
              <a:ext uri="{FF2B5EF4-FFF2-40B4-BE49-F238E27FC236}">
                <a16:creationId xmlns:a16="http://schemas.microsoft.com/office/drawing/2014/main" id="{D09F1E63-428D-45C4-BF9B-94794FABE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11971" name="Slide Number Placeholder 6">
            <a:extLst>
              <a:ext uri="{FF2B5EF4-FFF2-40B4-BE49-F238E27FC236}">
                <a16:creationId xmlns:a16="http://schemas.microsoft.com/office/drawing/2014/main" id="{8A6C4963-438D-4A94-B0D3-63E9F3DE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5-</a:t>
            </a:r>
            <a:fld id="{F73366AF-D1A7-4F08-9F01-5A813DD73AC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32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grpSp>
        <p:nvGrpSpPr>
          <p:cNvPr id="211972" name="Group 2">
            <a:extLst>
              <a:ext uri="{FF2B5EF4-FFF2-40B4-BE49-F238E27FC236}">
                <a16:creationId xmlns:a16="http://schemas.microsoft.com/office/drawing/2014/main" id="{617B9D48-3AD0-4875-BD6F-37E0FF2661F7}"/>
              </a:ext>
            </a:extLst>
          </p:cNvPr>
          <p:cNvGrpSpPr>
            <a:grpSpLocks/>
          </p:cNvGrpSpPr>
          <p:nvPr/>
        </p:nvGrpSpPr>
        <p:grpSpPr bwMode="auto">
          <a:xfrm>
            <a:off x="204788" y="1254125"/>
            <a:ext cx="6178550" cy="4376738"/>
            <a:chOff x="0" y="878"/>
            <a:chExt cx="4232" cy="2968"/>
          </a:xfrm>
        </p:grpSpPr>
        <p:sp>
          <p:nvSpPr>
            <p:cNvPr id="211976" name="Freeform 3">
              <a:extLst>
                <a:ext uri="{FF2B5EF4-FFF2-40B4-BE49-F238E27FC236}">
                  <a16:creationId xmlns:a16="http://schemas.microsoft.com/office/drawing/2014/main" id="{F19BB049-5D26-4C7F-B6C6-F50A1236CC3B}"/>
                </a:ext>
              </a:extLst>
            </p:cNvPr>
            <p:cNvSpPr>
              <a:spLocks/>
            </p:cNvSpPr>
            <p:nvPr/>
          </p:nvSpPr>
          <p:spPr bwMode="auto">
            <a:xfrm>
              <a:off x="2621" y="1050"/>
              <a:ext cx="1611" cy="1025"/>
            </a:xfrm>
            <a:custGeom>
              <a:avLst/>
              <a:gdLst>
                <a:gd name="T0" fmla="*/ 7206692 w 1162"/>
                <a:gd name="T1" fmla="*/ 2147483646 h 543"/>
                <a:gd name="T2" fmla="*/ 47161043 w 1162"/>
                <a:gd name="T3" fmla="*/ 2147483646 h 543"/>
                <a:gd name="T4" fmla="*/ 120521945 w 1162"/>
                <a:gd name="T5" fmla="*/ 2147483646 h 543"/>
                <a:gd name="T6" fmla="*/ 146705729 w 1162"/>
                <a:gd name="T7" fmla="*/ 2147483646 h 543"/>
                <a:gd name="T8" fmla="*/ 134368810 w 1162"/>
                <a:gd name="T9" fmla="*/ 2147483646 h 543"/>
                <a:gd name="T10" fmla="*/ 75106859 w 1162"/>
                <a:gd name="T11" fmla="*/ 2147483646 h 543"/>
                <a:gd name="T12" fmla="*/ 11229703 w 1162"/>
                <a:gd name="T13" fmla="*/ 2147483646 h 543"/>
                <a:gd name="T14" fmla="*/ 7206692 w 1162"/>
                <a:gd name="T15" fmla="*/ 2147483646 h 543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162"/>
                <a:gd name="T25" fmla="*/ 0 h 543"/>
                <a:gd name="T26" fmla="*/ 1162 w 1162"/>
                <a:gd name="T27" fmla="*/ 543 h 543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162" h="543">
                  <a:moveTo>
                    <a:pt x="56" y="162"/>
                  </a:moveTo>
                  <a:cubicBezTo>
                    <a:pt x="115" y="100"/>
                    <a:pt x="221" y="28"/>
                    <a:pt x="368" y="14"/>
                  </a:cubicBezTo>
                  <a:cubicBezTo>
                    <a:pt x="515" y="0"/>
                    <a:pt x="811" y="42"/>
                    <a:pt x="940" y="79"/>
                  </a:cubicBezTo>
                  <a:cubicBezTo>
                    <a:pt x="1069" y="116"/>
                    <a:pt x="1126" y="177"/>
                    <a:pt x="1144" y="239"/>
                  </a:cubicBezTo>
                  <a:cubicBezTo>
                    <a:pt x="1162" y="301"/>
                    <a:pt x="1141" y="401"/>
                    <a:pt x="1048" y="451"/>
                  </a:cubicBezTo>
                  <a:cubicBezTo>
                    <a:pt x="955" y="501"/>
                    <a:pt x="746" y="543"/>
                    <a:pt x="586" y="541"/>
                  </a:cubicBezTo>
                  <a:cubicBezTo>
                    <a:pt x="426" y="539"/>
                    <a:pt x="176" y="502"/>
                    <a:pt x="88" y="439"/>
                  </a:cubicBezTo>
                  <a:cubicBezTo>
                    <a:pt x="0" y="376"/>
                    <a:pt x="63" y="220"/>
                    <a:pt x="56" y="162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77" name="Freeform 4">
              <a:extLst>
                <a:ext uri="{FF2B5EF4-FFF2-40B4-BE49-F238E27FC236}">
                  <a16:creationId xmlns:a16="http://schemas.microsoft.com/office/drawing/2014/main" id="{1C6B86D9-B5DF-455A-9676-FF01413B2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878"/>
              <a:ext cx="1255" cy="1016"/>
            </a:xfrm>
            <a:custGeom>
              <a:avLst/>
              <a:gdLst>
                <a:gd name="T0" fmla="*/ 469 w 1198"/>
                <a:gd name="T1" fmla="*/ 2147483646 h 451"/>
                <a:gd name="T2" fmla="*/ 961 w 1198"/>
                <a:gd name="T3" fmla="*/ 2147483646 h 451"/>
                <a:gd name="T4" fmla="*/ 2382 w 1198"/>
                <a:gd name="T5" fmla="*/ 2147483646 h 451"/>
                <a:gd name="T6" fmla="*/ 5265 w 1198"/>
                <a:gd name="T7" fmla="*/ 2147483646 h 451"/>
                <a:gd name="T8" fmla="*/ 6299 w 1198"/>
                <a:gd name="T9" fmla="*/ 2147483646 h 451"/>
                <a:gd name="T10" fmla="*/ 4731 w 1198"/>
                <a:gd name="T11" fmla="*/ 2147483646 h 451"/>
                <a:gd name="T12" fmla="*/ 1635 w 1198"/>
                <a:gd name="T13" fmla="*/ 2147483646 h 451"/>
                <a:gd name="T14" fmla="*/ 192 w 1198"/>
                <a:gd name="T15" fmla="*/ 2147483646 h 451"/>
                <a:gd name="T16" fmla="*/ 469 w 1198"/>
                <a:gd name="T17" fmla="*/ 2147483646 h 45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198"/>
                <a:gd name="T28" fmla="*/ 0 h 451"/>
                <a:gd name="T29" fmla="*/ 1198 w 1198"/>
                <a:gd name="T30" fmla="*/ 451 h 45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198" h="451">
                  <a:moveTo>
                    <a:pt x="88" y="181"/>
                  </a:moveTo>
                  <a:cubicBezTo>
                    <a:pt x="159" y="143"/>
                    <a:pt x="120" y="111"/>
                    <a:pt x="180" y="89"/>
                  </a:cubicBezTo>
                  <a:cubicBezTo>
                    <a:pt x="240" y="67"/>
                    <a:pt x="313" y="60"/>
                    <a:pt x="448" y="49"/>
                  </a:cubicBezTo>
                  <a:cubicBezTo>
                    <a:pt x="583" y="38"/>
                    <a:pt x="866" y="0"/>
                    <a:pt x="988" y="25"/>
                  </a:cubicBezTo>
                  <a:cubicBezTo>
                    <a:pt x="1110" y="50"/>
                    <a:pt x="1198" y="132"/>
                    <a:pt x="1181" y="197"/>
                  </a:cubicBezTo>
                  <a:cubicBezTo>
                    <a:pt x="1164" y="262"/>
                    <a:pt x="1034" y="375"/>
                    <a:pt x="889" y="413"/>
                  </a:cubicBezTo>
                  <a:cubicBezTo>
                    <a:pt x="744" y="451"/>
                    <a:pt x="449" y="438"/>
                    <a:pt x="307" y="425"/>
                  </a:cubicBezTo>
                  <a:cubicBezTo>
                    <a:pt x="165" y="412"/>
                    <a:pt x="72" y="378"/>
                    <a:pt x="36" y="337"/>
                  </a:cubicBezTo>
                  <a:cubicBezTo>
                    <a:pt x="0" y="296"/>
                    <a:pt x="77" y="213"/>
                    <a:pt x="88" y="18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78" name="Freeform 5">
              <a:extLst>
                <a:ext uri="{FF2B5EF4-FFF2-40B4-BE49-F238E27FC236}">
                  <a16:creationId xmlns:a16="http://schemas.microsoft.com/office/drawing/2014/main" id="{1778B8B0-5F3E-4C83-80CC-71D5A6448601}"/>
                </a:ext>
              </a:extLst>
            </p:cNvPr>
            <p:cNvSpPr>
              <a:spLocks/>
            </p:cNvSpPr>
            <p:nvPr/>
          </p:nvSpPr>
          <p:spPr bwMode="auto">
            <a:xfrm>
              <a:off x="810" y="1611"/>
              <a:ext cx="2007" cy="792"/>
            </a:xfrm>
            <a:custGeom>
              <a:avLst/>
              <a:gdLst>
                <a:gd name="T0" fmla="*/ 799770 w 1583"/>
                <a:gd name="T1" fmla="*/ 48847 h 682"/>
                <a:gd name="T2" fmla="*/ 2089388 w 1583"/>
                <a:gd name="T3" fmla="*/ 16156 h 682"/>
                <a:gd name="T4" fmla="*/ 4030036 w 1583"/>
                <a:gd name="T5" fmla="*/ 4328 h 682"/>
                <a:gd name="T6" fmla="*/ 5939611 w 1583"/>
                <a:gd name="T7" fmla="*/ 42150 h 682"/>
                <a:gd name="T8" fmla="*/ 8028455 w 1583"/>
                <a:gd name="T9" fmla="*/ 93113 h 682"/>
                <a:gd name="T10" fmla="*/ 6533581 w 1583"/>
                <a:gd name="T11" fmla="*/ 140299 h 682"/>
                <a:gd name="T12" fmla="*/ 3543809 w 1583"/>
                <a:gd name="T13" fmla="*/ 142992 h 682"/>
                <a:gd name="T14" fmla="*/ 455318 w 1583"/>
                <a:gd name="T15" fmla="*/ 129821 h 682"/>
                <a:gd name="T16" fmla="*/ 799770 w 1583"/>
                <a:gd name="T17" fmla="*/ 48847 h 68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583"/>
                <a:gd name="T28" fmla="*/ 0 h 682"/>
                <a:gd name="T29" fmla="*/ 1583 w 1583"/>
                <a:gd name="T30" fmla="*/ 682 h 68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583" h="682">
                  <a:moveTo>
                    <a:pt x="155" y="224"/>
                  </a:moveTo>
                  <a:cubicBezTo>
                    <a:pt x="208" y="137"/>
                    <a:pt x="302" y="108"/>
                    <a:pt x="407" y="74"/>
                  </a:cubicBezTo>
                  <a:cubicBezTo>
                    <a:pt x="512" y="40"/>
                    <a:pt x="660" y="0"/>
                    <a:pt x="785" y="20"/>
                  </a:cubicBezTo>
                  <a:cubicBezTo>
                    <a:pt x="910" y="40"/>
                    <a:pt x="1027" y="126"/>
                    <a:pt x="1157" y="194"/>
                  </a:cubicBezTo>
                  <a:cubicBezTo>
                    <a:pt x="1287" y="262"/>
                    <a:pt x="1545" y="353"/>
                    <a:pt x="1564" y="428"/>
                  </a:cubicBezTo>
                  <a:cubicBezTo>
                    <a:pt x="1583" y="503"/>
                    <a:pt x="1417" y="606"/>
                    <a:pt x="1272" y="644"/>
                  </a:cubicBezTo>
                  <a:cubicBezTo>
                    <a:pt x="1127" y="682"/>
                    <a:pt x="887" y="664"/>
                    <a:pt x="690" y="656"/>
                  </a:cubicBezTo>
                  <a:cubicBezTo>
                    <a:pt x="493" y="648"/>
                    <a:pt x="178" y="668"/>
                    <a:pt x="89" y="596"/>
                  </a:cubicBezTo>
                  <a:cubicBezTo>
                    <a:pt x="0" y="524"/>
                    <a:pt x="102" y="311"/>
                    <a:pt x="155" y="224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79" name="Oval 6">
              <a:extLst>
                <a:ext uri="{FF2B5EF4-FFF2-40B4-BE49-F238E27FC236}">
                  <a16:creationId xmlns:a16="http://schemas.microsoft.com/office/drawing/2014/main" id="{843FB12B-B048-4D92-A923-B172970CC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" y="1610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80" name="Line 7">
              <a:extLst>
                <a:ext uri="{FF2B5EF4-FFF2-40B4-BE49-F238E27FC236}">
                  <a16:creationId xmlns:a16="http://schemas.microsoft.com/office/drawing/2014/main" id="{13CB3963-760E-4092-9E0C-B412A64DDE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1" y="1603"/>
              <a:ext cx="0" cy="5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81" name="Line 8">
              <a:extLst>
                <a:ext uri="{FF2B5EF4-FFF2-40B4-BE49-F238E27FC236}">
                  <a16:creationId xmlns:a16="http://schemas.microsoft.com/office/drawing/2014/main" id="{0A539CB7-D805-45F1-8BA3-29D8EA231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4" y="1603"/>
              <a:ext cx="0" cy="5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82" name="Rectangle 9">
              <a:extLst>
                <a:ext uri="{FF2B5EF4-FFF2-40B4-BE49-F238E27FC236}">
                  <a16:creationId xmlns:a16="http://schemas.microsoft.com/office/drawing/2014/main" id="{211C1857-299F-457D-87D2-06C78A5D8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" y="1603"/>
              <a:ext cx="310" cy="51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1983" name="Oval 10">
              <a:extLst>
                <a:ext uri="{FF2B5EF4-FFF2-40B4-BE49-F238E27FC236}">
                  <a16:creationId xmlns:a16="http://schemas.microsoft.com/office/drawing/2014/main" id="{D93D4473-6D91-4883-8DA4-99AC8467E9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1544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84" name="Rectangle 11">
              <a:extLst>
                <a:ext uri="{FF2B5EF4-FFF2-40B4-BE49-F238E27FC236}">
                  <a16:creationId xmlns:a16="http://schemas.microsoft.com/office/drawing/2014/main" id="{F26D0220-8577-440F-AE2F-803E2EF927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" y="1557"/>
              <a:ext cx="141" cy="124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85" name="Text Box 12">
              <a:extLst>
                <a:ext uri="{FF2B5EF4-FFF2-40B4-BE49-F238E27FC236}">
                  <a16:creationId xmlns:a16="http://schemas.microsoft.com/office/drawing/2014/main" id="{8B753BDB-27C1-45DE-95EF-4A835BC0B2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9" y="1492"/>
              <a:ext cx="32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3b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1986" name="Oval 13">
              <a:extLst>
                <a:ext uri="{FF2B5EF4-FFF2-40B4-BE49-F238E27FC236}">
                  <a16:creationId xmlns:a16="http://schemas.microsoft.com/office/drawing/2014/main" id="{BFB4724A-1989-477E-90AD-909CC5B8BD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9" y="2216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87" name="Line 14">
              <a:extLst>
                <a:ext uri="{FF2B5EF4-FFF2-40B4-BE49-F238E27FC236}">
                  <a16:creationId xmlns:a16="http://schemas.microsoft.com/office/drawing/2014/main" id="{388A5C2C-64CC-4A8F-8115-FD9554624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9" y="2209"/>
              <a:ext cx="0" cy="5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88" name="Line 15">
              <a:extLst>
                <a:ext uri="{FF2B5EF4-FFF2-40B4-BE49-F238E27FC236}">
                  <a16:creationId xmlns:a16="http://schemas.microsoft.com/office/drawing/2014/main" id="{BE77D307-FE18-4F6D-BF26-98503F01C8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2" y="2209"/>
              <a:ext cx="0" cy="5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89" name="Rectangle 16">
              <a:extLst>
                <a:ext uri="{FF2B5EF4-FFF2-40B4-BE49-F238E27FC236}">
                  <a16:creationId xmlns:a16="http://schemas.microsoft.com/office/drawing/2014/main" id="{41D998B9-CF84-4293-B811-0CD43A198B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9" y="2209"/>
              <a:ext cx="310" cy="51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1990" name="Oval 17">
              <a:extLst>
                <a:ext uri="{FF2B5EF4-FFF2-40B4-BE49-F238E27FC236}">
                  <a16:creationId xmlns:a16="http://schemas.microsoft.com/office/drawing/2014/main" id="{0A1EE66F-DE60-4B69-A7A6-A0B5AC2809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6" y="215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211991" name="Group 18">
              <a:extLst>
                <a:ext uri="{FF2B5EF4-FFF2-40B4-BE49-F238E27FC236}">
                  <a16:creationId xmlns:a16="http://schemas.microsoft.com/office/drawing/2014/main" id="{55935059-A2C7-4A78-B70B-3CCF1998FC8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78" y="2092"/>
              <a:ext cx="321" cy="269"/>
              <a:chOff x="2897" y="2425"/>
              <a:chExt cx="323" cy="269"/>
            </a:xfrm>
          </p:grpSpPr>
          <p:sp>
            <p:nvSpPr>
              <p:cNvPr id="212094" name="Rectangle 19">
                <a:extLst>
                  <a:ext uri="{FF2B5EF4-FFF2-40B4-BE49-F238E27FC236}">
                    <a16:creationId xmlns:a16="http://schemas.microsoft.com/office/drawing/2014/main" id="{419D86AC-2D6A-434F-BF40-4AA44DA9C3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95" name="Text Box 20">
                <a:extLst>
                  <a:ext uri="{FF2B5EF4-FFF2-40B4-BE49-F238E27FC236}">
                    <a16:creationId xmlns:a16="http://schemas.microsoft.com/office/drawing/2014/main" id="{000EE692-2B84-438A-899F-F01696842E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7" y="2425"/>
                <a:ext cx="323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1d</a:t>
                </a:r>
              </a:p>
            </p:txBody>
          </p:sp>
        </p:grpSp>
        <p:sp>
          <p:nvSpPr>
            <p:cNvPr id="211992" name="Oval 21">
              <a:extLst>
                <a:ext uri="{FF2B5EF4-FFF2-40B4-BE49-F238E27FC236}">
                  <a16:creationId xmlns:a16="http://schemas.microsoft.com/office/drawing/2014/main" id="{B5F5A4F7-44BB-4518-A3CE-8EB26BBD3A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2" y="1478"/>
              <a:ext cx="313" cy="83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93" name="Line 22">
              <a:extLst>
                <a:ext uri="{FF2B5EF4-FFF2-40B4-BE49-F238E27FC236}">
                  <a16:creationId xmlns:a16="http://schemas.microsoft.com/office/drawing/2014/main" id="{EEAD878E-3EA9-45C8-BF8D-864455D425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2" y="1471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94" name="Line 23">
              <a:extLst>
                <a:ext uri="{FF2B5EF4-FFF2-40B4-BE49-F238E27FC236}">
                  <a16:creationId xmlns:a16="http://schemas.microsoft.com/office/drawing/2014/main" id="{F32548B5-36C2-474A-86A6-D248C7D9DA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5" y="1471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1995" name="Rectangle 24">
              <a:extLst>
                <a:ext uri="{FF2B5EF4-FFF2-40B4-BE49-F238E27FC236}">
                  <a16:creationId xmlns:a16="http://schemas.microsoft.com/office/drawing/2014/main" id="{3B168852-E3C3-493C-B0DA-4238F8E66A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2" y="1471"/>
              <a:ext cx="310" cy="47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1996" name="Oval 25">
              <a:extLst>
                <a:ext uri="{FF2B5EF4-FFF2-40B4-BE49-F238E27FC236}">
                  <a16:creationId xmlns:a16="http://schemas.microsoft.com/office/drawing/2014/main" id="{7544D399-B5A5-4D09-AB1E-305BC93D92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9" y="1412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97" name="Rectangle 26">
              <a:extLst>
                <a:ext uri="{FF2B5EF4-FFF2-40B4-BE49-F238E27FC236}">
                  <a16:creationId xmlns:a16="http://schemas.microsoft.com/office/drawing/2014/main" id="{70C6CDED-9B97-41FA-8506-4A792D95E2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" y="1425"/>
              <a:ext cx="142" cy="110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1998" name="Text Box 27">
              <a:extLst>
                <a:ext uri="{FF2B5EF4-FFF2-40B4-BE49-F238E27FC236}">
                  <a16:creationId xmlns:a16="http://schemas.microsoft.com/office/drawing/2014/main" id="{AA140AE8-4AB3-4475-A4B1-642E945050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1" y="1359"/>
              <a:ext cx="32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3a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1999" name="Oval 28">
              <a:extLst>
                <a:ext uri="{FF2B5EF4-FFF2-40B4-BE49-F238E27FC236}">
                  <a16:creationId xmlns:a16="http://schemas.microsoft.com/office/drawing/2014/main" id="{EEC3E3EA-E15B-4215-8770-6941B2A1F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3" y="1820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00" name="Line 29">
              <a:extLst>
                <a:ext uri="{FF2B5EF4-FFF2-40B4-BE49-F238E27FC236}">
                  <a16:creationId xmlns:a16="http://schemas.microsoft.com/office/drawing/2014/main" id="{1551622C-2160-4E30-B640-862E6FFF2F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3" y="1814"/>
              <a:ext cx="0" cy="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01" name="Line 30">
              <a:extLst>
                <a:ext uri="{FF2B5EF4-FFF2-40B4-BE49-F238E27FC236}">
                  <a16:creationId xmlns:a16="http://schemas.microsoft.com/office/drawing/2014/main" id="{6B8A1A9F-4D23-428D-9C31-928ACAAA3B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56" y="1814"/>
              <a:ext cx="0" cy="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02" name="Rectangle 31">
              <a:extLst>
                <a:ext uri="{FF2B5EF4-FFF2-40B4-BE49-F238E27FC236}">
                  <a16:creationId xmlns:a16="http://schemas.microsoft.com/office/drawing/2014/main" id="{175C8CB9-0430-42AD-B2D1-ED13059240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3" y="1814"/>
              <a:ext cx="310" cy="48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2003" name="Oval 32">
              <a:extLst>
                <a:ext uri="{FF2B5EF4-FFF2-40B4-BE49-F238E27FC236}">
                  <a16:creationId xmlns:a16="http://schemas.microsoft.com/office/drawing/2014/main" id="{4047D19A-0CC3-497A-8001-81BC32998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0" y="1754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212004" name="Group 33">
              <a:extLst>
                <a:ext uri="{FF2B5EF4-FFF2-40B4-BE49-F238E27FC236}">
                  <a16:creationId xmlns:a16="http://schemas.microsoft.com/office/drawing/2014/main" id="{DED7C0D8-4675-4B4A-900F-05633E6E1C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5" y="1696"/>
              <a:ext cx="310" cy="270"/>
              <a:chOff x="2899" y="2425"/>
              <a:chExt cx="319" cy="270"/>
            </a:xfrm>
          </p:grpSpPr>
          <p:sp>
            <p:nvSpPr>
              <p:cNvPr id="212092" name="Rectangle 34">
                <a:extLst>
                  <a:ext uri="{FF2B5EF4-FFF2-40B4-BE49-F238E27FC236}">
                    <a16:creationId xmlns:a16="http://schemas.microsoft.com/office/drawing/2014/main" id="{E7DAD431-CF83-4A90-992F-3FED32BB7F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93" name="Text Box 35">
                <a:extLst>
                  <a:ext uri="{FF2B5EF4-FFF2-40B4-BE49-F238E27FC236}">
                    <a16:creationId xmlns:a16="http://schemas.microsoft.com/office/drawing/2014/main" id="{0BAC3AC5-C290-47AA-A2E2-AA3299E75A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99" y="2425"/>
                <a:ext cx="319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1c</a:t>
                </a:r>
              </a:p>
            </p:txBody>
          </p:sp>
        </p:grpSp>
        <p:sp>
          <p:nvSpPr>
            <p:cNvPr id="212005" name="Line 36">
              <a:extLst>
                <a:ext uri="{FF2B5EF4-FFF2-40B4-BE49-F238E27FC236}">
                  <a16:creationId xmlns:a16="http://schemas.microsoft.com/office/drawing/2014/main" id="{03E4075F-0E22-4DE7-84B0-588A897DF1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632"/>
              <a:ext cx="308" cy="9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06" name="Line 37">
              <a:extLst>
                <a:ext uri="{FF2B5EF4-FFF2-40B4-BE49-F238E27FC236}">
                  <a16:creationId xmlns:a16="http://schemas.microsoft.com/office/drawing/2014/main" id="{89FC3C05-49D2-4A42-877E-734FF0E8FD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62" y="1556"/>
              <a:ext cx="91" cy="11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07" name="Line 38">
              <a:extLst>
                <a:ext uri="{FF2B5EF4-FFF2-40B4-BE49-F238E27FC236}">
                  <a16:creationId xmlns:a16="http://schemas.microsoft.com/office/drawing/2014/main" id="{06FB9403-F3FE-40AC-A451-89CFB467C9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70" y="1512"/>
              <a:ext cx="114" cy="7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08" name="Freeform 39">
              <a:extLst>
                <a:ext uri="{FF2B5EF4-FFF2-40B4-BE49-F238E27FC236}">
                  <a16:creationId xmlns:a16="http://schemas.microsoft.com/office/drawing/2014/main" id="{5DDFA06A-AF1B-4A22-92A5-5FD240876E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90" y="2146"/>
              <a:ext cx="264" cy="82"/>
            </a:xfrm>
            <a:custGeom>
              <a:avLst/>
              <a:gdLst>
                <a:gd name="T0" fmla="*/ 0 w 264"/>
                <a:gd name="T1" fmla="*/ 82 h 82"/>
                <a:gd name="T2" fmla="*/ 264 w 264"/>
                <a:gd name="T3" fmla="*/ 0 h 82"/>
                <a:gd name="T4" fmla="*/ 0 60000 65536"/>
                <a:gd name="T5" fmla="*/ 0 60000 65536"/>
                <a:gd name="T6" fmla="*/ 0 w 264"/>
                <a:gd name="T7" fmla="*/ 0 h 82"/>
                <a:gd name="T8" fmla="*/ 264 w 264"/>
                <a:gd name="T9" fmla="*/ 82 h 8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64" h="82">
                  <a:moveTo>
                    <a:pt x="0" y="82"/>
                  </a:moveTo>
                  <a:lnTo>
                    <a:pt x="264" y="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09" name="Freeform 40">
              <a:extLst>
                <a:ext uri="{FF2B5EF4-FFF2-40B4-BE49-F238E27FC236}">
                  <a16:creationId xmlns:a16="http://schemas.microsoft.com/office/drawing/2014/main" id="{C4EEC5E6-A11E-4BC4-836A-B25DC92A85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0" y="2110"/>
              <a:ext cx="152" cy="118"/>
            </a:xfrm>
            <a:custGeom>
              <a:avLst/>
              <a:gdLst>
                <a:gd name="T0" fmla="*/ 0 w 152"/>
                <a:gd name="T1" fmla="*/ 0 h 118"/>
                <a:gd name="T2" fmla="*/ 152 w 152"/>
                <a:gd name="T3" fmla="*/ 118 h 118"/>
                <a:gd name="T4" fmla="*/ 0 60000 65536"/>
                <a:gd name="T5" fmla="*/ 0 60000 65536"/>
                <a:gd name="T6" fmla="*/ 0 w 152"/>
                <a:gd name="T7" fmla="*/ 0 h 118"/>
                <a:gd name="T8" fmla="*/ 152 w 152"/>
                <a:gd name="T9" fmla="*/ 118 h 118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52" h="118">
                  <a:moveTo>
                    <a:pt x="0" y="0"/>
                  </a:moveTo>
                  <a:lnTo>
                    <a:pt x="152" y="118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0" name="Freeform 41">
              <a:extLst>
                <a:ext uri="{FF2B5EF4-FFF2-40B4-BE49-F238E27FC236}">
                  <a16:creationId xmlns:a16="http://schemas.microsoft.com/office/drawing/2014/main" id="{2E255448-49DE-4CF6-817B-0CF011B567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54" y="2040"/>
              <a:ext cx="564" cy="82"/>
            </a:xfrm>
            <a:custGeom>
              <a:avLst/>
              <a:gdLst>
                <a:gd name="T0" fmla="*/ 0 w 564"/>
                <a:gd name="T1" fmla="*/ 0 h 82"/>
                <a:gd name="T2" fmla="*/ 564 w 564"/>
                <a:gd name="T3" fmla="*/ 82 h 82"/>
                <a:gd name="T4" fmla="*/ 0 60000 65536"/>
                <a:gd name="T5" fmla="*/ 0 60000 65536"/>
                <a:gd name="T6" fmla="*/ 0 w 564"/>
                <a:gd name="T7" fmla="*/ 0 h 82"/>
                <a:gd name="T8" fmla="*/ 564 w 564"/>
                <a:gd name="T9" fmla="*/ 82 h 8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564" h="82">
                  <a:moveTo>
                    <a:pt x="0" y="0"/>
                  </a:moveTo>
                  <a:lnTo>
                    <a:pt x="564" y="82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1" name="Freeform 42">
              <a:extLst>
                <a:ext uri="{FF2B5EF4-FFF2-40B4-BE49-F238E27FC236}">
                  <a16:creationId xmlns:a16="http://schemas.microsoft.com/office/drawing/2014/main" id="{8089DB3C-38F6-4403-A8DA-75900F2491B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2" y="1878"/>
              <a:ext cx="76" cy="94"/>
            </a:xfrm>
            <a:custGeom>
              <a:avLst/>
              <a:gdLst>
                <a:gd name="T0" fmla="*/ 0 w 76"/>
                <a:gd name="T1" fmla="*/ 94 h 94"/>
                <a:gd name="T2" fmla="*/ 76 w 76"/>
                <a:gd name="T3" fmla="*/ 0 h 94"/>
                <a:gd name="T4" fmla="*/ 0 60000 65536"/>
                <a:gd name="T5" fmla="*/ 0 60000 65536"/>
                <a:gd name="T6" fmla="*/ 0 w 76"/>
                <a:gd name="T7" fmla="*/ 0 h 94"/>
                <a:gd name="T8" fmla="*/ 76 w 76"/>
                <a:gd name="T9" fmla="*/ 94 h 9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76" h="94">
                  <a:moveTo>
                    <a:pt x="0" y="94"/>
                  </a:moveTo>
                  <a:lnTo>
                    <a:pt x="76" y="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2" name="Freeform 43">
              <a:extLst>
                <a:ext uri="{FF2B5EF4-FFF2-40B4-BE49-F238E27FC236}">
                  <a16:creationId xmlns:a16="http://schemas.microsoft.com/office/drawing/2014/main" id="{F312952B-9478-4436-A65E-7A152D0FE8B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6" y="1502"/>
              <a:ext cx="252" cy="114"/>
            </a:xfrm>
            <a:custGeom>
              <a:avLst/>
              <a:gdLst>
                <a:gd name="T0" fmla="*/ 0 w 252"/>
                <a:gd name="T1" fmla="*/ 114 h 114"/>
                <a:gd name="T2" fmla="*/ 252 w 252"/>
                <a:gd name="T3" fmla="*/ 0 h 114"/>
                <a:gd name="T4" fmla="*/ 0 60000 65536"/>
                <a:gd name="T5" fmla="*/ 0 60000 65536"/>
                <a:gd name="T6" fmla="*/ 0 w 252"/>
                <a:gd name="T7" fmla="*/ 0 h 114"/>
                <a:gd name="T8" fmla="*/ 252 w 252"/>
                <a:gd name="T9" fmla="*/ 114 h 11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52" h="114">
                  <a:moveTo>
                    <a:pt x="0" y="114"/>
                  </a:moveTo>
                  <a:lnTo>
                    <a:pt x="252" y="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3" name="Freeform 44">
              <a:extLst>
                <a:ext uri="{FF2B5EF4-FFF2-40B4-BE49-F238E27FC236}">
                  <a16:creationId xmlns:a16="http://schemas.microsoft.com/office/drawing/2014/main" id="{9827A937-1394-493C-BF72-F7716FB730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2" y="1562"/>
              <a:ext cx="444" cy="258"/>
            </a:xfrm>
            <a:custGeom>
              <a:avLst/>
              <a:gdLst>
                <a:gd name="T0" fmla="*/ 0 w 444"/>
                <a:gd name="T1" fmla="*/ 0 h 258"/>
                <a:gd name="T2" fmla="*/ 444 w 444"/>
                <a:gd name="T3" fmla="*/ 258 h 258"/>
                <a:gd name="T4" fmla="*/ 0 60000 65536"/>
                <a:gd name="T5" fmla="*/ 0 60000 65536"/>
                <a:gd name="T6" fmla="*/ 0 w 444"/>
                <a:gd name="T7" fmla="*/ 0 h 258"/>
                <a:gd name="T8" fmla="*/ 444 w 444"/>
                <a:gd name="T9" fmla="*/ 258 h 258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444" h="258">
                  <a:moveTo>
                    <a:pt x="0" y="0"/>
                  </a:moveTo>
                  <a:lnTo>
                    <a:pt x="444" y="258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4" name="Freeform 45">
              <a:extLst>
                <a:ext uri="{FF2B5EF4-FFF2-40B4-BE49-F238E27FC236}">
                  <a16:creationId xmlns:a16="http://schemas.microsoft.com/office/drawing/2014/main" id="{C4B572DE-5083-4673-B483-97C840FA8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680"/>
              <a:ext cx="654" cy="420"/>
            </a:xfrm>
            <a:custGeom>
              <a:avLst/>
              <a:gdLst>
                <a:gd name="T0" fmla="*/ 0 w 654"/>
                <a:gd name="T1" fmla="*/ 420 h 420"/>
                <a:gd name="T2" fmla="*/ 654 w 654"/>
                <a:gd name="T3" fmla="*/ 0 h 420"/>
                <a:gd name="T4" fmla="*/ 0 60000 65536"/>
                <a:gd name="T5" fmla="*/ 0 60000 65536"/>
                <a:gd name="T6" fmla="*/ 0 w 654"/>
                <a:gd name="T7" fmla="*/ 0 h 420"/>
                <a:gd name="T8" fmla="*/ 654 w 654"/>
                <a:gd name="T9" fmla="*/ 420 h 42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654" h="420">
                  <a:moveTo>
                    <a:pt x="0" y="420"/>
                  </a:moveTo>
                  <a:lnTo>
                    <a:pt x="654" y="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5" name="Oval 46">
              <a:extLst>
                <a:ext uri="{FF2B5EF4-FFF2-40B4-BE49-F238E27FC236}">
                  <a16:creationId xmlns:a16="http://schemas.microsoft.com/office/drawing/2014/main" id="{7036CAC7-72BF-40D3-BADC-646290F67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" y="1617"/>
              <a:ext cx="313" cy="82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16" name="Line 47">
              <a:extLst>
                <a:ext uri="{FF2B5EF4-FFF2-40B4-BE49-F238E27FC236}">
                  <a16:creationId xmlns:a16="http://schemas.microsoft.com/office/drawing/2014/main" id="{6DE7BA9B-860A-49BE-B8E1-CDF47CE97D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5" y="160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7" name="Line 48">
              <a:extLst>
                <a:ext uri="{FF2B5EF4-FFF2-40B4-BE49-F238E27FC236}">
                  <a16:creationId xmlns:a16="http://schemas.microsoft.com/office/drawing/2014/main" id="{0027A36F-FD8E-4CDA-BEA5-4E898A1450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60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18" name="Rectangle 49">
              <a:extLst>
                <a:ext uri="{FF2B5EF4-FFF2-40B4-BE49-F238E27FC236}">
                  <a16:creationId xmlns:a16="http://schemas.microsoft.com/office/drawing/2014/main" id="{7801C865-DB0F-4C99-B0F5-058AB39C1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" y="1609"/>
              <a:ext cx="310" cy="50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2019" name="Oval 50">
              <a:extLst>
                <a:ext uri="{FF2B5EF4-FFF2-40B4-BE49-F238E27FC236}">
                  <a16:creationId xmlns:a16="http://schemas.microsoft.com/office/drawing/2014/main" id="{2654D817-4B86-4F44-A0E1-EE645AD1B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2" y="155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20" name="Rectangle 51">
              <a:extLst>
                <a:ext uri="{FF2B5EF4-FFF2-40B4-BE49-F238E27FC236}">
                  <a16:creationId xmlns:a16="http://schemas.microsoft.com/office/drawing/2014/main" id="{0FAFEF7C-842E-4937-9386-1BC92C7F8B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09" y="1563"/>
              <a:ext cx="141" cy="122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21" name="Text Box 52">
              <a:extLst>
                <a:ext uri="{FF2B5EF4-FFF2-40B4-BE49-F238E27FC236}">
                  <a16:creationId xmlns:a16="http://schemas.microsoft.com/office/drawing/2014/main" id="{3A90A18E-5390-46E7-B94E-95A7DC8B78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3" y="1498"/>
              <a:ext cx="32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2a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2022" name="Text Box 53">
              <a:extLst>
                <a:ext uri="{FF2B5EF4-FFF2-40B4-BE49-F238E27FC236}">
                  <a16:creationId xmlns:a16="http://schemas.microsoft.com/office/drawing/2014/main" id="{7701803F-5401-425A-9099-53662D3AE3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7" y="1585"/>
              <a:ext cx="456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AS3</a:t>
              </a:r>
              <a:endParaRPr lang="en-US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23" name="Text Box 54">
              <a:extLst>
                <a:ext uri="{FF2B5EF4-FFF2-40B4-BE49-F238E27FC236}">
                  <a16:creationId xmlns:a16="http://schemas.microsoft.com/office/drawing/2014/main" id="{B8E3987A-00CF-43BD-9B79-ADAB88925D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80" y="2042"/>
              <a:ext cx="456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AS1</a:t>
              </a:r>
              <a:endParaRPr lang="en-US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24" name="Text Box 55">
              <a:extLst>
                <a:ext uri="{FF2B5EF4-FFF2-40B4-BE49-F238E27FC236}">
                  <a16:creationId xmlns:a16="http://schemas.microsoft.com/office/drawing/2014/main" id="{EA5D8715-C51A-4DE2-B7F1-77B14A5B52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7" y="1787"/>
              <a:ext cx="42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AS2</a:t>
              </a:r>
            </a:p>
          </p:txBody>
        </p:sp>
        <p:sp>
          <p:nvSpPr>
            <p:cNvPr id="212025" name="Oval 56">
              <a:extLst>
                <a:ext uri="{FF2B5EF4-FFF2-40B4-BE49-F238E27FC236}">
                  <a16:creationId xmlns:a16="http://schemas.microsoft.com/office/drawing/2014/main" id="{28F31B67-6266-46E0-A7F4-AE126DCE84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7" y="2030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26" name="Line 57">
              <a:extLst>
                <a:ext uri="{FF2B5EF4-FFF2-40B4-BE49-F238E27FC236}">
                  <a16:creationId xmlns:a16="http://schemas.microsoft.com/office/drawing/2014/main" id="{EDDF8962-57F2-4E8D-8E0E-B8196174EF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7" y="2023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27" name="Line 58">
              <a:extLst>
                <a:ext uri="{FF2B5EF4-FFF2-40B4-BE49-F238E27FC236}">
                  <a16:creationId xmlns:a16="http://schemas.microsoft.com/office/drawing/2014/main" id="{4826CEEA-D489-439C-9FB0-4880C045B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51" y="2023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28" name="Rectangle 59">
              <a:extLst>
                <a:ext uri="{FF2B5EF4-FFF2-40B4-BE49-F238E27FC236}">
                  <a16:creationId xmlns:a16="http://schemas.microsoft.com/office/drawing/2014/main" id="{094CADF4-0FCA-4185-8BA2-9360E2014C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7" y="2023"/>
              <a:ext cx="310" cy="47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2029" name="Oval 60">
              <a:extLst>
                <a:ext uri="{FF2B5EF4-FFF2-40B4-BE49-F238E27FC236}">
                  <a16:creationId xmlns:a16="http://schemas.microsoft.com/office/drawing/2014/main" id="{A57A613A-C9BC-43EC-B650-D0A84CB3FE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4" y="1969"/>
              <a:ext cx="313" cy="96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30" name="Rectangle 61">
              <a:extLst>
                <a:ext uri="{FF2B5EF4-FFF2-40B4-BE49-F238E27FC236}">
                  <a16:creationId xmlns:a16="http://schemas.microsoft.com/office/drawing/2014/main" id="{769ADD5A-A650-4961-9FD3-30CD18EBDF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9" y="1995"/>
              <a:ext cx="142" cy="96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2031" name="Text Box 62">
              <a:extLst>
                <a:ext uri="{FF2B5EF4-FFF2-40B4-BE49-F238E27FC236}">
                  <a16:creationId xmlns:a16="http://schemas.microsoft.com/office/drawing/2014/main" id="{04AD88EE-AF24-46A1-9F3D-CEEBD9C430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7" y="1909"/>
              <a:ext cx="320" cy="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1a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grpSp>
          <p:nvGrpSpPr>
            <p:cNvPr id="212032" name="Group 63">
              <a:extLst>
                <a:ext uri="{FF2B5EF4-FFF2-40B4-BE49-F238E27FC236}">
                  <a16:creationId xmlns:a16="http://schemas.microsoft.com/office/drawing/2014/main" id="{53397B70-A3AC-497C-A4D5-136450FA86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70" y="1384"/>
              <a:ext cx="316" cy="269"/>
              <a:chOff x="4320" y="1936"/>
              <a:chExt cx="316" cy="269"/>
            </a:xfrm>
          </p:grpSpPr>
          <p:sp>
            <p:nvSpPr>
              <p:cNvPr id="212085" name="Oval 64">
                <a:extLst>
                  <a:ext uri="{FF2B5EF4-FFF2-40B4-BE49-F238E27FC236}">
                    <a16:creationId xmlns:a16="http://schemas.microsoft.com/office/drawing/2014/main" id="{BF80C7E3-5C0A-4463-8078-694C15CACC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3" y="20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86" name="Line 65">
                <a:extLst>
                  <a:ext uri="{FF2B5EF4-FFF2-40B4-BE49-F238E27FC236}">
                    <a16:creationId xmlns:a16="http://schemas.microsoft.com/office/drawing/2014/main" id="{6E8FF330-341E-44FF-877D-5D07C88900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23" y="2047"/>
                <a:ext cx="0" cy="5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87" name="Line 66">
                <a:extLst>
                  <a:ext uri="{FF2B5EF4-FFF2-40B4-BE49-F238E27FC236}">
                    <a16:creationId xmlns:a16="http://schemas.microsoft.com/office/drawing/2014/main" id="{96EBBC79-CE2B-4FCF-953F-36E262B170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36" y="2047"/>
                <a:ext cx="0" cy="5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88" name="Rectangle 67">
                <a:extLst>
                  <a:ext uri="{FF2B5EF4-FFF2-40B4-BE49-F238E27FC236}">
                    <a16:creationId xmlns:a16="http://schemas.microsoft.com/office/drawing/2014/main" id="{38A5AEE7-1C7C-48B0-B47A-378168177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3" y="2047"/>
                <a:ext cx="310" cy="51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2089" name="Oval 68">
                <a:extLst>
                  <a:ext uri="{FF2B5EF4-FFF2-40B4-BE49-F238E27FC236}">
                    <a16:creationId xmlns:a16="http://schemas.microsoft.com/office/drawing/2014/main" id="{253EF1BE-5BAA-4533-89D7-6D7426E1EB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20" y="1988"/>
                <a:ext cx="313" cy="97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90" name="Rectangle 69">
                <a:extLst>
                  <a:ext uri="{FF2B5EF4-FFF2-40B4-BE49-F238E27FC236}">
                    <a16:creationId xmlns:a16="http://schemas.microsoft.com/office/drawing/2014/main" id="{796BF21C-4DB6-46EF-AE60-999697D1AF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07" y="2001"/>
                <a:ext cx="141" cy="118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91" name="Text Box 70">
                <a:extLst>
                  <a:ext uri="{FF2B5EF4-FFF2-40B4-BE49-F238E27FC236}">
                    <a16:creationId xmlns:a16="http://schemas.microsoft.com/office/drawing/2014/main" id="{2CEE0792-4402-4109-A3FC-30A0F384D7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25" y="1936"/>
                <a:ext cx="310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2c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12033" name="Group 71">
              <a:extLst>
                <a:ext uri="{FF2B5EF4-FFF2-40B4-BE49-F238E27FC236}">
                  <a16:creationId xmlns:a16="http://schemas.microsoft.com/office/drawing/2014/main" id="{769044FF-EEEA-4DEC-9DD5-ADC9205B4B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46" y="1606"/>
              <a:ext cx="321" cy="269"/>
              <a:chOff x="4596" y="2158"/>
              <a:chExt cx="321" cy="269"/>
            </a:xfrm>
          </p:grpSpPr>
          <p:sp>
            <p:nvSpPr>
              <p:cNvPr id="212078" name="Oval 72">
                <a:extLst>
                  <a:ext uri="{FF2B5EF4-FFF2-40B4-BE49-F238E27FC236}">
                    <a16:creationId xmlns:a16="http://schemas.microsoft.com/office/drawing/2014/main" id="{1EEB4222-16A0-4C25-8292-2C283D272F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99" y="2276"/>
                <a:ext cx="311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79" name="Line 73">
                <a:extLst>
                  <a:ext uri="{FF2B5EF4-FFF2-40B4-BE49-F238E27FC236}">
                    <a16:creationId xmlns:a16="http://schemas.microsoft.com/office/drawing/2014/main" id="{2C64D2EB-9F67-4F79-A98D-95A410B3C0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99" y="2269"/>
                <a:ext cx="0" cy="5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80" name="Line 74">
                <a:extLst>
                  <a:ext uri="{FF2B5EF4-FFF2-40B4-BE49-F238E27FC236}">
                    <a16:creationId xmlns:a16="http://schemas.microsoft.com/office/drawing/2014/main" id="{3B9210A3-096C-4FC7-82AC-0B719D4245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10" y="2269"/>
                <a:ext cx="0" cy="5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81" name="Rectangle 75">
                <a:extLst>
                  <a:ext uri="{FF2B5EF4-FFF2-40B4-BE49-F238E27FC236}">
                    <a16:creationId xmlns:a16="http://schemas.microsoft.com/office/drawing/2014/main" id="{78371D01-EDC8-4E01-9B2B-8FFC1389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99" y="2269"/>
                <a:ext cx="310" cy="51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2082" name="Oval 76">
                <a:extLst>
                  <a:ext uri="{FF2B5EF4-FFF2-40B4-BE49-F238E27FC236}">
                    <a16:creationId xmlns:a16="http://schemas.microsoft.com/office/drawing/2014/main" id="{52F44893-8BAB-4DB6-9F87-3D1CFC261B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96" y="2208"/>
                <a:ext cx="313" cy="97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83" name="Rectangle 77">
                <a:extLst>
                  <a:ext uri="{FF2B5EF4-FFF2-40B4-BE49-F238E27FC236}">
                    <a16:creationId xmlns:a16="http://schemas.microsoft.com/office/drawing/2014/main" id="{1E204EE4-7CFD-466A-98A8-758BD26CBE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83" y="2221"/>
                <a:ext cx="141" cy="11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84" name="Text Box 78">
                <a:extLst>
                  <a:ext uri="{FF2B5EF4-FFF2-40B4-BE49-F238E27FC236}">
                    <a16:creationId xmlns:a16="http://schemas.microsoft.com/office/drawing/2014/main" id="{AD768880-53C8-4131-A9A2-667DF3C41E5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98" y="2158"/>
                <a:ext cx="319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2b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12034" name="Group 79">
              <a:extLst>
                <a:ext uri="{FF2B5EF4-FFF2-40B4-BE49-F238E27FC236}">
                  <a16:creationId xmlns:a16="http://schemas.microsoft.com/office/drawing/2014/main" id="{65452D79-1AB5-43AD-AA38-1D2F9E36BC0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15" y="1976"/>
              <a:ext cx="321" cy="269"/>
              <a:chOff x="2015" y="1976"/>
              <a:chExt cx="321" cy="269"/>
            </a:xfrm>
          </p:grpSpPr>
          <p:sp>
            <p:nvSpPr>
              <p:cNvPr id="212070" name="Oval 80">
                <a:extLst>
                  <a:ext uri="{FF2B5EF4-FFF2-40B4-BE49-F238E27FC236}">
                    <a16:creationId xmlns:a16="http://schemas.microsoft.com/office/drawing/2014/main" id="{52079AB5-8831-46C8-881B-40F6FB234B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9" y="2102"/>
                <a:ext cx="311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71" name="Line 81">
                <a:extLst>
                  <a:ext uri="{FF2B5EF4-FFF2-40B4-BE49-F238E27FC236}">
                    <a16:creationId xmlns:a16="http://schemas.microsoft.com/office/drawing/2014/main" id="{0F83F7D8-5990-435D-8809-B9E5BFBA421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9" y="209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72" name="Line 82">
                <a:extLst>
                  <a:ext uri="{FF2B5EF4-FFF2-40B4-BE49-F238E27FC236}">
                    <a16:creationId xmlns:a16="http://schemas.microsoft.com/office/drawing/2014/main" id="{06651158-63E5-438F-92C4-92D037D482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30" y="209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73" name="Rectangle 83">
                <a:extLst>
                  <a:ext uri="{FF2B5EF4-FFF2-40B4-BE49-F238E27FC236}">
                    <a16:creationId xmlns:a16="http://schemas.microsoft.com/office/drawing/2014/main" id="{5DCFEB7C-BDF2-4E7A-9863-D04F283AB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9" y="2097"/>
                <a:ext cx="310" cy="47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2074" name="Oval 84">
                <a:extLst>
                  <a:ext uri="{FF2B5EF4-FFF2-40B4-BE49-F238E27FC236}">
                    <a16:creationId xmlns:a16="http://schemas.microsoft.com/office/drawing/2014/main" id="{55645C92-2EE7-47EB-8D00-DD1B2D4C75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6" y="2036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212075" name="Group 85">
                <a:extLst>
                  <a:ext uri="{FF2B5EF4-FFF2-40B4-BE49-F238E27FC236}">
                    <a16:creationId xmlns:a16="http://schemas.microsoft.com/office/drawing/2014/main" id="{E2B40B16-9596-4410-BB71-D20578713E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015" y="1976"/>
                <a:ext cx="321" cy="269"/>
                <a:chOff x="2894" y="2425"/>
                <a:chExt cx="328" cy="269"/>
              </a:xfrm>
            </p:grpSpPr>
            <p:sp>
              <p:nvSpPr>
                <p:cNvPr id="212076" name="Rectangle 86">
                  <a:extLst>
                    <a:ext uri="{FF2B5EF4-FFF2-40B4-BE49-F238E27FC236}">
                      <a16:creationId xmlns:a16="http://schemas.microsoft.com/office/drawing/2014/main" id="{C5106FB8-DE71-4B38-B15D-A9DEF11693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77" name="Text Box 87">
                  <a:extLst>
                    <a:ext uri="{FF2B5EF4-FFF2-40B4-BE49-F238E27FC236}">
                      <a16:creationId xmlns:a16="http://schemas.microsoft.com/office/drawing/2014/main" id="{1A983344-B400-478F-9B80-026B571791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94" y="2425"/>
                  <a:ext cx="328" cy="2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2000">
                      <a:latin typeface="Arial" panose="020B0604020202020204" pitchFamily="34" charset="0"/>
                    </a:rPr>
                    <a:t>1b</a:t>
                  </a:r>
                  <a:endParaRPr lang="en-US" altLang="zh-TW" sz="2400">
                    <a:latin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212035" name="Freeform 88">
              <a:extLst>
                <a:ext uri="{FF2B5EF4-FFF2-40B4-BE49-F238E27FC236}">
                  <a16:creationId xmlns:a16="http://schemas.microsoft.com/office/drawing/2014/main" id="{85980C8A-DAE9-4B76-8EC5-F56D6E588A6A}"/>
                </a:ext>
              </a:extLst>
            </p:cNvPr>
            <p:cNvSpPr>
              <a:spLocks/>
            </p:cNvSpPr>
            <p:nvPr/>
          </p:nvSpPr>
          <p:spPr bwMode="auto">
            <a:xfrm>
              <a:off x="1457" y="2302"/>
              <a:ext cx="1848" cy="414"/>
            </a:xfrm>
            <a:custGeom>
              <a:avLst/>
              <a:gdLst>
                <a:gd name="T0" fmla="*/ 0 w 1848"/>
                <a:gd name="T1" fmla="*/ 414 h 414"/>
                <a:gd name="T2" fmla="*/ 84 w 1848"/>
                <a:gd name="T3" fmla="*/ 0 h 414"/>
                <a:gd name="T4" fmla="*/ 384 w 1848"/>
                <a:gd name="T5" fmla="*/ 6 h 414"/>
                <a:gd name="T6" fmla="*/ 1848 w 1848"/>
                <a:gd name="T7" fmla="*/ 414 h 414"/>
                <a:gd name="T8" fmla="*/ 0 w 1848"/>
                <a:gd name="T9" fmla="*/ 414 h 41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8"/>
                <a:gd name="T16" fmla="*/ 0 h 414"/>
                <a:gd name="T17" fmla="*/ 1848 w 1848"/>
                <a:gd name="T18" fmla="*/ 414 h 41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8" h="414">
                  <a:moveTo>
                    <a:pt x="0" y="414"/>
                  </a:moveTo>
                  <a:lnTo>
                    <a:pt x="84" y="0"/>
                  </a:lnTo>
                  <a:lnTo>
                    <a:pt x="384" y="6"/>
                  </a:lnTo>
                  <a:lnTo>
                    <a:pt x="1848" y="414"/>
                  </a:lnTo>
                  <a:lnTo>
                    <a:pt x="0" y="414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5F5F5F"/>
                </a:gs>
              </a:gsLst>
              <a:lin ang="5400000" scaled="1"/>
            </a:gradFill>
            <a:ln w="9525" cap="flat" cmpd="sng">
              <a:solidFill>
                <a:srgbClr val="DDDDDD"/>
              </a:solidFill>
              <a:prstDash val="solid"/>
              <a:round/>
              <a:headEnd/>
              <a:tailEnd/>
            </a:ln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2036" name="Rectangle 89">
              <a:extLst>
                <a:ext uri="{FF2B5EF4-FFF2-40B4-BE49-F238E27FC236}">
                  <a16:creationId xmlns:a16="http://schemas.microsoft.com/office/drawing/2014/main" id="{0B94EEE0-2085-4138-AB8F-32921E4D1D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62" y="2729"/>
              <a:ext cx="1833" cy="111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212037" name="Group 90">
              <a:extLst>
                <a:ext uri="{FF2B5EF4-FFF2-40B4-BE49-F238E27FC236}">
                  <a16:creationId xmlns:a16="http://schemas.microsoft.com/office/drawing/2014/main" id="{BEE9720E-CA10-4407-908C-81AD454547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78" y="2818"/>
              <a:ext cx="736" cy="479"/>
              <a:chOff x="1595" y="2898"/>
              <a:chExt cx="736" cy="479"/>
            </a:xfrm>
          </p:grpSpPr>
          <p:sp>
            <p:nvSpPr>
              <p:cNvPr id="212068" name="Oval 91">
                <a:extLst>
                  <a:ext uri="{FF2B5EF4-FFF2-40B4-BE49-F238E27FC236}">
                    <a16:creationId xmlns:a16="http://schemas.microsoft.com/office/drawing/2014/main" id="{73D47F11-EBC4-4C4E-B979-FBAC2F17D9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95" y="2898"/>
                <a:ext cx="736" cy="479"/>
              </a:xfrm>
              <a:prstGeom prst="ellipse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69" name="Text Box 92">
                <a:extLst>
                  <a:ext uri="{FF2B5EF4-FFF2-40B4-BE49-F238E27FC236}">
                    <a16:creationId xmlns:a16="http://schemas.microsoft.com/office/drawing/2014/main" id="{5AF9C063-7EFE-474E-B78A-164894B5853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33" y="2933"/>
                <a:ext cx="553" cy="4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000099"/>
                    </a:solidFill>
                    <a:latin typeface="Arial" panose="020B0604020202020204" pitchFamily="34" charset="0"/>
                  </a:rPr>
                  <a:t>Intra-AS</a:t>
                </a:r>
              </a:p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000099"/>
                    </a:solidFill>
                    <a:latin typeface="Arial" panose="020B0604020202020204" pitchFamily="34" charset="0"/>
                  </a:rPr>
                  <a:t>Routing </a:t>
                </a:r>
              </a:p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000099"/>
                    </a:solidFill>
                    <a:latin typeface="Arial" panose="020B0604020202020204" pitchFamily="34" charset="0"/>
                  </a:rPr>
                  <a:t>algorithm</a:t>
                </a:r>
              </a:p>
            </p:txBody>
          </p:sp>
        </p:grpSp>
        <p:grpSp>
          <p:nvGrpSpPr>
            <p:cNvPr id="212038" name="Group 93">
              <a:extLst>
                <a:ext uri="{FF2B5EF4-FFF2-40B4-BE49-F238E27FC236}">
                  <a16:creationId xmlns:a16="http://schemas.microsoft.com/office/drawing/2014/main" id="{B0484C81-9B71-4F2D-9F02-BAE3486D7EA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2" y="2826"/>
              <a:ext cx="736" cy="479"/>
              <a:chOff x="2402" y="2826"/>
              <a:chExt cx="736" cy="479"/>
            </a:xfrm>
          </p:grpSpPr>
          <p:sp>
            <p:nvSpPr>
              <p:cNvPr id="212066" name="Oval 94">
                <a:extLst>
                  <a:ext uri="{FF2B5EF4-FFF2-40B4-BE49-F238E27FC236}">
                    <a16:creationId xmlns:a16="http://schemas.microsoft.com/office/drawing/2014/main" id="{142287B3-C209-45D9-8BF4-DBB23F266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2" y="2828"/>
                <a:ext cx="736" cy="477"/>
              </a:xfrm>
              <a:prstGeom prst="ellips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67" name="Text Box 95">
                <a:extLst>
                  <a:ext uri="{FF2B5EF4-FFF2-40B4-BE49-F238E27FC236}">
                    <a16:creationId xmlns:a16="http://schemas.microsoft.com/office/drawing/2014/main" id="{297BAD33-34B6-48CB-AE76-905A5916FC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39" y="2862"/>
                <a:ext cx="553" cy="4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FF0000"/>
                    </a:solidFill>
                    <a:latin typeface="Arial" panose="020B0604020202020204" pitchFamily="34" charset="0"/>
                  </a:rPr>
                  <a:t>Inter-AS</a:t>
                </a:r>
              </a:p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FF0000"/>
                    </a:solidFill>
                    <a:latin typeface="Arial" panose="020B0604020202020204" pitchFamily="34" charset="0"/>
                  </a:rPr>
                  <a:t>Routing </a:t>
                </a:r>
              </a:p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200">
                    <a:solidFill>
                      <a:srgbClr val="FF0000"/>
                    </a:solidFill>
                    <a:latin typeface="Arial" panose="020B0604020202020204" pitchFamily="34" charset="0"/>
                  </a:rPr>
                  <a:t>algorithm</a:t>
                </a:r>
              </a:p>
            </p:txBody>
          </p:sp>
        </p:grpSp>
        <p:sp>
          <p:nvSpPr>
            <p:cNvPr id="212039" name="Rectangle 96">
              <a:extLst>
                <a:ext uri="{FF2B5EF4-FFF2-40B4-BE49-F238E27FC236}">
                  <a16:creationId xmlns:a16="http://schemas.microsoft.com/office/drawing/2014/main" id="{8EE1E7DC-5FB3-437E-8D6B-0A8816416F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2" y="3447"/>
              <a:ext cx="780" cy="26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Forwarding</a:t>
              </a:r>
            </a:p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400">
                  <a:latin typeface="Arial" panose="020B0604020202020204" pitchFamily="34" charset="0"/>
                </a:rPr>
                <a:t>table</a:t>
              </a:r>
            </a:p>
          </p:txBody>
        </p:sp>
        <p:sp>
          <p:nvSpPr>
            <p:cNvPr id="212040" name="Freeform 97">
              <a:extLst>
                <a:ext uri="{FF2B5EF4-FFF2-40B4-BE49-F238E27FC236}">
                  <a16:creationId xmlns:a16="http://schemas.microsoft.com/office/drawing/2014/main" id="{0BEB8059-9446-46EB-94D3-EA8288369C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" y="3217"/>
              <a:ext cx="275" cy="345"/>
            </a:xfrm>
            <a:custGeom>
              <a:avLst/>
              <a:gdLst>
                <a:gd name="T0" fmla="*/ 0 w 275"/>
                <a:gd name="T1" fmla="*/ 0 h 345"/>
                <a:gd name="T2" fmla="*/ 71 w 275"/>
                <a:gd name="T3" fmla="*/ 230 h 345"/>
                <a:gd name="T4" fmla="*/ 275 w 275"/>
                <a:gd name="T5" fmla="*/ 345 h 345"/>
                <a:gd name="T6" fmla="*/ 0 60000 65536"/>
                <a:gd name="T7" fmla="*/ 0 60000 65536"/>
                <a:gd name="T8" fmla="*/ 0 60000 65536"/>
                <a:gd name="T9" fmla="*/ 0 w 275"/>
                <a:gd name="T10" fmla="*/ 0 h 345"/>
                <a:gd name="T11" fmla="*/ 275 w 275"/>
                <a:gd name="T12" fmla="*/ 345 h 34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75" h="345">
                  <a:moveTo>
                    <a:pt x="0" y="0"/>
                  </a:moveTo>
                  <a:cubicBezTo>
                    <a:pt x="12" y="86"/>
                    <a:pt x="25" y="173"/>
                    <a:pt x="71" y="230"/>
                  </a:cubicBezTo>
                  <a:cubicBezTo>
                    <a:pt x="117" y="287"/>
                    <a:pt x="241" y="326"/>
                    <a:pt x="275" y="345"/>
                  </a:cubicBezTo>
                </a:path>
              </a:pathLst>
            </a:cu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1" name="Freeform 98">
              <a:extLst>
                <a:ext uri="{FF2B5EF4-FFF2-40B4-BE49-F238E27FC236}">
                  <a16:creationId xmlns:a16="http://schemas.microsoft.com/office/drawing/2014/main" id="{E2087388-C4DD-4CE8-A640-3FDE6836A63A}"/>
                </a:ext>
              </a:extLst>
            </p:cNvPr>
            <p:cNvSpPr>
              <a:spLocks/>
            </p:cNvSpPr>
            <p:nvPr/>
          </p:nvSpPr>
          <p:spPr bwMode="auto">
            <a:xfrm>
              <a:off x="2712" y="3217"/>
              <a:ext cx="354" cy="372"/>
            </a:xfrm>
            <a:custGeom>
              <a:avLst/>
              <a:gdLst>
                <a:gd name="T0" fmla="*/ 354 w 354"/>
                <a:gd name="T1" fmla="*/ 0 h 372"/>
                <a:gd name="T2" fmla="*/ 248 w 354"/>
                <a:gd name="T3" fmla="*/ 274 h 372"/>
                <a:gd name="T4" fmla="*/ 0 w 354"/>
                <a:gd name="T5" fmla="*/ 372 h 372"/>
                <a:gd name="T6" fmla="*/ 0 60000 65536"/>
                <a:gd name="T7" fmla="*/ 0 60000 65536"/>
                <a:gd name="T8" fmla="*/ 0 60000 65536"/>
                <a:gd name="T9" fmla="*/ 0 w 354"/>
                <a:gd name="T10" fmla="*/ 0 h 372"/>
                <a:gd name="T11" fmla="*/ 354 w 354"/>
                <a:gd name="T12" fmla="*/ 372 h 37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54" h="372">
                  <a:moveTo>
                    <a:pt x="354" y="0"/>
                  </a:moveTo>
                  <a:cubicBezTo>
                    <a:pt x="330" y="106"/>
                    <a:pt x="307" y="212"/>
                    <a:pt x="248" y="274"/>
                  </a:cubicBezTo>
                  <a:cubicBezTo>
                    <a:pt x="189" y="336"/>
                    <a:pt x="41" y="354"/>
                    <a:pt x="0" y="372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2042" name="Group 99">
              <a:extLst>
                <a:ext uri="{FF2B5EF4-FFF2-40B4-BE49-F238E27FC236}">
                  <a16:creationId xmlns:a16="http://schemas.microsoft.com/office/drawing/2014/main" id="{997A42C6-051D-4EEA-A2F3-5A921E39A3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9" y="1222"/>
              <a:ext cx="316" cy="269"/>
              <a:chOff x="2016" y="1976"/>
              <a:chExt cx="316" cy="269"/>
            </a:xfrm>
          </p:grpSpPr>
          <p:sp>
            <p:nvSpPr>
              <p:cNvPr id="212058" name="Oval 100">
                <a:extLst>
                  <a:ext uri="{FF2B5EF4-FFF2-40B4-BE49-F238E27FC236}">
                    <a16:creationId xmlns:a16="http://schemas.microsoft.com/office/drawing/2014/main" id="{AE2C4BAB-813C-4AF8-9BBB-46E654DC04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9" y="2102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2059" name="Line 101">
                <a:extLst>
                  <a:ext uri="{FF2B5EF4-FFF2-40B4-BE49-F238E27FC236}">
                    <a16:creationId xmlns:a16="http://schemas.microsoft.com/office/drawing/2014/main" id="{509286D1-C9C4-44F9-B7FD-0DC65B7B4A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9" y="2095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60" name="Line 102">
                <a:extLst>
                  <a:ext uri="{FF2B5EF4-FFF2-40B4-BE49-F238E27FC236}">
                    <a16:creationId xmlns:a16="http://schemas.microsoft.com/office/drawing/2014/main" id="{574FCF30-DB9E-4228-9744-23516411AF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32" y="2095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2061" name="Rectangle 103">
                <a:extLst>
                  <a:ext uri="{FF2B5EF4-FFF2-40B4-BE49-F238E27FC236}">
                    <a16:creationId xmlns:a16="http://schemas.microsoft.com/office/drawing/2014/main" id="{134011CF-AB84-4D3D-A26D-7E7F0204F5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9" y="2095"/>
                <a:ext cx="310" cy="50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2062" name="Oval 104">
                <a:extLst>
                  <a:ext uri="{FF2B5EF4-FFF2-40B4-BE49-F238E27FC236}">
                    <a16:creationId xmlns:a16="http://schemas.microsoft.com/office/drawing/2014/main" id="{D6D8668C-CA9E-4CAA-8567-0659CB193E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6" y="2037"/>
                <a:ext cx="313" cy="94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212063" name="Group 105">
                <a:extLst>
                  <a:ext uri="{FF2B5EF4-FFF2-40B4-BE49-F238E27FC236}">
                    <a16:creationId xmlns:a16="http://schemas.microsoft.com/office/drawing/2014/main" id="{806D1AF2-9EBC-4520-8965-1E07096EC2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020" y="1976"/>
                <a:ext cx="308" cy="269"/>
                <a:chOff x="2899" y="2425"/>
                <a:chExt cx="315" cy="269"/>
              </a:xfrm>
            </p:grpSpPr>
            <p:sp>
              <p:nvSpPr>
                <p:cNvPr id="212064" name="Rectangle 106">
                  <a:extLst>
                    <a:ext uri="{FF2B5EF4-FFF2-40B4-BE49-F238E27FC236}">
                      <a16:creationId xmlns:a16="http://schemas.microsoft.com/office/drawing/2014/main" id="{BA829A82-96F1-4681-BE22-4F6D5E5297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2" cy="130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2065" name="Text Box 107">
                  <a:extLst>
                    <a:ext uri="{FF2B5EF4-FFF2-40B4-BE49-F238E27FC236}">
                      <a16:creationId xmlns:a16="http://schemas.microsoft.com/office/drawing/2014/main" id="{78834890-9314-43E3-A7D9-06AD3ABE30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99" y="2425"/>
                  <a:ext cx="315" cy="26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2000">
                      <a:latin typeface="Arial" panose="020B0604020202020204" pitchFamily="34" charset="0"/>
                    </a:rPr>
                    <a:t>3c</a:t>
                  </a:r>
                  <a:endParaRPr lang="en-US" altLang="zh-TW" sz="2400">
                    <a:latin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212043" name="Line 108">
              <a:extLst>
                <a:ext uri="{FF2B5EF4-FFF2-40B4-BE49-F238E27FC236}">
                  <a16:creationId xmlns:a16="http://schemas.microsoft.com/office/drawing/2014/main" id="{0588712F-ED30-4EAE-8125-FECA88326A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3" y="1436"/>
              <a:ext cx="62" cy="10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4" name="Line 109">
              <a:extLst>
                <a:ext uri="{FF2B5EF4-FFF2-40B4-BE49-F238E27FC236}">
                  <a16:creationId xmlns:a16="http://schemas.microsoft.com/office/drawing/2014/main" id="{708A0A82-A68D-447B-ADBE-23726A853A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6" y="1482"/>
              <a:ext cx="145" cy="1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5" name="Line 110">
              <a:extLst>
                <a:ext uri="{FF2B5EF4-FFF2-40B4-BE49-F238E27FC236}">
                  <a16:creationId xmlns:a16="http://schemas.microsoft.com/office/drawing/2014/main" id="{908EAB52-7878-43CA-A149-A669A68B3F3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5" y="1127"/>
              <a:ext cx="136" cy="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6" name="Line 111">
              <a:extLst>
                <a:ext uri="{FF2B5EF4-FFF2-40B4-BE49-F238E27FC236}">
                  <a16:creationId xmlns:a16="http://schemas.microsoft.com/office/drawing/2014/main" id="{34B8FDC2-D8B3-4627-9D63-17199F3AFC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6" y="1118"/>
              <a:ext cx="120" cy="1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7" name="Line 112">
              <a:extLst>
                <a:ext uri="{FF2B5EF4-FFF2-40B4-BE49-F238E27FC236}">
                  <a16:creationId xmlns:a16="http://schemas.microsoft.com/office/drawing/2014/main" id="{C9DECD8E-DEA1-45C8-891F-E3C0E38EC2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16" y="1211"/>
              <a:ext cx="70" cy="2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8" name="Line 113">
              <a:extLst>
                <a:ext uri="{FF2B5EF4-FFF2-40B4-BE49-F238E27FC236}">
                  <a16:creationId xmlns:a16="http://schemas.microsoft.com/office/drawing/2014/main" id="{348FFB6E-D380-497C-B8DD-AC675D680A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4" y="1728"/>
              <a:ext cx="22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49" name="Line 114">
              <a:extLst>
                <a:ext uri="{FF2B5EF4-FFF2-40B4-BE49-F238E27FC236}">
                  <a16:creationId xmlns:a16="http://schemas.microsoft.com/office/drawing/2014/main" id="{CBBCB41C-22F7-465F-9D33-620FA8C334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95" y="1415"/>
              <a:ext cx="262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0" name="Line 115">
              <a:extLst>
                <a:ext uri="{FF2B5EF4-FFF2-40B4-BE49-F238E27FC236}">
                  <a16:creationId xmlns:a16="http://schemas.microsoft.com/office/drawing/2014/main" id="{5344A469-6FD0-42D8-AA4E-840C32904D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44" y="1245"/>
              <a:ext cx="127" cy="2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1" name="Line 116">
              <a:extLst>
                <a:ext uri="{FF2B5EF4-FFF2-40B4-BE49-F238E27FC236}">
                  <a16:creationId xmlns:a16="http://schemas.microsoft.com/office/drawing/2014/main" id="{B650442B-E0EB-4A33-9250-6EF7B81B43F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932" y="1347"/>
              <a:ext cx="136" cy="18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2" name="Line 117">
              <a:extLst>
                <a:ext uri="{FF2B5EF4-FFF2-40B4-BE49-F238E27FC236}">
                  <a16:creationId xmlns:a16="http://schemas.microsoft.com/office/drawing/2014/main" id="{A8E083C1-FA0E-47AA-BCCE-A30B02DF6F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42" y="2092"/>
              <a:ext cx="135" cy="1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3" name="Line 118">
              <a:extLst>
                <a:ext uri="{FF2B5EF4-FFF2-40B4-BE49-F238E27FC236}">
                  <a16:creationId xmlns:a16="http://schemas.microsoft.com/office/drawing/2014/main" id="{9F98A0C8-68C7-4B43-B9A8-6CE505A1FE3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008" y="1991"/>
              <a:ext cx="127" cy="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4" name="Line 119">
              <a:extLst>
                <a:ext uri="{FF2B5EF4-FFF2-40B4-BE49-F238E27FC236}">
                  <a16:creationId xmlns:a16="http://schemas.microsoft.com/office/drawing/2014/main" id="{A96A4522-1C91-4159-9A1C-F00AB2C31B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79" y="2262"/>
              <a:ext cx="212" cy="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5" name="Line 120">
              <a:extLst>
                <a:ext uri="{FF2B5EF4-FFF2-40B4-BE49-F238E27FC236}">
                  <a16:creationId xmlns:a16="http://schemas.microsoft.com/office/drawing/2014/main" id="{6AEF23D4-04F4-49C7-ACA9-214F59CE05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62" y="1804"/>
              <a:ext cx="229" cy="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6" name="Line 121">
              <a:extLst>
                <a:ext uri="{FF2B5EF4-FFF2-40B4-BE49-F238E27FC236}">
                  <a16:creationId xmlns:a16="http://schemas.microsoft.com/office/drawing/2014/main" id="{9A1AA12F-8797-4597-8427-174671F044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19" y="2177"/>
              <a:ext cx="119" cy="1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2057" name="Line 122">
              <a:extLst>
                <a:ext uri="{FF2B5EF4-FFF2-40B4-BE49-F238E27FC236}">
                  <a16:creationId xmlns:a16="http://schemas.microsoft.com/office/drawing/2014/main" id="{F4D6AAE3-89B0-4AB1-B2AD-76A4580D1E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7" y="1880"/>
              <a:ext cx="145" cy="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100357" name="Rectangle 123">
            <a:extLst>
              <a:ext uri="{FF2B5EF4-FFF2-40B4-BE49-F238E27FC236}">
                <a16:creationId xmlns:a16="http://schemas.microsoft.com/office/drawing/2014/main" id="{894461FE-385C-45DC-BE76-62D4E8E07D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2275" y="228600"/>
            <a:ext cx="7772400" cy="839788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Interconnected ASes</a:t>
            </a:r>
          </a:p>
        </p:txBody>
      </p:sp>
      <p:sp>
        <p:nvSpPr>
          <p:cNvPr id="100358" name="Rectangle 124">
            <a:extLst>
              <a:ext uri="{FF2B5EF4-FFF2-40B4-BE49-F238E27FC236}">
                <a16:creationId xmlns:a16="http://schemas.microsoft.com/office/drawing/2014/main" id="{2C9317E7-3B59-4224-8D13-46E837B53509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5114925" y="3159125"/>
            <a:ext cx="3810000" cy="3400425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forwarding table  configured by both intra- and inter-AS routing algorithm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</a:rPr>
              <a:t>intra-AS</a:t>
            </a:r>
            <a:r>
              <a:rPr lang="en-US" dirty="0"/>
              <a:t> sets entries for </a:t>
            </a:r>
            <a:r>
              <a:rPr lang="en-US" dirty="0">
                <a:solidFill>
                  <a:srgbClr val="0070C0"/>
                </a:solidFill>
              </a:rPr>
              <a:t>internal </a:t>
            </a:r>
            <a:r>
              <a:rPr lang="en-US" dirty="0">
                <a:solidFill>
                  <a:schemeClr val="tx2"/>
                </a:solidFill>
              </a:rPr>
              <a:t>dests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</a:rPr>
              <a:t>inter-AS &amp; intra-AS </a:t>
            </a:r>
            <a:r>
              <a:rPr lang="en-US" dirty="0"/>
              <a:t>sets entries for </a:t>
            </a:r>
            <a:r>
              <a:rPr lang="en-US" dirty="0">
                <a:solidFill>
                  <a:srgbClr val="0070C0"/>
                </a:solidFill>
              </a:rPr>
              <a:t>external</a:t>
            </a:r>
            <a:r>
              <a:rPr lang="en-US" dirty="0"/>
              <a:t> dests </a:t>
            </a:r>
          </a:p>
        </p:txBody>
      </p:sp>
      <p:pic>
        <p:nvPicPr>
          <p:cNvPr id="211975" name="Picture 126" descr="underline_base">
            <a:extLst>
              <a:ext uri="{FF2B5EF4-FFF2-40B4-BE49-F238E27FC236}">
                <a16:creationId xmlns:a16="http://schemas.microsoft.com/office/drawing/2014/main" id="{7C1458AD-079A-48A7-B5F1-9AD840ACDB61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88423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138" name="Footer Placeholder 4">
            <a:extLst>
              <a:ext uri="{FF2B5EF4-FFF2-40B4-BE49-F238E27FC236}">
                <a16:creationId xmlns:a16="http://schemas.microsoft.com/office/drawing/2014/main" id="{656B4068-EC7F-47F7-BF6E-0A2558BE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19139" name="Slide Number Placeholder 5">
            <a:extLst>
              <a:ext uri="{FF2B5EF4-FFF2-40B4-BE49-F238E27FC236}">
                <a16:creationId xmlns:a16="http://schemas.microsoft.com/office/drawing/2014/main" id="{D065190C-2111-43A6-9309-55D34A82A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5-</a:t>
            </a:r>
            <a:fld id="{F5F7591E-DBB8-4E6F-8C25-9F88F74A587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33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sp>
        <p:nvSpPr>
          <p:cNvPr id="106500" name="Rectangle 2">
            <a:extLst>
              <a:ext uri="{FF2B5EF4-FFF2-40B4-BE49-F238E27FC236}">
                <a16:creationId xmlns:a16="http://schemas.microsoft.com/office/drawing/2014/main" id="{0E141DF2-BC54-44A4-8CCF-3E4A1F0084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Intra-AS Routing</a:t>
            </a:r>
          </a:p>
        </p:txBody>
      </p:sp>
      <p:sp>
        <p:nvSpPr>
          <p:cNvPr id="106501" name="Rectangle 3">
            <a:extLst>
              <a:ext uri="{FF2B5EF4-FFF2-40B4-BE49-F238E27FC236}">
                <a16:creationId xmlns:a16="http://schemas.microsoft.com/office/drawing/2014/main" id="{A0AAEB48-DD05-4005-82A4-ADCA523255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also known as </a:t>
            </a:r>
            <a:r>
              <a:rPr lang="en-US" i="1" dirty="0">
                <a:solidFill>
                  <a:srgbClr val="CC0000"/>
                </a:solidFill>
                <a:cs typeface="+mn-cs"/>
              </a:rPr>
              <a:t>interior gateway protocols (IGP)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most common intra-AS routing protocols: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>
                <a:solidFill>
                  <a:srgbClr val="0070C0"/>
                </a:solidFill>
              </a:rPr>
              <a:t>RIP</a:t>
            </a:r>
            <a:r>
              <a:rPr lang="en-US" sz="2800" dirty="0"/>
              <a:t>: Routing Information Protocol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>
                <a:solidFill>
                  <a:srgbClr val="0070C0"/>
                </a:solidFill>
              </a:rPr>
              <a:t>OSPF</a:t>
            </a:r>
            <a:r>
              <a:rPr lang="en-US" sz="2800" dirty="0"/>
              <a:t>: Open Shortest Path First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/>
              <a:t>IGRP: Interior Gateway Routing Protocol (Cisco proprietary)</a:t>
            </a:r>
          </a:p>
        </p:txBody>
      </p:sp>
      <p:pic>
        <p:nvPicPr>
          <p:cNvPr id="219142" name="Picture 4" descr="underline_base">
            <a:extLst>
              <a:ext uri="{FF2B5EF4-FFF2-40B4-BE49-F238E27FC236}">
                <a16:creationId xmlns:a16="http://schemas.microsoft.com/office/drawing/2014/main" id="{BE642AAE-175A-419D-92CC-1FDAF5B79550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1031875"/>
            <a:ext cx="4113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Footer Placeholder 4">
            <a:extLst>
              <a:ext uri="{FF2B5EF4-FFF2-40B4-BE49-F238E27FC236}">
                <a16:creationId xmlns:a16="http://schemas.microsoft.com/office/drawing/2014/main" id="{ECAD7F7B-6270-455A-95DE-4BB75CCF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25283" name="Slide Number Placeholder 5">
            <a:extLst>
              <a:ext uri="{FF2B5EF4-FFF2-40B4-BE49-F238E27FC236}">
                <a16:creationId xmlns:a16="http://schemas.microsoft.com/office/drawing/2014/main" id="{B1D49EA1-C813-4792-B404-2315E0A6F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5-</a:t>
            </a:r>
            <a:fld id="{FE00EE9D-7C9D-4BC2-8767-5898C98C292F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34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pic>
        <p:nvPicPr>
          <p:cNvPr id="225284" name="Picture 5" descr="underline_base">
            <a:extLst>
              <a:ext uri="{FF2B5EF4-FFF2-40B4-BE49-F238E27FC236}">
                <a16:creationId xmlns:a16="http://schemas.microsoft.com/office/drawing/2014/main" id="{5C571C1E-D4D0-48EF-91CE-BB8307FACFF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004888"/>
            <a:ext cx="7313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45" name="Rectangle 2">
            <a:extLst>
              <a:ext uri="{FF2B5EF4-FFF2-40B4-BE49-F238E27FC236}">
                <a16:creationId xmlns:a16="http://schemas.microsoft.com/office/drawing/2014/main" id="{879525C4-F236-4BBF-93BC-28E7732531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OSPF (Open Shortest Path First)</a:t>
            </a:r>
          </a:p>
        </p:txBody>
      </p:sp>
      <p:sp>
        <p:nvSpPr>
          <p:cNvPr id="225286" name="Rectangle 3">
            <a:extLst>
              <a:ext uri="{FF2B5EF4-FFF2-40B4-BE49-F238E27FC236}">
                <a16:creationId xmlns:a16="http://schemas.microsoft.com/office/drawing/2014/main" id="{019F2620-A6C6-4250-B816-F41D9AE0D8D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447800"/>
            <a:ext cx="8229600" cy="5105400"/>
          </a:xfrm>
        </p:spPr>
        <p:txBody>
          <a:bodyPr/>
          <a:lstStyle/>
          <a:p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open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: publicly available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uses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link state algorithm: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altLang="zh-TW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Floods</a:t>
            </a:r>
            <a:r>
              <a:rPr lang="en-US" altLang="zh-TW" dirty="0">
                <a:ea typeface="ＭＳ Ｐゴシック" panose="020B0600070205080204" pitchFamily="34" charset="-128"/>
              </a:rPr>
              <a:t> link state information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altLang="zh-TW" dirty="0">
                <a:ea typeface="ＭＳ Ｐゴシック" panose="020B0600070205080204" pitchFamily="34" charset="-128"/>
              </a:rPr>
              <a:t>Constructs a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complete topology map </a:t>
            </a:r>
            <a:r>
              <a:rPr lang="en-US" altLang="zh-TW" dirty="0">
                <a:ea typeface="ＭＳ Ｐゴシック" panose="020B0600070205080204" pitchFamily="34" charset="-128"/>
              </a:rPr>
              <a:t>of the entire AS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altLang="zh-TW" dirty="0">
                <a:ea typeface="ＭＳ Ｐゴシック" panose="020B0600070205080204" pitchFamily="34" charset="-128"/>
              </a:rPr>
              <a:t>Runs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Dijkstra</a:t>
            </a:r>
            <a:r>
              <a:rPr lang="ja-JP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 algorithm</a:t>
            </a:r>
            <a:r>
              <a:rPr lang="en-US" altLang="ja-JP" dirty="0">
                <a:ea typeface="ＭＳ Ｐゴシック" panose="020B0600070205080204" pitchFamily="34" charset="-128"/>
              </a:rPr>
              <a:t> to determine a shortest-path tree to all subnets, with itself as the root node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advertisements flooded to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entire</a:t>
            </a:r>
            <a:r>
              <a:rPr lang="en-US" altLang="zh-TW" dirty="0">
                <a:ea typeface="ＭＳ Ｐゴシック" panose="020B0600070205080204" pitchFamily="34" charset="-128"/>
              </a:rPr>
              <a:t> AS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carried in OSPF messages directly over IP (rather than TCP or UDP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0" name="Footer Placeholder 4">
            <a:extLst>
              <a:ext uri="{FF2B5EF4-FFF2-40B4-BE49-F238E27FC236}">
                <a16:creationId xmlns:a16="http://schemas.microsoft.com/office/drawing/2014/main" id="{0EA04F48-B116-4610-BF96-42BCBA3B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27331" name="Slide Number Placeholder 5">
            <a:extLst>
              <a:ext uri="{FF2B5EF4-FFF2-40B4-BE49-F238E27FC236}">
                <a16:creationId xmlns:a16="http://schemas.microsoft.com/office/drawing/2014/main" id="{5B5063E5-01B9-49F0-8714-A6517049B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 dirty="0">
                <a:solidFill>
                  <a:srgbClr val="000000"/>
                </a:solidFill>
                <a:latin typeface="Tahoma" panose="020B0604030504040204" pitchFamily="34" charset="0"/>
              </a:rPr>
              <a:t>5-</a:t>
            </a:r>
            <a:fld id="{62E135BD-F7D4-4A3B-BD4E-BB9EEBB5EE19}" type="slidenum">
              <a:rPr lang="en-US" altLang="en-US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35</a:t>
            </a:fld>
            <a:endParaRPr lang="en-US" altLang="en-US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27332" name="Rectangle 3">
            <a:extLst>
              <a:ext uri="{FF2B5EF4-FFF2-40B4-BE49-F238E27FC236}">
                <a16:creationId xmlns:a16="http://schemas.microsoft.com/office/drawing/2014/main" id="{DB522CB3-7805-4F20-904B-1041F2C973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20700" y="1468438"/>
            <a:ext cx="8229600" cy="4627562"/>
          </a:xfrm>
        </p:spPr>
        <p:txBody>
          <a:bodyPr/>
          <a:lstStyle/>
          <a:p>
            <a:r>
              <a:rPr lang="en-US" altLang="en-US" i="1" dirty="0">
                <a:solidFill>
                  <a:srgbClr val="CC0000"/>
                </a:solidFill>
              </a:rPr>
              <a:t>two-level hierarchy:</a:t>
            </a:r>
            <a:endParaRPr lang="en-US" altLang="en-US" dirty="0"/>
          </a:p>
          <a:p>
            <a:pPr lvl="1"/>
            <a:r>
              <a:rPr lang="en-US" altLang="en-US" dirty="0"/>
              <a:t>multiple local areas, one backbone.</a:t>
            </a:r>
          </a:p>
          <a:p>
            <a:pPr lvl="1"/>
            <a:r>
              <a:rPr lang="en-US" altLang="en-US" dirty="0"/>
              <a:t>link-state advertisements only within an area </a:t>
            </a:r>
          </a:p>
          <a:p>
            <a:pPr lvl="1"/>
            <a:r>
              <a:rPr lang="en-US" altLang="en-US" dirty="0"/>
              <a:t>each nodes has detailed area topology; only know direction (shortest path) to networks in other areas.</a:t>
            </a:r>
          </a:p>
          <a:p>
            <a:r>
              <a:rPr lang="en-US" altLang="en-US" i="1" dirty="0">
                <a:solidFill>
                  <a:srgbClr val="CC0000"/>
                </a:solidFill>
              </a:rPr>
              <a:t>Area Border Routers (ABR):</a:t>
            </a:r>
            <a:r>
              <a:rPr lang="en-US" altLang="en-US" b="1" dirty="0">
                <a:solidFill>
                  <a:schemeClr val="accent2"/>
                </a:solidFill>
              </a:rPr>
              <a:t> </a:t>
            </a:r>
          </a:p>
          <a:p>
            <a:pPr lvl="1"/>
            <a:r>
              <a:rPr lang="ja-JP" altLang="en-US" dirty="0"/>
              <a:t>“</a:t>
            </a:r>
            <a:r>
              <a:rPr lang="en-US" altLang="ja-JP" dirty="0"/>
              <a:t>summarize</a:t>
            </a:r>
            <a:r>
              <a:rPr lang="ja-JP" altLang="en-US" dirty="0"/>
              <a:t>”</a:t>
            </a:r>
            <a:r>
              <a:rPr lang="en-US" altLang="ja-JP" dirty="0"/>
              <a:t> distances  to networks in own area, advertise to other Area Border routers.</a:t>
            </a:r>
          </a:p>
          <a:p>
            <a:r>
              <a:rPr lang="en-US" altLang="en-US" i="1" dirty="0">
                <a:solidFill>
                  <a:srgbClr val="CC0000"/>
                </a:solidFill>
              </a:rPr>
              <a:t>Autonomous System Border Router (ASBR):</a:t>
            </a:r>
            <a:endParaRPr lang="en-US" altLang="en-US" dirty="0"/>
          </a:p>
          <a:p>
            <a:pPr lvl="1"/>
            <a:r>
              <a:rPr lang="en-US" altLang="en-US" dirty="0"/>
              <a:t>connect to other routing domain (e.g., RIP, BGP) and/or AS</a:t>
            </a:r>
            <a:r>
              <a:rPr lang="en-US" altLang="ja-JP" dirty="0"/>
              <a:t>.</a:t>
            </a:r>
            <a:endParaRPr lang="en-US" altLang="ja-JP" sz="2000" dirty="0"/>
          </a:p>
          <a:p>
            <a:r>
              <a:rPr lang="en-US" altLang="en-US" i="1" dirty="0">
                <a:solidFill>
                  <a:srgbClr val="CC0000"/>
                </a:solidFill>
              </a:rPr>
              <a:t>Backbone routers:</a:t>
            </a:r>
            <a:r>
              <a:rPr lang="en-US" altLang="en-US" b="1" dirty="0">
                <a:solidFill>
                  <a:schemeClr val="accent2"/>
                </a:solidFill>
              </a:rPr>
              <a:t> </a:t>
            </a:r>
          </a:p>
          <a:p>
            <a:pPr lvl="1"/>
            <a:r>
              <a:rPr lang="en-US" altLang="ja-JP" dirty="0"/>
              <a:t>Run OSPF routing limited to backbone.</a:t>
            </a:r>
          </a:p>
          <a:p>
            <a:endParaRPr lang="en-US" altLang="en-US" sz="2400" dirty="0"/>
          </a:p>
        </p:txBody>
      </p:sp>
      <p:sp>
        <p:nvSpPr>
          <p:cNvPr id="115717" name="Rectangle 5">
            <a:extLst>
              <a:ext uri="{FF2B5EF4-FFF2-40B4-BE49-F238E27FC236}">
                <a16:creationId xmlns:a16="http://schemas.microsoft.com/office/drawing/2014/main" id="{40C73734-7091-4933-8291-7D223734B87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7038" y="169863"/>
            <a:ext cx="443865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+mj-cs"/>
              </a:rPr>
              <a:t>Hierarchical OSPF</a:t>
            </a:r>
          </a:p>
        </p:txBody>
      </p:sp>
      <p:pic>
        <p:nvPicPr>
          <p:cNvPr id="227334" name="Picture 6" descr="underline_base">
            <a:extLst>
              <a:ext uri="{FF2B5EF4-FFF2-40B4-BE49-F238E27FC236}">
                <a16:creationId xmlns:a16="http://schemas.microsoft.com/office/drawing/2014/main" id="{EB54972B-12CD-48FD-BB58-D50DDDCEA088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" y="976313"/>
            <a:ext cx="4113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Footer Placeholder 4">
            <a:extLst>
              <a:ext uri="{FF2B5EF4-FFF2-40B4-BE49-F238E27FC236}">
                <a16:creationId xmlns:a16="http://schemas.microsoft.com/office/drawing/2014/main" id="{8EC2E79A-D6CC-45B6-BCAE-8434FE194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29379" name="Slide Number Placeholder 5">
            <a:extLst>
              <a:ext uri="{FF2B5EF4-FFF2-40B4-BE49-F238E27FC236}">
                <a16:creationId xmlns:a16="http://schemas.microsoft.com/office/drawing/2014/main" id="{EC44CC71-2481-4733-BC0A-EA78684FD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200" dirty="0">
                <a:solidFill>
                  <a:srgbClr val="000000"/>
                </a:solidFill>
                <a:latin typeface="Tahoma" panose="020B0604030504040204" pitchFamily="34" charset="0"/>
              </a:rPr>
              <a:t>5-</a:t>
            </a:r>
            <a:fld id="{73471FC5-017D-4610-A4EB-C009799475EA}" type="slidenum">
              <a:rPr lang="en-US" altLang="en-US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36</a:t>
            </a:fld>
            <a:endParaRPr lang="en-US" altLang="en-US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229380" name="Freeform 2">
            <a:extLst>
              <a:ext uri="{FF2B5EF4-FFF2-40B4-BE49-F238E27FC236}">
                <a16:creationId xmlns:a16="http://schemas.microsoft.com/office/drawing/2014/main" id="{F144EFBC-BB9F-4B38-A3A5-945A133A41C5}"/>
              </a:ext>
            </a:extLst>
          </p:cNvPr>
          <p:cNvSpPr>
            <a:spLocks/>
          </p:cNvSpPr>
          <p:nvPr/>
        </p:nvSpPr>
        <p:spPr bwMode="auto">
          <a:xfrm>
            <a:off x="1798638" y="2119313"/>
            <a:ext cx="6010275" cy="2206625"/>
          </a:xfrm>
          <a:custGeom>
            <a:avLst/>
            <a:gdLst>
              <a:gd name="T0" fmla="*/ 2147483646 w 3786"/>
              <a:gd name="T1" fmla="*/ 2147483646 h 1390"/>
              <a:gd name="T2" fmla="*/ 2147483646 w 3786"/>
              <a:gd name="T3" fmla="*/ 2147483646 h 1390"/>
              <a:gd name="T4" fmla="*/ 2147483646 w 3786"/>
              <a:gd name="T5" fmla="*/ 2147483646 h 1390"/>
              <a:gd name="T6" fmla="*/ 2147483646 w 3786"/>
              <a:gd name="T7" fmla="*/ 2147483646 h 1390"/>
              <a:gd name="T8" fmla="*/ 2147483646 w 3786"/>
              <a:gd name="T9" fmla="*/ 2147483646 h 1390"/>
              <a:gd name="T10" fmla="*/ 2147483646 w 3786"/>
              <a:gd name="T11" fmla="*/ 2147483646 h 1390"/>
              <a:gd name="T12" fmla="*/ 2147483646 w 3786"/>
              <a:gd name="T13" fmla="*/ 2147483646 h 1390"/>
              <a:gd name="T14" fmla="*/ 2147483646 w 3786"/>
              <a:gd name="T15" fmla="*/ 2147483646 h 1390"/>
              <a:gd name="T16" fmla="*/ 2147483646 w 3786"/>
              <a:gd name="T17" fmla="*/ 2147483646 h 1390"/>
              <a:gd name="T18" fmla="*/ 2147483646 w 3786"/>
              <a:gd name="T19" fmla="*/ 2147483646 h 1390"/>
              <a:gd name="T20" fmla="*/ 2147483646 w 3786"/>
              <a:gd name="T21" fmla="*/ 2147483646 h 1390"/>
              <a:gd name="T22" fmla="*/ 2147483646 w 3786"/>
              <a:gd name="T23" fmla="*/ 2147483646 h 1390"/>
              <a:gd name="T24" fmla="*/ 2147483646 w 3786"/>
              <a:gd name="T25" fmla="*/ 2147483646 h 1390"/>
              <a:gd name="T26" fmla="*/ 2147483646 w 3786"/>
              <a:gd name="T27" fmla="*/ 2147483646 h 1390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w 3786"/>
              <a:gd name="T43" fmla="*/ 0 h 1390"/>
              <a:gd name="T44" fmla="*/ 3786 w 3786"/>
              <a:gd name="T45" fmla="*/ 1390 h 1390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T42" t="T43" r="T44" b="T45"/>
            <a:pathLst>
              <a:path w="3786" h="1390">
                <a:moveTo>
                  <a:pt x="408" y="575"/>
                </a:moveTo>
                <a:cubicBezTo>
                  <a:pt x="689" y="273"/>
                  <a:pt x="1286" y="110"/>
                  <a:pt x="1693" y="55"/>
                </a:cubicBezTo>
                <a:cubicBezTo>
                  <a:pt x="2100" y="0"/>
                  <a:pt x="2585" y="164"/>
                  <a:pt x="2852" y="245"/>
                </a:cubicBezTo>
                <a:cubicBezTo>
                  <a:pt x="3119" y="326"/>
                  <a:pt x="3163" y="420"/>
                  <a:pt x="3295" y="540"/>
                </a:cubicBezTo>
                <a:cubicBezTo>
                  <a:pt x="3427" y="660"/>
                  <a:pt x="3786" y="870"/>
                  <a:pt x="3702" y="1130"/>
                </a:cubicBezTo>
                <a:cubicBezTo>
                  <a:pt x="3618" y="1390"/>
                  <a:pt x="3209" y="1190"/>
                  <a:pt x="3035" y="1214"/>
                </a:cubicBezTo>
                <a:cubicBezTo>
                  <a:pt x="2870" y="1266"/>
                  <a:pt x="2655" y="1277"/>
                  <a:pt x="2655" y="1277"/>
                </a:cubicBezTo>
                <a:cubicBezTo>
                  <a:pt x="2655" y="1277"/>
                  <a:pt x="2160" y="1316"/>
                  <a:pt x="1918" y="1326"/>
                </a:cubicBezTo>
                <a:cubicBezTo>
                  <a:pt x="1676" y="1336"/>
                  <a:pt x="1387" y="1353"/>
                  <a:pt x="1201" y="1340"/>
                </a:cubicBezTo>
                <a:cubicBezTo>
                  <a:pt x="1015" y="1327"/>
                  <a:pt x="913" y="1278"/>
                  <a:pt x="801" y="1249"/>
                </a:cubicBezTo>
                <a:lnTo>
                  <a:pt x="527" y="1165"/>
                </a:lnTo>
                <a:cubicBezTo>
                  <a:pt x="404" y="1140"/>
                  <a:pt x="126" y="1159"/>
                  <a:pt x="63" y="1102"/>
                </a:cubicBezTo>
                <a:cubicBezTo>
                  <a:pt x="0" y="1045"/>
                  <a:pt x="85" y="919"/>
                  <a:pt x="148" y="821"/>
                </a:cubicBezTo>
                <a:cubicBezTo>
                  <a:pt x="205" y="733"/>
                  <a:pt x="127" y="877"/>
                  <a:pt x="408" y="575"/>
                </a:cubicBezTo>
                <a:close/>
              </a:path>
            </a:pathLst>
          </a:custGeom>
          <a:solidFill>
            <a:srgbClr val="3399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1" name="Rectangle 3">
            <a:extLst>
              <a:ext uri="{FF2B5EF4-FFF2-40B4-BE49-F238E27FC236}">
                <a16:creationId xmlns:a16="http://schemas.microsoft.com/office/drawing/2014/main" id="{3EB09550-F109-4583-8E96-6D6AD1A034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7038" y="169863"/>
            <a:ext cx="4438650" cy="1143000"/>
          </a:xfrm>
        </p:spPr>
        <p:txBody>
          <a:bodyPr/>
          <a:lstStyle/>
          <a:p>
            <a:r>
              <a:rPr lang="en-US" altLang="en-US" sz="4000"/>
              <a:t>Hierarchical OSPF</a:t>
            </a:r>
            <a:endParaRPr lang="en-US" altLang="en-US"/>
          </a:p>
        </p:txBody>
      </p:sp>
      <p:sp>
        <p:nvSpPr>
          <p:cNvPr id="229382" name="Line 4">
            <a:extLst>
              <a:ext uri="{FF2B5EF4-FFF2-40B4-BE49-F238E27FC236}">
                <a16:creationId xmlns:a16="http://schemas.microsoft.com/office/drawing/2014/main" id="{8062FBB7-FC7A-49A8-8000-9268F37B7F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51225" y="2506663"/>
            <a:ext cx="1058863" cy="3460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3" name="Line 5">
            <a:extLst>
              <a:ext uri="{FF2B5EF4-FFF2-40B4-BE49-F238E27FC236}">
                <a16:creationId xmlns:a16="http://schemas.microsoft.com/office/drawing/2014/main" id="{B664C1CB-2D56-4C26-992B-5AAD30376CD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163" y="2503488"/>
            <a:ext cx="1169987" cy="3444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4" name="Line 6">
            <a:extLst>
              <a:ext uri="{FF2B5EF4-FFF2-40B4-BE49-F238E27FC236}">
                <a16:creationId xmlns:a16="http://schemas.microsoft.com/office/drawing/2014/main" id="{94BCEC24-F6E7-4353-B1B9-B809BF41E8F3}"/>
              </a:ext>
            </a:extLst>
          </p:cNvPr>
          <p:cNvSpPr>
            <a:spLocks noChangeShapeType="1"/>
          </p:cNvSpPr>
          <p:nvPr/>
        </p:nvSpPr>
        <p:spPr bwMode="auto">
          <a:xfrm>
            <a:off x="6140450" y="2901950"/>
            <a:ext cx="803275" cy="8016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5" name="Line 7">
            <a:extLst>
              <a:ext uri="{FF2B5EF4-FFF2-40B4-BE49-F238E27FC236}">
                <a16:creationId xmlns:a16="http://schemas.microsoft.com/office/drawing/2014/main" id="{9217EEA4-4992-48E8-8E90-02DF00B2DE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719638" y="2797175"/>
            <a:ext cx="1271587" cy="11826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6" name="Line 8">
            <a:extLst>
              <a:ext uri="{FF2B5EF4-FFF2-40B4-BE49-F238E27FC236}">
                <a16:creationId xmlns:a16="http://schemas.microsoft.com/office/drawing/2014/main" id="{E2F66A8B-E4C6-426D-93CF-7674536DD3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54400" y="2938463"/>
            <a:ext cx="1138238" cy="9921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7" name="Line 9">
            <a:extLst>
              <a:ext uri="{FF2B5EF4-FFF2-40B4-BE49-F238E27FC236}">
                <a16:creationId xmlns:a16="http://schemas.microsoft.com/office/drawing/2014/main" id="{3291A2BF-0121-4EA0-8049-30DD10744C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51613" y="3703638"/>
            <a:ext cx="400050" cy="8810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8" name="Line 10">
            <a:extLst>
              <a:ext uri="{FF2B5EF4-FFF2-40B4-BE49-F238E27FC236}">
                <a16:creationId xmlns:a16="http://schemas.microsoft.com/office/drawing/2014/main" id="{1A22F0C1-3905-4448-86E2-D6DFD67C03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580188" y="4557713"/>
            <a:ext cx="893762" cy="83661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89" name="Line 11">
            <a:extLst>
              <a:ext uri="{FF2B5EF4-FFF2-40B4-BE49-F238E27FC236}">
                <a16:creationId xmlns:a16="http://schemas.microsoft.com/office/drawing/2014/main" id="{D379D076-58A2-42C4-8B07-8EC55B4E1AFA}"/>
              </a:ext>
            </a:extLst>
          </p:cNvPr>
          <p:cNvSpPr>
            <a:spLocks noChangeShapeType="1"/>
          </p:cNvSpPr>
          <p:nvPr/>
        </p:nvSpPr>
        <p:spPr bwMode="auto">
          <a:xfrm>
            <a:off x="4613275" y="3871913"/>
            <a:ext cx="547688" cy="13382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0" name="Line 12">
            <a:extLst>
              <a:ext uri="{FF2B5EF4-FFF2-40B4-BE49-F238E27FC236}">
                <a16:creationId xmlns:a16="http://schemas.microsoft.com/office/drawing/2014/main" id="{DC4EB966-930A-4FFF-8C38-C431DBD26A99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5125" y="4735513"/>
            <a:ext cx="246063" cy="9715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1" name="Line 13">
            <a:extLst>
              <a:ext uri="{FF2B5EF4-FFF2-40B4-BE49-F238E27FC236}">
                <a16:creationId xmlns:a16="http://schemas.microsoft.com/office/drawing/2014/main" id="{2398A62B-812F-48FB-AF1D-E84EBE4D12C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18013" y="5241925"/>
            <a:ext cx="723900" cy="457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2" name="Line 14">
            <a:extLst>
              <a:ext uri="{FF2B5EF4-FFF2-40B4-BE49-F238E27FC236}">
                <a16:creationId xmlns:a16="http://schemas.microsoft.com/office/drawing/2014/main" id="{80579826-CBAC-447E-91D7-340F2DDCEEA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25925" y="3986213"/>
            <a:ext cx="388938" cy="7794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3" name="Line 15">
            <a:extLst>
              <a:ext uri="{FF2B5EF4-FFF2-40B4-BE49-F238E27FC236}">
                <a16:creationId xmlns:a16="http://schemas.microsoft.com/office/drawing/2014/main" id="{114ED4D9-9AA3-4EF2-99D9-CEF4F6367AA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60625" y="2786063"/>
            <a:ext cx="857250" cy="8461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4" name="Line 16">
            <a:extLst>
              <a:ext uri="{FF2B5EF4-FFF2-40B4-BE49-F238E27FC236}">
                <a16:creationId xmlns:a16="http://schemas.microsoft.com/office/drawing/2014/main" id="{3A6EC2D0-5E3F-4F8E-8154-445FA386569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55788" y="3638550"/>
            <a:ext cx="577850" cy="7905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5" name="Line 17">
            <a:extLst>
              <a:ext uri="{FF2B5EF4-FFF2-40B4-BE49-F238E27FC236}">
                <a16:creationId xmlns:a16="http://schemas.microsoft.com/office/drawing/2014/main" id="{DECE87B6-3594-4A26-8E4B-9F3C6948D42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06500" y="4491038"/>
            <a:ext cx="622300" cy="6000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6" name="Line 18">
            <a:extLst>
              <a:ext uri="{FF2B5EF4-FFF2-40B4-BE49-F238E27FC236}">
                <a16:creationId xmlns:a16="http://schemas.microsoft.com/office/drawing/2014/main" id="{8F367CC0-3C07-4517-AEEF-9E8FE177D24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2163" y="5019675"/>
            <a:ext cx="433387" cy="6778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7" name="Line 19">
            <a:extLst>
              <a:ext uri="{FF2B5EF4-FFF2-40B4-BE49-F238E27FC236}">
                <a16:creationId xmlns:a16="http://schemas.microsoft.com/office/drawing/2014/main" id="{C5C4D49E-ECD7-4D00-B359-82994C25429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35163" y="4448175"/>
            <a:ext cx="636587" cy="520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8" name="Freeform 20">
            <a:extLst>
              <a:ext uri="{FF2B5EF4-FFF2-40B4-BE49-F238E27FC236}">
                <a16:creationId xmlns:a16="http://schemas.microsoft.com/office/drawing/2014/main" id="{7987359F-06C3-42B9-87B8-43977DB109A5}"/>
              </a:ext>
            </a:extLst>
          </p:cNvPr>
          <p:cNvSpPr>
            <a:spLocks/>
          </p:cNvSpPr>
          <p:nvPr/>
        </p:nvSpPr>
        <p:spPr bwMode="auto">
          <a:xfrm>
            <a:off x="858838" y="3300413"/>
            <a:ext cx="2185987" cy="2820987"/>
          </a:xfrm>
          <a:custGeom>
            <a:avLst/>
            <a:gdLst>
              <a:gd name="T0" fmla="*/ 2147483646 w 1377"/>
              <a:gd name="T1" fmla="*/ 2147483646 h 1777"/>
              <a:gd name="T2" fmla="*/ 2147483646 w 1377"/>
              <a:gd name="T3" fmla="*/ 2147483646 h 1777"/>
              <a:gd name="T4" fmla="*/ 2147483646 w 1377"/>
              <a:gd name="T5" fmla="*/ 2147483646 h 1777"/>
              <a:gd name="T6" fmla="*/ 2147483646 w 1377"/>
              <a:gd name="T7" fmla="*/ 2147483646 h 1777"/>
              <a:gd name="T8" fmla="*/ 2147483646 w 1377"/>
              <a:gd name="T9" fmla="*/ 2147483646 h 1777"/>
              <a:gd name="T10" fmla="*/ 2147483646 w 1377"/>
              <a:gd name="T11" fmla="*/ 2147483646 h 1777"/>
              <a:gd name="T12" fmla="*/ 2147483646 w 1377"/>
              <a:gd name="T13" fmla="*/ 2147483646 h 1777"/>
              <a:gd name="T14" fmla="*/ 2147483646 w 1377"/>
              <a:gd name="T15" fmla="*/ 2147483646 h 1777"/>
              <a:gd name="T16" fmla="*/ 2147483646 w 1377"/>
              <a:gd name="T17" fmla="*/ 2147483646 h 1777"/>
              <a:gd name="T18" fmla="*/ 2147483646 w 1377"/>
              <a:gd name="T19" fmla="*/ 2147483646 h 1777"/>
              <a:gd name="T20" fmla="*/ 2147483646 w 1377"/>
              <a:gd name="T21" fmla="*/ 2147483646 h 1777"/>
              <a:gd name="T22" fmla="*/ 2147483646 w 1377"/>
              <a:gd name="T23" fmla="*/ 2147483646 h 1777"/>
              <a:gd name="T24" fmla="*/ 2147483646 w 1377"/>
              <a:gd name="T25" fmla="*/ 2147483646 h 1777"/>
              <a:gd name="T26" fmla="*/ 2147483646 w 1377"/>
              <a:gd name="T27" fmla="*/ 2147483646 h 1777"/>
              <a:gd name="T28" fmla="*/ 2147483646 w 1377"/>
              <a:gd name="T29" fmla="*/ 2147483646 h 1777"/>
              <a:gd name="T30" fmla="*/ 2147483646 w 1377"/>
              <a:gd name="T31" fmla="*/ 2147483646 h 1777"/>
              <a:gd name="T32" fmla="*/ 2147483646 w 1377"/>
              <a:gd name="T33" fmla="*/ 2147483646 h 1777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1377"/>
              <a:gd name="T52" fmla="*/ 0 h 1777"/>
              <a:gd name="T53" fmla="*/ 1377 w 1377"/>
              <a:gd name="T54" fmla="*/ 1777 h 1777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1377" h="1777">
                <a:moveTo>
                  <a:pt x="671" y="245"/>
                </a:moveTo>
                <a:cubicBezTo>
                  <a:pt x="604" y="317"/>
                  <a:pt x="533" y="382"/>
                  <a:pt x="474" y="463"/>
                </a:cubicBezTo>
                <a:cubicBezTo>
                  <a:pt x="415" y="544"/>
                  <a:pt x="366" y="663"/>
                  <a:pt x="319" y="730"/>
                </a:cubicBezTo>
                <a:cubicBezTo>
                  <a:pt x="272" y="797"/>
                  <a:pt x="242" y="800"/>
                  <a:pt x="193" y="863"/>
                </a:cubicBezTo>
                <a:cubicBezTo>
                  <a:pt x="144" y="926"/>
                  <a:pt x="48" y="1027"/>
                  <a:pt x="24" y="1109"/>
                </a:cubicBezTo>
                <a:cubicBezTo>
                  <a:pt x="0" y="1191"/>
                  <a:pt x="10" y="1295"/>
                  <a:pt x="46" y="1355"/>
                </a:cubicBezTo>
                <a:cubicBezTo>
                  <a:pt x="82" y="1415"/>
                  <a:pt x="172" y="1437"/>
                  <a:pt x="242" y="1467"/>
                </a:cubicBezTo>
                <a:cubicBezTo>
                  <a:pt x="312" y="1497"/>
                  <a:pt x="404" y="1499"/>
                  <a:pt x="467" y="1538"/>
                </a:cubicBezTo>
                <a:cubicBezTo>
                  <a:pt x="530" y="1577"/>
                  <a:pt x="518" y="1669"/>
                  <a:pt x="622" y="1699"/>
                </a:cubicBezTo>
                <a:cubicBezTo>
                  <a:pt x="726" y="1729"/>
                  <a:pt x="986" y="1777"/>
                  <a:pt x="1092" y="1720"/>
                </a:cubicBezTo>
                <a:cubicBezTo>
                  <a:pt x="1198" y="1663"/>
                  <a:pt x="1219" y="1471"/>
                  <a:pt x="1261" y="1355"/>
                </a:cubicBezTo>
                <a:cubicBezTo>
                  <a:pt x="1303" y="1239"/>
                  <a:pt x="1377" y="1150"/>
                  <a:pt x="1345" y="1025"/>
                </a:cubicBezTo>
                <a:cubicBezTo>
                  <a:pt x="1313" y="900"/>
                  <a:pt x="1084" y="727"/>
                  <a:pt x="1071" y="603"/>
                </a:cubicBezTo>
                <a:cubicBezTo>
                  <a:pt x="1058" y="479"/>
                  <a:pt x="1237" y="374"/>
                  <a:pt x="1268" y="280"/>
                </a:cubicBezTo>
                <a:cubicBezTo>
                  <a:pt x="1299" y="186"/>
                  <a:pt x="1320" y="82"/>
                  <a:pt x="1254" y="41"/>
                </a:cubicBezTo>
                <a:cubicBezTo>
                  <a:pt x="1188" y="0"/>
                  <a:pt x="970" y="2"/>
                  <a:pt x="874" y="34"/>
                </a:cubicBezTo>
                <a:cubicBezTo>
                  <a:pt x="778" y="66"/>
                  <a:pt x="738" y="173"/>
                  <a:pt x="671" y="245"/>
                </a:cubicBezTo>
                <a:close/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399" name="Freeform 21">
            <a:extLst>
              <a:ext uri="{FF2B5EF4-FFF2-40B4-BE49-F238E27FC236}">
                <a16:creationId xmlns:a16="http://schemas.microsoft.com/office/drawing/2014/main" id="{6DE0881A-D35D-4DCF-8870-B85E0A7019B0}"/>
              </a:ext>
            </a:extLst>
          </p:cNvPr>
          <p:cNvSpPr>
            <a:spLocks/>
          </p:cNvSpPr>
          <p:nvPr/>
        </p:nvSpPr>
        <p:spPr bwMode="auto">
          <a:xfrm>
            <a:off x="3722688" y="3535363"/>
            <a:ext cx="1903412" cy="2730500"/>
          </a:xfrm>
          <a:custGeom>
            <a:avLst/>
            <a:gdLst>
              <a:gd name="T0" fmla="*/ 2147483646 w 1199"/>
              <a:gd name="T1" fmla="*/ 2147483646 h 1720"/>
              <a:gd name="T2" fmla="*/ 2147483646 w 1199"/>
              <a:gd name="T3" fmla="*/ 2147483646 h 1720"/>
              <a:gd name="T4" fmla="*/ 2147483646 w 1199"/>
              <a:gd name="T5" fmla="*/ 2147483646 h 1720"/>
              <a:gd name="T6" fmla="*/ 2147483646 w 1199"/>
              <a:gd name="T7" fmla="*/ 2147483646 h 1720"/>
              <a:gd name="T8" fmla="*/ 2147483646 w 1199"/>
              <a:gd name="T9" fmla="*/ 2147483646 h 1720"/>
              <a:gd name="T10" fmla="*/ 2147483646 w 1199"/>
              <a:gd name="T11" fmla="*/ 2147483646 h 1720"/>
              <a:gd name="T12" fmla="*/ 2147483646 w 1199"/>
              <a:gd name="T13" fmla="*/ 2147483646 h 1720"/>
              <a:gd name="T14" fmla="*/ 2147483646 w 1199"/>
              <a:gd name="T15" fmla="*/ 2147483646 h 1720"/>
              <a:gd name="T16" fmla="*/ 2147483646 w 1199"/>
              <a:gd name="T17" fmla="*/ 2147483646 h 1720"/>
              <a:gd name="T18" fmla="*/ 2147483646 w 1199"/>
              <a:gd name="T19" fmla="*/ 2147483646 h 1720"/>
              <a:gd name="T20" fmla="*/ 2147483646 w 1199"/>
              <a:gd name="T21" fmla="*/ 2147483646 h 1720"/>
              <a:gd name="T22" fmla="*/ 2147483646 w 1199"/>
              <a:gd name="T23" fmla="*/ 2147483646 h 1720"/>
              <a:gd name="T24" fmla="*/ 2147483646 w 1199"/>
              <a:gd name="T25" fmla="*/ 2147483646 h 1720"/>
              <a:gd name="T26" fmla="*/ 2147483646 w 1199"/>
              <a:gd name="T27" fmla="*/ 2147483646 h 1720"/>
              <a:gd name="T28" fmla="*/ 2147483646 w 1199"/>
              <a:gd name="T29" fmla="*/ 2147483646 h 1720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w 1199"/>
              <a:gd name="T46" fmla="*/ 0 h 1720"/>
              <a:gd name="T47" fmla="*/ 1199 w 1199"/>
              <a:gd name="T48" fmla="*/ 1720 h 1720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T45" t="T46" r="T47" b="T48"/>
            <a:pathLst>
              <a:path w="1199" h="1720">
                <a:moveTo>
                  <a:pt x="651" y="20"/>
                </a:moveTo>
                <a:cubicBezTo>
                  <a:pt x="595" y="0"/>
                  <a:pt x="643" y="10"/>
                  <a:pt x="609" y="20"/>
                </a:cubicBezTo>
                <a:cubicBezTo>
                  <a:pt x="575" y="30"/>
                  <a:pt x="499" y="45"/>
                  <a:pt x="447" y="83"/>
                </a:cubicBezTo>
                <a:cubicBezTo>
                  <a:pt x="395" y="121"/>
                  <a:pt x="354" y="178"/>
                  <a:pt x="300" y="245"/>
                </a:cubicBezTo>
                <a:cubicBezTo>
                  <a:pt x="246" y="312"/>
                  <a:pt x="173" y="379"/>
                  <a:pt x="124" y="483"/>
                </a:cubicBezTo>
                <a:cubicBezTo>
                  <a:pt x="75" y="587"/>
                  <a:pt x="10" y="742"/>
                  <a:pt x="5" y="870"/>
                </a:cubicBezTo>
                <a:cubicBezTo>
                  <a:pt x="0" y="998"/>
                  <a:pt x="50" y="1122"/>
                  <a:pt x="96" y="1249"/>
                </a:cubicBezTo>
                <a:cubicBezTo>
                  <a:pt x="142" y="1376"/>
                  <a:pt x="153" y="1564"/>
                  <a:pt x="279" y="1635"/>
                </a:cubicBezTo>
                <a:cubicBezTo>
                  <a:pt x="405" y="1706"/>
                  <a:pt x="711" y="1720"/>
                  <a:pt x="855" y="1678"/>
                </a:cubicBezTo>
                <a:cubicBezTo>
                  <a:pt x="999" y="1636"/>
                  <a:pt x="1089" y="1492"/>
                  <a:pt x="1143" y="1383"/>
                </a:cubicBezTo>
                <a:cubicBezTo>
                  <a:pt x="1197" y="1274"/>
                  <a:pt x="1199" y="1129"/>
                  <a:pt x="1178" y="1024"/>
                </a:cubicBezTo>
                <a:cubicBezTo>
                  <a:pt x="1157" y="919"/>
                  <a:pt x="1057" y="854"/>
                  <a:pt x="1016" y="750"/>
                </a:cubicBezTo>
                <a:cubicBezTo>
                  <a:pt x="975" y="646"/>
                  <a:pt x="944" y="501"/>
                  <a:pt x="932" y="399"/>
                </a:cubicBezTo>
                <a:cubicBezTo>
                  <a:pt x="920" y="297"/>
                  <a:pt x="994" y="203"/>
                  <a:pt x="946" y="139"/>
                </a:cubicBezTo>
                <a:cubicBezTo>
                  <a:pt x="898" y="75"/>
                  <a:pt x="707" y="40"/>
                  <a:pt x="651" y="20"/>
                </a:cubicBezTo>
                <a:close/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00" name="Freeform 22">
            <a:extLst>
              <a:ext uri="{FF2B5EF4-FFF2-40B4-BE49-F238E27FC236}">
                <a16:creationId xmlns:a16="http://schemas.microsoft.com/office/drawing/2014/main" id="{73201A3C-8494-4710-B402-3E50EABA9C15}"/>
              </a:ext>
            </a:extLst>
          </p:cNvPr>
          <p:cNvSpPr>
            <a:spLocks/>
          </p:cNvSpPr>
          <p:nvPr/>
        </p:nvSpPr>
        <p:spPr bwMode="auto">
          <a:xfrm>
            <a:off x="6151563" y="3241675"/>
            <a:ext cx="2079625" cy="2720975"/>
          </a:xfrm>
          <a:custGeom>
            <a:avLst/>
            <a:gdLst>
              <a:gd name="T0" fmla="*/ 2147483646 w 1310"/>
              <a:gd name="T1" fmla="*/ 2147483646 h 1714"/>
              <a:gd name="T2" fmla="*/ 2147483646 w 1310"/>
              <a:gd name="T3" fmla="*/ 2147483646 h 1714"/>
              <a:gd name="T4" fmla="*/ 2147483646 w 1310"/>
              <a:gd name="T5" fmla="*/ 2147483646 h 1714"/>
              <a:gd name="T6" fmla="*/ 2147483646 w 1310"/>
              <a:gd name="T7" fmla="*/ 2147483646 h 1714"/>
              <a:gd name="T8" fmla="*/ 2147483646 w 1310"/>
              <a:gd name="T9" fmla="*/ 2147483646 h 1714"/>
              <a:gd name="T10" fmla="*/ 2147483646 w 1310"/>
              <a:gd name="T11" fmla="*/ 2147483646 h 1714"/>
              <a:gd name="T12" fmla="*/ 2147483646 w 1310"/>
              <a:gd name="T13" fmla="*/ 2147483646 h 1714"/>
              <a:gd name="T14" fmla="*/ 2147483646 w 1310"/>
              <a:gd name="T15" fmla="*/ 2147483646 h 1714"/>
              <a:gd name="T16" fmla="*/ 2147483646 w 1310"/>
              <a:gd name="T17" fmla="*/ 2147483646 h 1714"/>
              <a:gd name="T18" fmla="*/ 2147483646 w 1310"/>
              <a:gd name="T19" fmla="*/ 2147483646 h 1714"/>
              <a:gd name="T20" fmla="*/ 2147483646 w 1310"/>
              <a:gd name="T21" fmla="*/ 2147483646 h 1714"/>
              <a:gd name="T22" fmla="*/ 2147483646 w 1310"/>
              <a:gd name="T23" fmla="*/ 2147483646 h 1714"/>
              <a:gd name="T24" fmla="*/ 2147483646 w 1310"/>
              <a:gd name="T25" fmla="*/ 2147483646 h 1714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1310"/>
              <a:gd name="T40" fmla="*/ 0 h 1714"/>
              <a:gd name="T41" fmla="*/ 1310 w 1310"/>
              <a:gd name="T42" fmla="*/ 1714 h 1714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1310" h="1714">
                <a:moveTo>
                  <a:pt x="470" y="29"/>
                </a:moveTo>
                <a:cubicBezTo>
                  <a:pt x="373" y="0"/>
                  <a:pt x="308" y="123"/>
                  <a:pt x="245" y="198"/>
                </a:cubicBezTo>
                <a:cubicBezTo>
                  <a:pt x="182" y="273"/>
                  <a:pt x="130" y="385"/>
                  <a:pt x="90" y="479"/>
                </a:cubicBezTo>
                <a:cubicBezTo>
                  <a:pt x="50" y="573"/>
                  <a:pt x="12" y="651"/>
                  <a:pt x="6" y="760"/>
                </a:cubicBezTo>
                <a:cubicBezTo>
                  <a:pt x="0" y="869"/>
                  <a:pt x="7" y="1042"/>
                  <a:pt x="55" y="1132"/>
                </a:cubicBezTo>
                <a:cubicBezTo>
                  <a:pt x="103" y="1222"/>
                  <a:pt x="191" y="1232"/>
                  <a:pt x="294" y="1301"/>
                </a:cubicBezTo>
                <a:cubicBezTo>
                  <a:pt x="397" y="1370"/>
                  <a:pt x="536" y="1479"/>
                  <a:pt x="673" y="1546"/>
                </a:cubicBezTo>
                <a:cubicBezTo>
                  <a:pt x="810" y="1613"/>
                  <a:pt x="1018" y="1714"/>
                  <a:pt x="1116" y="1701"/>
                </a:cubicBezTo>
                <a:cubicBezTo>
                  <a:pt x="1214" y="1688"/>
                  <a:pt x="1310" y="1559"/>
                  <a:pt x="1263" y="1469"/>
                </a:cubicBezTo>
                <a:cubicBezTo>
                  <a:pt x="1216" y="1379"/>
                  <a:pt x="925" y="1270"/>
                  <a:pt x="835" y="1160"/>
                </a:cubicBezTo>
                <a:cubicBezTo>
                  <a:pt x="745" y="1050"/>
                  <a:pt x="723" y="940"/>
                  <a:pt x="722" y="809"/>
                </a:cubicBezTo>
                <a:cubicBezTo>
                  <a:pt x="721" y="678"/>
                  <a:pt x="871" y="504"/>
                  <a:pt x="828" y="373"/>
                </a:cubicBezTo>
                <a:cubicBezTo>
                  <a:pt x="785" y="242"/>
                  <a:pt x="567" y="58"/>
                  <a:pt x="470" y="29"/>
                </a:cubicBezTo>
                <a:close/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01" name="Text Box 23">
            <a:extLst>
              <a:ext uri="{FF2B5EF4-FFF2-40B4-BE49-F238E27FC236}">
                <a16:creationId xmlns:a16="http://schemas.microsoft.com/office/drawing/2014/main" id="{97304411-4619-45B5-BA78-E9C4111115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4100" y="1760538"/>
            <a:ext cx="3827463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CC0000"/>
                </a:solidFill>
                <a:latin typeface="Arial" panose="020B0604020202020204" pitchFamily="34" charset="0"/>
              </a:rPr>
              <a:t>Autonomous System Border Router</a:t>
            </a:r>
          </a:p>
        </p:txBody>
      </p:sp>
      <p:sp>
        <p:nvSpPr>
          <p:cNvPr id="229402" name="Text Box 24">
            <a:extLst>
              <a:ext uri="{FF2B5EF4-FFF2-40B4-BE49-F238E27FC236}">
                <a16:creationId xmlns:a16="http://schemas.microsoft.com/office/drawing/2014/main" id="{910F86AC-66C8-45E1-9354-37AFDD92EF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8100" y="2181225"/>
            <a:ext cx="183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CC0000"/>
                </a:solidFill>
                <a:latin typeface="Arial" panose="020B0604020202020204" pitchFamily="34" charset="0"/>
              </a:rPr>
              <a:t>backbone router</a:t>
            </a:r>
          </a:p>
        </p:txBody>
      </p:sp>
      <p:sp>
        <p:nvSpPr>
          <p:cNvPr id="229403" name="Text Box 25">
            <a:extLst>
              <a:ext uri="{FF2B5EF4-FFF2-40B4-BE49-F238E27FC236}">
                <a16:creationId xmlns:a16="http://schemas.microsoft.com/office/drawing/2014/main" id="{263256ED-8B2A-4E98-A468-A4491432A6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5824538"/>
            <a:ext cx="831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area 1</a:t>
            </a:r>
          </a:p>
        </p:txBody>
      </p:sp>
      <p:sp>
        <p:nvSpPr>
          <p:cNvPr id="229404" name="Text Box 26">
            <a:extLst>
              <a:ext uri="{FF2B5EF4-FFF2-40B4-BE49-F238E27FC236}">
                <a16:creationId xmlns:a16="http://schemas.microsoft.com/office/drawing/2014/main" id="{3A01EAE2-2DE9-4DC8-91F4-FEDABADE6F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73550" y="6200775"/>
            <a:ext cx="831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area 2</a:t>
            </a:r>
          </a:p>
        </p:txBody>
      </p:sp>
      <p:sp>
        <p:nvSpPr>
          <p:cNvPr id="229405" name="Text Box 27">
            <a:extLst>
              <a:ext uri="{FF2B5EF4-FFF2-40B4-BE49-F238E27FC236}">
                <a16:creationId xmlns:a16="http://schemas.microsoft.com/office/drawing/2014/main" id="{6C4DAE2B-240E-4417-8B44-9A81A4793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8063" y="4579938"/>
            <a:ext cx="831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</a:rPr>
              <a:t>area 3</a:t>
            </a:r>
          </a:p>
        </p:txBody>
      </p:sp>
      <p:sp>
        <p:nvSpPr>
          <p:cNvPr id="229406" name="Text Box 28">
            <a:extLst>
              <a:ext uri="{FF2B5EF4-FFF2-40B4-BE49-F238E27FC236}">
                <a16:creationId xmlns:a16="http://schemas.microsoft.com/office/drawing/2014/main" id="{68A68462-317F-4F34-8DF7-8CD8EBA6A2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65600" y="2878138"/>
            <a:ext cx="12858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FFFFFF"/>
                </a:solidFill>
                <a:latin typeface="Arial" panose="020B0604020202020204" pitchFamily="34" charset="0"/>
              </a:rPr>
              <a:t>backbone</a:t>
            </a:r>
          </a:p>
        </p:txBody>
      </p:sp>
      <p:sp>
        <p:nvSpPr>
          <p:cNvPr id="229407" name="Text Box 29">
            <a:extLst>
              <a:ext uri="{FF2B5EF4-FFF2-40B4-BE49-F238E27FC236}">
                <a16:creationId xmlns:a16="http://schemas.microsoft.com/office/drawing/2014/main" id="{2FE4C8A1-FFAB-43BB-A4E5-DD6734E059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850" y="3289300"/>
            <a:ext cx="992188" cy="79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FFFFFF"/>
                </a:solidFill>
                <a:latin typeface="Arial" panose="020B0604020202020204" pitchFamily="34" charset="0"/>
              </a:rPr>
              <a:t>Area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FFFFFF"/>
                </a:solidFill>
                <a:latin typeface="Arial" panose="020B0604020202020204" pitchFamily="34" charset="0"/>
              </a:rPr>
              <a:t>Border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FFFFFF"/>
                </a:solidFill>
                <a:latin typeface="Arial" panose="020B0604020202020204" pitchFamily="34" charset="0"/>
              </a:rPr>
              <a:t>Routers</a:t>
            </a:r>
          </a:p>
        </p:txBody>
      </p:sp>
      <p:sp>
        <p:nvSpPr>
          <p:cNvPr id="229408" name="Text Box 30">
            <a:extLst>
              <a:ext uri="{FF2B5EF4-FFF2-40B4-BE49-F238E27FC236}">
                <a16:creationId xmlns:a16="http://schemas.microsoft.com/office/drawing/2014/main" id="{C7150061-122D-4BB4-8496-27388C9BD6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40400" y="5514975"/>
            <a:ext cx="9334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CC0000"/>
                </a:solidFill>
                <a:latin typeface="Arial" panose="020B0604020202020204" pitchFamily="34" charset="0"/>
              </a:rPr>
              <a:t>internal</a:t>
            </a:r>
          </a:p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>
                <a:solidFill>
                  <a:srgbClr val="CC0000"/>
                </a:solidFill>
                <a:latin typeface="Arial" panose="020B0604020202020204" pitchFamily="34" charset="0"/>
              </a:rPr>
              <a:t>routers</a:t>
            </a:r>
          </a:p>
        </p:txBody>
      </p:sp>
      <p:sp>
        <p:nvSpPr>
          <p:cNvPr id="229409" name="Line 242">
            <a:extLst>
              <a:ext uri="{FF2B5EF4-FFF2-40B4-BE49-F238E27FC236}">
                <a16:creationId xmlns:a16="http://schemas.microsoft.com/office/drawing/2014/main" id="{CA779144-5B77-4327-9C3A-E48617540A7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18300" y="5484813"/>
            <a:ext cx="490538" cy="200025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10" name="Line 243">
            <a:extLst>
              <a:ext uri="{FF2B5EF4-FFF2-40B4-BE49-F238E27FC236}">
                <a16:creationId xmlns:a16="http://schemas.microsoft.com/office/drawing/2014/main" id="{03AF3A38-18BE-4160-B7A7-F580CB75A04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330825" y="5359400"/>
            <a:ext cx="481013" cy="300038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11" name="Line 244">
            <a:extLst>
              <a:ext uri="{FF2B5EF4-FFF2-40B4-BE49-F238E27FC236}">
                <a16:creationId xmlns:a16="http://schemas.microsoft.com/office/drawing/2014/main" id="{3A3799A3-D6B3-46AA-AAA8-BAC761B4103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33913" y="1547813"/>
            <a:ext cx="0" cy="7921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12" name="Line 245">
            <a:extLst>
              <a:ext uri="{FF2B5EF4-FFF2-40B4-BE49-F238E27FC236}">
                <a16:creationId xmlns:a16="http://schemas.microsoft.com/office/drawing/2014/main" id="{0A00A67B-7412-4A35-B2C7-ED35137200B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5550" y="2506663"/>
            <a:ext cx="312738" cy="20161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13" name="Line 246">
            <a:extLst>
              <a:ext uri="{FF2B5EF4-FFF2-40B4-BE49-F238E27FC236}">
                <a16:creationId xmlns:a16="http://schemas.microsoft.com/office/drawing/2014/main" id="{8A670A88-020A-47E2-999B-52835D660D2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95838" y="2112963"/>
            <a:ext cx="312737" cy="20161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14" name="Line 247">
            <a:extLst>
              <a:ext uri="{FF2B5EF4-FFF2-40B4-BE49-F238E27FC236}">
                <a16:creationId xmlns:a16="http://schemas.microsoft.com/office/drawing/2014/main" id="{F6851CC7-540A-41DB-A2DB-5A06AB72CC22}"/>
              </a:ext>
            </a:extLst>
          </p:cNvPr>
          <p:cNvSpPr>
            <a:spLocks noChangeShapeType="1"/>
          </p:cNvSpPr>
          <p:nvPr/>
        </p:nvSpPr>
        <p:spPr bwMode="auto">
          <a:xfrm>
            <a:off x="3925888" y="3930650"/>
            <a:ext cx="334962" cy="55563"/>
          </a:xfrm>
          <a:prstGeom prst="line">
            <a:avLst/>
          </a:prstGeom>
          <a:noFill/>
          <a:ln w="9525">
            <a:solidFill>
              <a:schemeClr val="bg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29415" name="Line 248">
            <a:extLst>
              <a:ext uri="{FF2B5EF4-FFF2-40B4-BE49-F238E27FC236}">
                <a16:creationId xmlns:a16="http://schemas.microsoft.com/office/drawing/2014/main" id="{A5E533D5-49C2-4672-BB60-A048DBB90EF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40025" y="3736975"/>
            <a:ext cx="257175" cy="157163"/>
          </a:xfrm>
          <a:prstGeom prst="line">
            <a:avLst/>
          </a:prstGeom>
          <a:noFill/>
          <a:ln w="9525">
            <a:solidFill>
              <a:schemeClr val="bg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229416" name="Group 249">
            <a:extLst>
              <a:ext uri="{FF2B5EF4-FFF2-40B4-BE49-F238E27FC236}">
                <a16:creationId xmlns:a16="http://schemas.microsoft.com/office/drawing/2014/main" id="{2173CD8A-9A5C-4A88-93AA-AE1652A617D2}"/>
              </a:ext>
            </a:extLst>
          </p:cNvPr>
          <p:cNvGrpSpPr>
            <a:grpSpLocks/>
          </p:cNvGrpSpPr>
          <p:nvPr/>
        </p:nvGrpSpPr>
        <p:grpSpPr bwMode="auto">
          <a:xfrm>
            <a:off x="5673725" y="2743200"/>
            <a:ext cx="644525" cy="282575"/>
            <a:chOff x="4396" y="1245"/>
            <a:chExt cx="672" cy="248"/>
          </a:xfrm>
        </p:grpSpPr>
        <p:sp>
          <p:nvSpPr>
            <p:cNvPr id="229545" name="Oval 407">
              <a:extLst>
                <a:ext uri="{FF2B5EF4-FFF2-40B4-BE49-F238E27FC236}">
                  <a16:creationId xmlns:a16="http://schemas.microsoft.com/office/drawing/2014/main" id="{364F46C8-4DB7-41C1-B239-ADAEECD97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46" name="Rectangle 410">
              <a:extLst>
                <a:ext uri="{FF2B5EF4-FFF2-40B4-BE49-F238E27FC236}">
                  <a16:creationId xmlns:a16="http://schemas.microsoft.com/office/drawing/2014/main" id="{54B085A8-A39E-4744-AE55-08F45D6F00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47" name="Oval 411">
              <a:extLst>
                <a:ext uri="{FF2B5EF4-FFF2-40B4-BE49-F238E27FC236}">
                  <a16:creationId xmlns:a16="http://schemas.microsoft.com/office/drawing/2014/main" id="{0C5C229B-4561-4839-8BE5-DB9D66B99E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48" name="Group 253">
              <a:extLst>
                <a:ext uri="{FF2B5EF4-FFF2-40B4-BE49-F238E27FC236}">
                  <a16:creationId xmlns:a16="http://schemas.microsoft.com/office/drawing/2014/main" id="{D663D026-061D-41D9-8A92-9A54735B95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51" name="Freeform 254">
                <a:extLst>
                  <a:ext uri="{FF2B5EF4-FFF2-40B4-BE49-F238E27FC236}">
                    <a16:creationId xmlns:a16="http://schemas.microsoft.com/office/drawing/2014/main" id="{B99ED281-D0C0-4EE1-A066-6E80709EB1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52" name="Freeform 255">
                <a:extLst>
                  <a:ext uri="{FF2B5EF4-FFF2-40B4-BE49-F238E27FC236}">
                    <a16:creationId xmlns:a16="http://schemas.microsoft.com/office/drawing/2014/main" id="{06DE492B-B22C-467B-AB3D-DA0503F9038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49" name="Line 256">
              <a:extLst>
                <a:ext uri="{FF2B5EF4-FFF2-40B4-BE49-F238E27FC236}">
                  <a16:creationId xmlns:a16="http://schemas.microsoft.com/office/drawing/2014/main" id="{1E75DA69-A093-4C62-BA45-0D6F56E4C2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50" name="Line 257">
              <a:extLst>
                <a:ext uri="{FF2B5EF4-FFF2-40B4-BE49-F238E27FC236}">
                  <a16:creationId xmlns:a16="http://schemas.microsoft.com/office/drawing/2014/main" id="{109484ED-5788-492E-A148-469AB45D8A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17" name="Group 258">
            <a:extLst>
              <a:ext uri="{FF2B5EF4-FFF2-40B4-BE49-F238E27FC236}">
                <a16:creationId xmlns:a16="http://schemas.microsoft.com/office/drawing/2014/main" id="{DFCB4B48-C828-4F03-B4D4-9B0935FAB8A7}"/>
              </a:ext>
            </a:extLst>
          </p:cNvPr>
          <p:cNvGrpSpPr>
            <a:grpSpLocks/>
          </p:cNvGrpSpPr>
          <p:nvPr/>
        </p:nvGrpSpPr>
        <p:grpSpPr bwMode="auto">
          <a:xfrm>
            <a:off x="6596063" y="3586163"/>
            <a:ext cx="644525" cy="282575"/>
            <a:chOff x="4396" y="1245"/>
            <a:chExt cx="672" cy="248"/>
          </a:xfrm>
        </p:grpSpPr>
        <p:sp>
          <p:nvSpPr>
            <p:cNvPr id="229537" name="Oval 407">
              <a:extLst>
                <a:ext uri="{FF2B5EF4-FFF2-40B4-BE49-F238E27FC236}">
                  <a16:creationId xmlns:a16="http://schemas.microsoft.com/office/drawing/2014/main" id="{32BB236A-FF24-4E71-BCD7-0A393CCCB0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38" name="Rectangle 410">
              <a:extLst>
                <a:ext uri="{FF2B5EF4-FFF2-40B4-BE49-F238E27FC236}">
                  <a16:creationId xmlns:a16="http://schemas.microsoft.com/office/drawing/2014/main" id="{619EC283-7038-4233-A44A-F3C270AFD6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39" name="Oval 411">
              <a:extLst>
                <a:ext uri="{FF2B5EF4-FFF2-40B4-BE49-F238E27FC236}">
                  <a16:creationId xmlns:a16="http://schemas.microsoft.com/office/drawing/2014/main" id="{BC1DC648-CCB2-45C3-85EB-38AEB3B930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40" name="Group 262">
              <a:extLst>
                <a:ext uri="{FF2B5EF4-FFF2-40B4-BE49-F238E27FC236}">
                  <a16:creationId xmlns:a16="http://schemas.microsoft.com/office/drawing/2014/main" id="{894A4490-C79C-4927-8A3C-3FFFCE41F8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43" name="Freeform 263">
                <a:extLst>
                  <a:ext uri="{FF2B5EF4-FFF2-40B4-BE49-F238E27FC236}">
                    <a16:creationId xmlns:a16="http://schemas.microsoft.com/office/drawing/2014/main" id="{4913DC09-DD0A-42B6-8037-D4F3AC0775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44" name="Freeform 264">
                <a:extLst>
                  <a:ext uri="{FF2B5EF4-FFF2-40B4-BE49-F238E27FC236}">
                    <a16:creationId xmlns:a16="http://schemas.microsoft.com/office/drawing/2014/main" id="{F171E916-683E-447D-822B-148820E32D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41" name="Line 265">
              <a:extLst>
                <a:ext uri="{FF2B5EF4-FFF2-40B4-BE49-F238E27FC236}">
                  <a16:creationId xmlns:a16="http://schemas.microsoft.com/office/drawing/2014/main" id="{2B1DCA9B-A3C5-4207-9897-E9A505B3F0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42" name="Line 266">
              <a:extLst>
                <a:ext uri="{FF2B5EF4-FFF2-40B4-BE49-F238E27FC236}">
                  <a16:creationId xmlns:a16="http://schemas.microsoft.com/office/drawing/2014/main" id="{8A2BEFA2-2AB0-4B9F-8603-7206B4CB0E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18" name="Group 267">
            <a:extLst>
              <a:ext uri="{FF2B5EF4-FFF2-40B4-BE49-F238E27FC236}">
                <a16:creationId xmlns:a16="http://schemas.microsoft.com/office/drawing/2014/main" id="{78413174-4452-4EB3-8001-F6C1422C1073}"/>
              </a:ext>
            </a:extLst>
          </p:cNvPr>
          <p:cNvGrpSpPr>
            <a:grpSpLocks/>
          </p:cNvGrpSpPr>
          <p:nvPr/>
        </p:nvGrpSpPr>
        <p:grpSpPr bwMode="auto">
          <a:xfrm>
            <a:off x="6380163" y="4419600"/>
            <a:ext cx="644525" cy="282575"/>
            <a:chOff x="4396" y="1245"/>
            <a:chExt cx="672" cy="248"/>
          </a:xfrm>
        </p:grpSpPr>
        <p:sp>
          <p:nvSpPr>
            <p:cNvPr id="229529" name="Oval 407">
              <a:extLst>
                <a:ext uri="{FF2B5EF4-FFF2-40B4-BE49-F238E27FC236}">
                  <a16:creationId xmlns:a16="http://schemas.microsoft.com/office/drawing/2014/main" id="{1433CA0A-F446-4B40-AAE5-089B0EFDB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30" name="Rectangle 410">
              <a:extLst>
                <a:ext uri="{FF2B5EF4-FFF2-40B4-BE49-F238E27FC236}">
                  <a16:creationId xmlns:a16="http://schemas.microsoft.com/office/drawing/2014/main" id="{8079EF94-8EE4-4DF6-B365-0F40D43DCC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31" name="Oval 411">
              <a:extLst>
                <a:ext uri="{FF2B5EF4-FFF2-40B4-BE49-F238E27FC236}">
                  <a16:creationId xmlns:a16="http://schemas.microsoft.com/office/drawing/2014/main" id="{86BB117C-760B-4B61-A4B6-C84BED84ED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32" name="Group 271">
              <a:extLst>
                <a:ext uri="{FF2B5EF4-FFF2-40B4-BE49-F238E27FC236}">
                  <a16:creationId xmlns:a16="http://schemas.microsoft.com/office/drawing/2014/main" id="{09E4BED1-1898-49F6-9319-E726CACF4E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35" name="Freeform 272">
                <a:extLst>
                  <a:ext uri="{FF2B5EF4-FFF2-40B4-BE49-F238E27FC236}">
                    <a16:creationId xmlns:a16="http://schemas.microsoft.com/office/drawing/2014/main" id="{B38E3583-B8A5-4D8B-AC1F-4AB1F9973C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36" name="Freeform 273">
                <a:extLst>
                  <a:ext uri="{FF2B5EF4-FFF2-40B4-BE49-F238E27FC236}">
                    <a16:creationId xmlns:a16="http://schemas.microsoft.com/office/drawing/2014/main" id="{AE63A317-68A7-4E3C-A82E-6E2875C52A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33" name="Line 274">
              <a:extLst>
                <a:ext uri="{FF2B5EF4-FFF2-40B4-BE49-F238E27FC236}">
                  <a16:creationId xmlns:a16="http://schemas.microsoft.com/office/drawing/2014/main" id="{C39E8177-4D19-4155-BFB5-C5CA242E03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34" name="Line 275">
              <a:extLst>
                <a:ext uri="{FF2B5EF4-FFF2-40B4-BE49-F238E27FC236}">
                  <a16:creationId xmlns:a16="http://schemas.microsoft.com/office/drawing/2014/main" id="{C2CADD96-FB32-4D6E-86C7-747E69A241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19" name="Group 276">
            <a:extLst>
              <a:ext uri="{FF2B5EF4-FFF2-40B4-BE49-F238E27FC236}">
                <a16:creationId xmlns:a16="http://schemas.microsoft.com/office/drawing/2014/main" id="{AA6CB13C-2B79-4DB4-A70E-64132A71AEEA}"/>
              </a:ext>
            </a:extLst>
          </p:cNvPr>
          <p:cNvGrpSpPr>
            <a:grpSpLocks/>
          </p:cNvGrpSpPr>
          <p:nvPr/>
        </p:nvGrpSpPr>
        <p:grpSpPr bwMode="auto">
          <a:xfrm>
            <a:off x="7189788" y="5264150"/>
            <a:ext cx="644525" cy="282575"/>
            <a:chOff x="4396" y="1245"/>
            <a:chExt cx="672" cy="248"/>
          </a:xfrm>
        </p:grpSpPr>
        <p:sp>
          <p:nvSpPr>
            <p:cNvPr id="229521" name="Oval 407">
              <a:extLst>
                <a:ext uri="{FF2B5EF4-FFF2-40B4-BE49-F238E27FC236}">
                  <a16:creationId xmlns:a16="http://schemas.microsoft.com/office/drawing/2014/main" id="{8912544F-564A-4017-9304-284303ADD6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22" name="Rectangle 410">
              <a:extLst>
                <a:ext uri="{FF2B5EF4-FFF2-40B4-BE49-F238E27FC236}">
                  <a16:creationId xmlns:a16="http://schemas.microsoft.com/office/drawing/2014/main" id="{066C823E-BAA2-421A-B8CA-79CFD81C5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23" name="Oval 411">
              <a:extLst>
                <a:ext uri="{FF2B5EF4-FFF2-40B4-BE49-F238E27FC236}">
                  <a16:creationId xmlns:a16="http://schemas.microsoft.com/office/drawing/2014/main" id="{601AB9A1-0934-4230-B75D-DA4077BEC6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24" name="Group 280">
              <a:extLst>
                <a:ext uri="{FF2B5EF4-FFF2-40B4-BE49-F238E27FC236}">
                  <a16:creationId xmlns:a16="http://schemas.microsoft.com/office/drawing/2014/main" id="{32CF063F-6618-46E2-9F61-C98E352E1B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27" name="Freeform 281">
                <a:extLst>
                  <a:ext uri="{FF2B5EF4-FFF2-40B4-BE49-F238E27FC236}">
                    <a16:creationId xmlns:a16="http://schemas.microsoft.com/office/drawing/2014/main" id="{8B17F4B4-151D-40E1-BA73-3A01DCB39A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28" name="Freeform 282">
                <a:extLst>
                  <a:ext uri="{FF2B5EF4-FFF2-40B4-BE49-F238E27FC236}">
                    <a16:creationId xmlns:a16="http://schemas.microsoft.com/office/drawing/2014/main" id="{863BF032-0DBB-46B0-88C2-DDB2C6853D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25" name="Line 283">
              <a:extLst>
                <a:ext uri="{FF2B5EF4-FFF2-40B4-BE49-F238E27FC236}">
                  <a16:creationId xmlns:a16="http://schemas.microsoft.com/office/drawing/2014/main" id="{86C84109-3728-4663-B27C-523178B65D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26" name="Line 284">
              <a:extLst>
                <a:ext uri="{FF2B5EF4-FFF2-40B4-BE49-F238E27FC236}">
                  <a16:creationId xmlns:a16="http://schemas.microsoft.com/office/drawing/2014/main" id="{0CF0ACA0-8F8F-458D-BA44-693148B9C6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0" name="Group 285">
            <a:extLst>
              <a:ext uri="{FF2B5EF4-FFF2-40B4-BE49-F238E27FC236}">
                <a16:creationId xmlns:a16="http://schemas.microsoft.com/office/drawing/2014/main" id="{829F1B59-FE60-464C-BB93-9189CF137382}"/>
              </a:ext>
            </a:extLst>
          </p:cNvPr>
          <p:cNvGrpSpPr>
            <a:grpSpLocks/>
          </p:cNvGrpSpPr>
          <p:nvPr/>
        </p:nvGrpSpPr>
        <p:grpSpPr bwMode="auto">
          <a:xfrm>
            <a:off x="4319588" y="2338388"/>
            <a:ext cx="644525" cy="282575"/>
            <a:chOff x="4396" y="1245"/>
            <a:chExt cx="672" cy="248"/>
          </a:xfrm>
        </p:grpSpPr>
        <p:sp>
          <p:nvSpPr>
            <p:cNvPr id="229513" name="Oval 407">
              <a:extLst>
                <a:ext uri="{FF2B5EF4-FFF2-40B4-BE49-F238E27FC236}">
                  <a16:creationId xmlns:a16="http://schemas.microsoft.com/office/drawing/2014/main" id="{24B7F491-93EF-434C-AA8C-ADBD942FEF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14" name="Rectangle 410">
              <a:extLst>
                <a:ext uri="{FF2B5EF4-FFF2-40B4-BE49-F238E27FC236}">
                  <a16:creationId xmlns:a16="http://schemas.microsoft.com/office/drawing/2014/main" id="{BC55EA27-757B-40B6-B9C3-4A7897CC7C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15" name="Oval 411">
              <a:extLst>
                <a:ext uri="{FF2B5EF4-FFF2-40B4-BE49-F238E27FC236}">
                  <a16:creationId xmlns:a16="http://schemas.microsoft.com/office/drawing/2014/main" id="{C9EC1DB8-A8BF-41A6-BA26-F5D7C0EEA3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16" name="Group 289">
              <a:extLst>
                <a:ext uri="{FF2B5EF4-FFF2-40B4-BE49-F238E27FC236}">
                  <a16:creationId xmlns:a16="http://schemas.microsoft.com/office/drawing/2014/main" id="{A5686758-E149-4C80-B397-95D21FC66A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19" name="Freeform 290">
                <a:extLst>
                  <a:ext uri="{FF2B5EF4-FFF2-40B4-BE49-F238E27FC236}">
                    <a16:creationId xmlns:a16="http://schemas.microsoft.com/office/drawing/2014/main" id="{2E4DF83E-F1AE-4366-AA50-98EC29D78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20" name="Freeform 291">
                <a:extLst>
                  <a:ext uri="{FF2B5EF4-FFF2-40B4-BE49-F238E27FC236}">
                    <a16:creationId xmlns:a16="http://schemas.microsoft.com/office/drawing/2014/main" id="{55B977ED-D618-4E37-B4A8-1A5C2CBAEC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17" name="Line 292">
              <a:extLst>
                <a:ext uri="{FF2B5EF4-FFF2-40B4-BE49-F238E27FC236}">
                  <a16:creationId xmlns:a16="http://schemas.microsoft.com/office/drawing/2014/main" id="{27E8DACD-0FAB-42A2-BBAC-9A26D70A0B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18" name="Line 293">
              <a:extLst>
                <a:ext uri="{FF2B5EF4-FFF2-40B4-BE49-F238E27FC236}">
                  <a16:creationId xmlns:a16="http://schemas.microsoft.com/office/drawing/2014/main" id="{91D2B830-1F8A-4278-AC5F-7CD824B7D7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1" name="Group 294">
            <a:extLst>
              <a:ext uri="{FF2B5EF4-FFF2-40B4-BE49-F238E27FC236}">
                <a16:creationId xmlns:a16="http://schemas.microsoft.com/office/drawing/2014/main" id="{C55F81AE-B708-4138-A41B-60FC95CD480C}"/>
              </a:ext>
            </a:extLst>
          </p:cNvPr>
          <p:cNvGrpSpPr>
            <a:grpSpLocks/>
          </p:cNvGrpSpPr>
          <p:nvPr/>
        </p:nvGrpSpPr>
        <p:grpSpPr bwMode="auto">
          <a:xfrm>
            <a:off x="4338638" y="3740150"/>
            <a:ext cx="644525" cy="282575"/>
            <a:chOff x="4396" y="1245"/>
            <a:chExt cx="672" cy="248"/>
          </a:xfrm>
        </p:grpSpPr>
        <p:sp>
          <p:nvSpPr>
            <p:cNvPr id="229505" name="Oval 407">
              <a:extLst>
                <a:ext uri="{FF2B5EF4-FFF2-40B4-BE49-F238E27FC236}">
                  <a16:creationId xmlns:a16="http://schemas.microsoft.com/office/drawing/2014/main" id="{D188695D-9CFD-437D-8FBD-F2E9B3E1B7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06" name="Rectangle 410">
              <a:extLst>
                <a:ext uri="{FF2B5EF4-FFF2-40B4-BE49-F238E27FC236}">
                  <a16:creationId xmlns:a16="http://schemas.microsoft.com/office/drawing/2014/main" id="{3914789B-03E6-4313-B393-6DD353FA5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507" name="Oval 411">
              <a:extLst>
                <a:ext uri="{FF2B5EF4-FFF2-40B4-BE49-F238E27FC236}">
                  <a16:creationId xmlns:a16="http://schemas.microsoft.com/office/drawing/2014/main" id="{1B414E14-45DD-4B30-87B4-1DD6DD3A0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08" name="Group 298">
              <a:extLst>
                <a:ext uri="{FF2B5EF4-FFF2-40B4-BE49-F238E27FC236}">
                  <a16:creationId xmlns:a16="http://schemas.microsoft.com/office/drawing/2014/main" id="{D3295FF6-9F9D-4EF9-B8F7-D228B412F6B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11" name="Freeform 299">
                <a:extLst>
                  <a:ext uri="{FF2B5EF4-FFF2-40B4-BE49-F238E27FC236}">
                    <a16:creationId xmlns:a16="http://schemas.microsoft.com/office/drawing/2014/main" id="{31552074-017F-438B-B4FF-3C58351D10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12" name="Freeform 300">
                <a:extLst>
                  <a:ext uri="{FF2B5EF4-FFF2-40B4-BE49-F238E27FC236}">
                    <a16:creationId xmlns:a16="http://schemas.microsoft.com/office/drawing/2014/main" id="{2C7458E8-80E2-4D86-8B93-F8BE48560E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09" name="Line 301">
              <a:extLst>
                <a:ext uri="{FF2B5EF4-FFF2-40B4-BE49-F238E27FC236}">
                  <a16:creationId xmlns:a16="http://schemas.microsoft.com/office/drawing/2014/main" id="{A21E6AC5-C454-4EF9-8A29-45AFCEB075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10" name="Line 302">
              <a:extLst>
                <a:ext uri="{FF2B5EF4-FFF2-40B4-BE49-F238E27FC236}">
                  <a16:creationId xmlns:a16="http://schemas.microsoft.com/office/drawing/2014/main" id="{B8BA43BA-B58C-4013-9786-224E8D19D0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2" name="Group 303">
            <a:extLst>
              <a:ext uri="{FF2B5EF4-FFF2-40B4-BE49-F238E27FC236}">
                <a16:creationId xmlns:a16="http://schemas.microsoft.com/office/drawing/2014/main" id="{F55BD775-623D-40CC-81EC-6D2E3A70B145}"/>
              </a:ext>
            </a:extLst>
          </p:cNvPr>
          <p:cNvGrpSpPr>
            <a:grpSpLocks/>
          </p:cNvGrpSpPr>
          <p:nvPr/>
        </p:nvGrpSpPr>
        <p:grpSpPr bwMode="auto">
          <a:xfrm>
            <a:off x="3086100" y="2743200"/>
            <a:ext cx="644525" cy="282575"/>
            <a:chOff x="4396" y="1245"/>
            <a:chExt cx="672" cy="248"/>
          </a:xfrm>
        </p:grpSpPr>
        <p:sp>
          <p:nvSpPr>
            <p:cNvPr id="229497" name="Oval 407">
              <a:extLst>
                <a:ext uri="{FF2B5EF4-FFF2-40B4-BE49-F238E27FC236}">
                  <a16:creationId xmlns:a16="http://schemas.microsoft.com/office/drawing/2014/main" id="{7CEFCAF2-D3FC-42F7-A004-CEC2FA2EF3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98" name="Rectangle 410">
              <a:extLst>
                <a:ext uri="{FF2B5EF4-FFF2-40B4-BE49-F238E27FC236}">
                  <a16:creationId xmlns:a16="http://schemas.microsoft.com/office/drawing/2014/main" id="{4BF5F93F-FA11-4BF8-A327-7DCE0FF1B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99" name="Oval 411">
              <a:extLst>
                <a:ext uri="{FF2B5EF4-FFF2-40B4-BE49-F238E27FC236}">
                  <a16:creationId xmlns:a16="http://schemas.microsoft.com/office/drawing/2014/main" id="{B7911794-67C6-47C3-AAFE-87188A14BD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500" name="Group 307">
              <a:extLst>
                <a:ext uri="{FF2B5EF4-FFF2-40B4-BE49-F238E27FC236}">
                  <a16:creationId xmlns:a16="http://schemas.microsoft.com/office/drawing/2014/main" id="{03F29547-323A-4708-9ADC-4D2CCAF8DF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503" name="Freeform 308">
                <a:extLst>
                  <a:ext uri="{FF2B5EF4-FFF2-40B4-BE49-F238E27FC236}">
                    <a16:creationId xmlns:a16="http://schemas.microsoft.com/office/drawing/2014/main" id="{FA172395-29BF-421A-8D64-DD7B18B808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504" name="Freeform 309">
                <a:extLst>
                  <a:ext uri="{FF2B5EF4-FFF2-40B4-BE49-F238E27FC236}">
                    <a16:creationId xmlns:a16="http://schemas.microsoft.com/office/drawing/2014/main" id="{F5C0C5E2-5DED-4EC8-AF6A-314D36A530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501" name="Line 310">
              <a:extLst>
                <a:ext uri="{FF2B5EF4-FFF2-40B4-BE49-F238E27FC236}">
                  <a16:creationId xmlns:a16="http://schemas.microsoft.com/office/drawing/2014/main" id="{015FFE5C-D165-45CD-85EB-223578C1DA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502" name="Line 311">
              <a:extLst>
                <a:ext uri="{FF2B5EF4-FFF2-40B4-BE49-F238E27FC236}">
                  <a16:creationId xmlns:a16="http://schemas.microsoft.com/office/drawing/2014/main" id="{5C8B0CDE-7AB9-49C5-BD01-23DD302262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3" name="Group 312">
            <a:extLst>
              <a:ext uri="{FF2B5EF4-FFF2-40B4-BE49-F238E27FC236}">
                <a16:creationId xmlns:a16="http://schemas.microsoft.com/office/drawing/2014/main" id="{CF9BE4C9-1592-488C-B7F9-698C4F76943F}"/>
              </a:ext>
            </a:extLst>
          </p:cNvPr>
          <p:cNvGrpSpPr>
            <a:grpSpLocks/>
          </p:cNvGrpSpPr>
          <p:nvPr/>
        </p:nvGrpSpPr>
        <p:grpSpPr bwMode="auto">
          <a:xfrm>
            <a:off x="2101850" y="3530600"/>
            <a:ext cx="644525" cy="282575"/>
            <a:chOff x="4396" y="1245"/>
            <a:chExt cx="672" cy="248"/>
          </a:xfrm>
        </p:grpSpPr>
        <p:sp>
          <p:nvSpPr>
            <p:cNvPr id="229489" name="Oval 407">
              <a:extLst>
                <a:ext uri="{FF2B5EF4-FFF2-40B4-BE49-F238E27FC236}">
                  <a16:creationId xmlns:a16="http://schemas.microsoft.com/office/drawing/2014/main" id="{3EB7FBC9-A808-463E-8763-1BCED0964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90" name="Rectangle 410">
              <a:extLst>
                <a:ext uri="{FF2B5EF4-FFF2-40B4-BE49-F238E27FC236}">
                  <a16:creationId xmlns:a16="http://schemas.microsoft.com/office/drawing/2014/main" id="{8716B9EA-40FB-453E-B568-C1C3018EC4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91" name="Oval 411">
              <a:extLst>
                <a:ext uri="{FF2B5EF4-FFF2-40B4-BE49-F238E27FC236}">
                  <a16:creationId xmlns:a16="http://schemas.microsoft.com/office/drawing/2014/main" id="{D69D21F7-A52D-49C1-93B9-F27861A526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92" name="Group 316">
              <a:extLst>
                <a:ext uri="{FF2B5EF4-FFF2-40B4-BE49-F238E27FC236}">
                  <a16:creationId xmlns:a16="http://schemas.microsoft.com/office/drawing/2014/main" id="{175E7516-CD52-4DE1-919A-3E9BF70383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95" name="Freeform 317">
                <a:extLst>
                  <a:ext uri="{FF2B5EF4-FFF2-40B4-BE49-F238E27FC236}">
                    <a16:creationId xmlns:a16="http://schemas.microsoft.com/office/drawing/2014/main" id="{94ACBD0A-9B81-4255-9C80-627FFFB522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96" name="Freeform 318">
                <a:extLst>
                  <a:ext uri="{FF2B5EF4-FFF2-40B4-BE49-F238E27FC236}">
                    <a16:creationId xmlns:a16="http://schemas.microsoft.com/office/drawing/2014/main" id="{C53C89E0-548D-40B2-8B86-CABC80DA43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93" name="Line 319">
              <a:extLst>
                <a:ext uri="{FF2B5EF4-FFF2-40B4-BE49-F238E27FC236}">
                  <a16:creationId xmlns:a16="http://schemas.microsoft.com/office/drawing/2014/main" id="{04DC21FB-DB3C-48CE-B4ED-AB26B9E051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94" name="Line 320">
              <a:extLst>
                <a:ext uri="{FF2B5EF4-FFF2-40B4-BE49-F238E27FC236}">
                  <a16:creationId xmlns:a16="http://schemas.microsoft.com/office/drawing/2014/main" id="{3147AE58-3DDC-4B8D-8732-66F77B8EBA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4" name="Group 321">
            <a:extLst>
              <a:ext uri="{FF2B5EF4-FFF2-40B4-BE49-F238E27FC236}">
                <a16:creationId xmlns:a16="http://schemas.microsoft.com/office/drawing/2014/main" id="{46091580-3FE9-44FA-8CAC-76D148B3C3A0}"/>
              </a:ext>
            </a:extLst>
          </p:cNvPr>
          <p:cNvGrpSpPr>
            <a:grpSpLocks/>
          </p:cNvGrpSpPr>
          <p:nvPr/>
        </p:nvGrpSpPr>
        <p:grpSpPr bwMode="auto">
          <a:xfrm>
            <a:off x="1552575" y="4308475"/>
            <a:ext cx="644525" cy="282575"/>
            <a:chOff x="4396" y="1245"/>
            <a:chExt cx="672" cy="248"/>
          </a:xfrm>
        </p:grpSpPr>
        <p:sp>
          <p:nvSpPr>
            <p:cNvPr id="229481" name="Oval 407">
              <a:extLst>
                <a:ext uri="{FF2B5EF4-FFF2-40B4-BE49-F238E27FC236}">
                  <a16:creationId xmlns:a16="http://schemas.microsoft.com/office/drawing/2014/main" id="{B04F3243-0D6F-4E17-8D0B-F9C63A3F7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82" name="Rectangle 410">
              <a:extLst>
                <a:ext uri="{FF2B5EF4-FFF2-40B4-BE49-F238E27FC236}">
                  <a16:creationId xmlns:a16="http://schemas.microsoft.com/office/drawing/2014/main" id="{D9F0F4AA-B3DD-4938-A057-3956EEF3D5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83" name="Oval 411">
              <a:extLst>
                <a:ext uri="{FF2B5EF4-FFF2-40B4-BE49-F238E27FC236}">
                  <a16:creationId xmlns:a16="http://schemas.microsoft.com/office/drawing/2014/main" id="{D7907E3C-30C0-45A2-ADD8-6B0884C9E7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84" name="Group 325">
              <a:extLst>
                <a:ext uri="{FF2B5EF4-FFF2-40B4-BE49-F238E27FC236}">
                  <a16:creationId xmlns:a16="http://schemas.microsoft.com/office/drawing/2014/main" id="{1E4CE81E-5BBA-4DA8-AA1C-68F0F4C78B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87" name="Freeform 326">
                <a:extLst>
                  <a:ext uri="{FF2B5EF4-FFF2-40B4-BE49-F238E27FC236}">
                    <a16:creationId xmlns:a16="http://schemas.microsoft.com/office/drawing/2014/main" id="{38A368A0-CCD5-4DD8-B551-99C5EF1C78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88" name="Freeform 327">
                <a:extLst>
                  <a:ext uri="{FF2B5EF4-FFF2-40B4-BE49-F238E27FC236}">
                    <a16:creationId xmlns:a16="http://schemas.microsoft.com/office/drawing/2014/main" id="{DF2803AD-0F24-4DC6-9C4D-F8D27DAEAB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85" name="Line 328">
              <a:extLst>
                <a:ext uri="{FF2B5EF4-FFF2-40B4-BE49-F238E27FC236}">
                  <a16:creationId xmlns:a16="http://schemas.microsoft.com/office/drawing/2014/main" id="{BD573CEF-0E4C-4A48-8A77-BF22E9A3F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86" name="Line 329">
              <a:extLst>
                <a:ext uri="{FF2B5EF4-FFF2-40B4-BE49-F238E27FC236}">
                  <a16:creationId xmlns:a16="http://schemas.microsoft.com/office/drawing/2014/main" id="{DBE1B82B-A9DC-4E9F-89DD-BDBCF30F9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5" name="Group 330">
            <a:extLst>
              <a:ext uri="{FF2B5EF4-FFF2-40B4-BE49-F238E27FC236}">
                <a16:creationId xmlns:a16="http://schemas.microsoft.com/office/drawing/2014/main" id="{58E4D535-943F-4ADA-A9E2-700F2B2D2BD9}"/>
              </a:ext>
            </a:extLst>
          </p:cNvPr>
          <p:cNvGrpSpPr>
            <a:grpSpLocks/>
          </p:cNvGrpSpPr>
          <p:nvPr/>
        </p:nvGrpSpPr>
        <p:grpSpPr bwMode="auto">
          <a:xfrm>
            <a:off x="2139950" y="4829175"/>
            <a:ext cx="644525" cy="282575"/>
            <a:chOff x="4396" y="1245"/>
            <a:chExt cx="672" cy="248"/>
          </a:xfrm>
        </p:grpSpPr>
        <p:sp>
          <p:nvSpPr>
            <p:cNvPr id="229473" name="Oval 407">
              <a:extLst>
                <a:ext uri="{FF2B5EF4-FFF2-40B4-BE49-F238E27FC236}">
                  <a16:creationId xmlns:a16="http://schemas.microsoft.com/office/drawing/2014/main" id="{732B540E-AFFC-4EB1-A13A-E13DBD09D1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74" name="Rectangle 410">
              <a:extLst>
                <a:ext uri="{FF2B5EF4-FFF2-40B4-BE49-F238E27FC236}">
                  <a16:creationId xmlns:a16="http://schemas.microsoft.com/office/drawing/2014/main" id="{3BF92CF5-5544-4B27-B764-74579AB27E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75" name="Oval 411">
              <a:extLst>
                <a:ext uri="{FF2B5EF4-FFF2-40B4-BE49-F238E27FC236}">
                  <a16:creationId xmlns:a16="http://schemas.microsoft.com/office/drawing/2014/main" id="{EB1F9E7C-F7D2-4E2F-83A1-303F77245A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76" name="Group 334">
              <a:extLst>
                <a:ext uri="{FF2B5EF4-FFF2-40B4-BE49-F238E27FC236}">
                  <a16:creationId xmlns:a16="http://schemas.microsoft.com/office/drawing/2014/main" id="{17AA3609-38CF-4926-8C7A-700FD957AE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79" name="Freeform 335">
                <a:extLst>
                  <a:ext uri="{FF2B5EF4-FFF2-40B4-BE49-F238E27FC236}">
                    <a16:creationId xmlns:a16="http://schemas.microsoft.com/office/drawing/2014/main" id="{2E3BFD7D-9BE6-4125-AABB-9CB69B1C2AC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80" name="Freeform 336">
                <a:extLst>
                  <a:ext uri="{FF2B5EF4-FFF2-40B4-BE49-F238E27FC236}">
                    <a16:creationId xmlns:a16="http://schemas.microsoft.com/office/drawing/2014/main" id="{587DE9FD-7A63-4388-8D08-1B37AA617B7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77" name="Line 337">
              <a:extLst>
                <a:ext uri="{FF2B5EF4-FFF2-40B4-BE49-F238E27FC236}">
                  <a16:creationId xmlns:a16="http://schemas.microsoft.com/office/drawing/2014/main" id="{3BE1973D-9E5E-4D30-B37D-0B1F538E4E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78" name="Line 338">
              <a:extLst>
                <a:ext uri="{FF2B5EF4-FFF2-40B4-BE49-F238E27FC236}">
                  <a16:creationId xmlns:a16="http://schemas.microsoft.com/office/drawing/2014/main" id="{42F52231-A621-4C4B-92F8-4206E500F5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6" name="Group 339">
            <a:extLst>
              <a:ext uri="{FF2B5EF4-FFF2-40B4-BE49-F238E27FC236}">
                <a16:creationId xmlns:a16="http://schemas.microsoft.com/office/drawing/2014/main" id="{84F9CA46-76D8-4B2E-9CEA-E1F7E775E482}"/>
              </a:ext>
            </a:extLst>
          </p:cNvPr>
          <p:cNvGrpSpPr>
            <a:grpSpLocks/>
          </p:cNvGrpSpPr>
          <p:nvPr/>
        </p:nvGrpSpPr>
        <p:grpSpPr bwMode="auto">
          <a:xfrm>
            <a:off x="1790700" y="5562600"/>
            <a:ext cx="644525" cy="282575"/>
            <a:chOff x="4396" y="1245"/>
            <a:chExt cx="672" cy="248"/>
          </a:xfrm>
        </p:grpSpPr>
        <p:sp>
          <p:nvSpPr>
            <p:cNvPr id="229465" name="Oval 407">
              <a:extLst>
                <a:ext uri="{FF2B5EF4-FFF2-40B4-BE49-F238E27FC236}">
                  <a16:creationId xmlns:a16="http://schemas.microsoft.com/office/drawing/2014/main" id="{39095C8D-D995-433E-B032-EE7011CFB0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66" name="Rectangle 410">
              <a:extLst>
                <a:ext uri="{FF2B5EF4-FFF2-40B4-BE49-F238E27FC236}">
                  <a16:creationId xmlns:a16="http://schemas.microsoft.com/office/drawing/2014/main" id="{E64AA8F1-7712-47A9-8B6D-8AD08C432D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67" name="Oval 411">
              <a:extLst>
                <a:ext uri="{FF2B5EF4-FFF2-40B4-BE49-F238E27FC236}">
                  <a16:creationId xmlns:a16="http://schemas.microsoft.com/office/drawing/2014/main" id="{71249A9F-8282-484C-90F6-3691B5EE0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68" name="Group 343">
              <a:extLst>
                <a:ext uri="{FF2B5EF4-FFF2-40B4-BE49-F238E27FC236}">
                  <a16:creationId xmlns:a16="http://schemas.microsoft.com/office/drawing/2014/main" id="{0F4ED4FD-C1AA-4437-AFFB-189D46DA14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71" name="Freeform 344">
                <a:extLst>
                  <a:ext uri="{FF2B5EF4-FFF2-40B4-BE49-F238E27FC236}">
                    <a16:creationId xmlns:a16="http://schemas.microsoft.com/office/drawing/2014/main" id="{1E924071-FC08-4A0F-983C-9A41CA1160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72" name="Freeform 345">
                <a:extLst>
                  <a:ext uri="{FF2B5EF4-FFF2-40B4-BE49-F238E27FC236}">
                    <a16:creationId xmlns:a16="http://schemas.microsoft.com/office/drawing/2014/main" id="{E9FDA1D0-E920-43FE-BE47-C362174BE4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69" name="Line 346">
              <a:extLst>
                <a:ext uri="{FF2B5EF4-FFF2-40B4-BE49-F238E27FC236}">
                  <a16:creationId xmlns:a16="http://schemas.microsoft.com/office/drawing/2014/main" id="{4FED60F1-61A8-4326-9D05-DBD9181E3F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70" name="Line 347">
              <a:extLst>
                <a:ext uri="{FF2B5EF4-FFF2-40B4-BE49-F238E27FC236}">
                  <a16:creationId xmlns:a16="http://schemas.microsoft.com/office/drawing/2014/main" id="{FC9859FC-82F1-4770-946B-A123FF068A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7" name="Group 348">
            <a:extLst>
              <a:ext uri="{FF2B5EF4-FFF2-40B4-BE49-F238E27FC236}">
                <a16:creationId xmlns:a16="http://schemas.microsoft.com/office/drawing/2014/main" id="{AE0DC5A5-5EC8-4A73-AEB2-8FEC529455F3}"/>
              </a:ext>
            </a:extLst>
          </p:cNvPr>
          <p:cNvGrpSpPr>
            <a:grpSpLocks/>
          </p:cNvGrpSpPr>
          <p:nvPr/>
        </p:nvGrpSpPr>
        <p:grpSpPr bwMode="auto">
          <a:xfrm>
            <a:off x="960438" y="4978400"/>
            <a:ext cx="644525" cy="282575"/>
            <a:chOff x="4396" y="1245"/>
            <a:chExt cx="672" cy="248"/>
          </a:xfrm>
        </p:grpSpPr>
        <p:sp>
          <p:nvSpPr>
            <p:cNvPr id="229457" name="Oval 407">
              <a:extLst>
                <a:ext uri="{FF2B5EF4-FFF2-40B4-BE49-F238E27FC236}">
                  <a16:creationId xmlns:a16="http://schemas.microsoft.com/office/drawing/2014/main" id="{5A5C9D36-B7B9-4458-8B48-D414CED381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58" name="Rectangle 410">
              <a:extLst>
                <a:ext uri="{FF2B5EF4-FFF2-40B4-BE49-F238E27FC236}">
                  <a16:creationId xmlns:a16="http://schemas.microsoft.com/office/drawing/2014/main" id="{35B93B92-F168-47BA-8DF7-9661ECFC04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59" name="Oval 411">
              <a:extLst>
                <a:ext uri="{FF2B5EF4-FFF2-40B4-BE49-F238E27FC236}">
                  <a16:creationId xmlns:a16="http://schemas.microsoft.com/office/drawing/2014/main" id="{010D90E5-49A3-4CAA-9948-17882A9C97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60" name="Group 352">
              <a:extLst>
                <a:ext uri="{FF2B5EF4-FFF2-40B4-BE49-F238E27FC236}">
                  <a16:creationId xmlns:a16="http://schemas.microsoft.com/office/drawing/2014/main" id="{50A10B84-A887-4955-BF73-548A51A9614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63" name="Freeform 353">
                <a:extLst>
                  <a:ext uri="{FF2B5EF4-FFF2-40B4-BE49-F238E27FC236}">
                    <a16:creationId xmlns:a16="http://schemas.microsoft.com/office/drawing/2014/main" id="{67BBDD02-E366-4381-955B-9AAADACD96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64" name="Freeform 354">
                <a:extLst>
                  <a:ext uri="{FF2B5EF4-FFF2-40B4-BE49-F238E27FC236}">
                    <a16:creationId xmlns:a16="http://schemas.microsoft.com/office/drawing/2014/main" id="{3DB0D673-FC41-40B4-B446-43639C0BDD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61" name="Line 355">
              <a:extLst>
                <a:ext uri="{FF2B5EF4-FFF2-40B4-BE49-F238E27FC236}">
                  <a16:creationId xmlns:a16="http://schemas.microsoft.com/office/drawing/2014/main" id="{39A8C5DE-EDD0-40A3-8C97-7E93EF57AB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62" name="Line 356">
              <a:extLst>
                <a:ext uri="{FF2B5EF4-FFF2-40B4-BE49-F238E27FC236}">
                  <a16:creationId xmlns:a16="http://schemas.microsoft.com/office/drawing/2014/main" id="{F3469D04-BF40-4BB1-A495-3F6B0709C3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8" name="Group 357">
            <a:extLst>
              <a:ext uri="{FF2B5EF4-FFF2-40B4-BE49-F238E27FC236}">
                <a16:creationId xmlns:a16="http://schemas.microsoft.com/office/drawing/2014/main" id="{63D8AA51-9BAB-4D5A-B95C-4F736E6B22E1}"/>
              </a:ext>
            </a:extLst>
          </p:cNvPr>
          <p:cNvGrpSpPr>
            <a:grpSpLocks/>
          </p:cNvGrpSpPr>
          <p:nvPr/>
        </p:nvGrpSpPr>
        <p:grpSpPr bwMode="auto">
          <a:xfrm>
            <a:off x="3921125" y="4657725"/>
            <a:ext cx="644525" cy="282575"/>
            <a:chOff x="4396" y="1245"/>
            <a:chExt cx="672" cy="248"/>
          </a:xfrm>
        </p:grpSpPr>
        <p:sp>
          <p:nvSpPr>
            <p:cNvPr id="229449" name="Oval 407">
              <a:extLst>
                <a:ext uri="{FF2B5EF4-FFF2-40B4-BE49-F238E27FC236}">
                  <a16:creationId xmlns:a16="http://schemas.microsoft.com/office/drawing/2014/main" id="{DBCF50F7-B9F3-4CDE-A704-0E4B98F4F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50" name="Rectangle 410">
              <a:extLst>
                <a:ext uri="{FF2B5EF4-FFF2-40B4-BE49-F238E27FC236}">
                  <a16:creationId xmlns:a16="http://schemas.microsoft.com/office/drawing/2014/main" id="{1C99F8AF-486B-42B1-8CE6-0850601F44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51" name="Oval 411">
              <a:extLst>
                <a:ext uri="{FF2B5EF4-FFF2-40B4-BE49-F238E27FC236}">
                  <a16:creationId xmlns:a16="http://schemas.microsoft.com/office/drawing/2014/main" id="{B3D09F3C-C3B1-43A0-A5D4-A8566167F9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52" name="Group 361">
              <a:extLst>
                <a:ext uri="{FF2B5EF4-FFF2-40B4-BE49-F238E27FC236}">
                  <a16:creationId xmlns:a16="http://schemas.microsoft.com/office/drawing/2014/main" id="{84262CD8-67A6-4CC2-9163-467F958EC4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55" name="Freeform 362">
                <a:extLst>
                  <a:ext uri="{FF2B5EF4-FFF2-40B4-BE49-F238E27FC236}">
                    <a16:creationId xmlns:a16="http://schemas.microsoft.com/office/drawing/2014/main" id="{F745F078-EF4E-4CEC-9DE2-7B5AD7545A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56" name="Freeform 363">
                <a:extLst>
                  <a:ext uri="{FF2B5EF4-FFF2-40B4-BE49-F238E27FC236}">
                    <a16:creationId xmlns:a16="http://schemas.microsoft.com/office/drawing/2014/main" id="{3C1AC833-B6D1-4871-B26E-B61E1C4D43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53" name="Line 364">
              <a:extLst>
                <a:ext uri="{FF2B5EF4-FFF2-40B4-BE49-F238E27FC236}">
                  <a16:creationId xmlns:a16="http://schemas.microsoft.com/office/drawing/2014/main" id="{0F84D5B9-0517-4CFA-A012-9925E7139F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54" name="Line 365">
              <a:extLst>
                <a:ext uri="{FF2B5EF4-FFF2-40B4-BE49-F238E27FC236}">
                  <a16:creationId xmlns:a16="http://schemas.microsoft.com/office/drawing/2014/main" id="{E7605E97-5F9E-4AAC-BB56-62485D8736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29" name="Group 366">
            <a:extLst>
              <a:ext uri="{FF2B5EF4-FFF2-40B4-BE49-F238E27FC236}">
                <a16:creationId xmlns:a16="http://schemas.microsoft.com/office/drawing/2014/main" id="{13951BB4-3939-47E1-87CB-DF120E3419F6}"/>
              </a:ext>
            </a:extLst>
          </p:cNvPr>
          <p:cNvGrpSpPr>
            <a:grpSpLocks/>
          </p:cNvGrpSpPr>
          <p:nvPr/>
        </p:nvGrpSpPr>
        <p:grpSpPr bwMode="auto">
          <a:xfrm>
            <a:off x="4732338" y="5076825"/>
            <a:ext cx="644525" cy="282575"/>
            <a:chOff x="4396" y="1245"/>
            <a:chExt cx="672" cy="248"/>
          </a:xfrm>
        </p:grpSpPr>
        <p:sp>
          <p:nvSpPr>
            <p:cNvPr id="229441" name="Oval 407">
              <a:extLst>
                <a:ext uri="{FF2B5EF4-FFF2-40B4-BE49-F238E27FC236}">
                  <a16:creationId xmlns:a16="http://schemas.microsoft.com/office/drawing/2014/main" id="{BBB4B97B-7C19-4896-8A3B-62FCE08F83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42" name="Rectangle 410">
              <a:extLst>
                <a:ext uri="{FF2B5EF4-FFF2-40B4-BE49-F238E27FC236}">
                  <a16:creationId xmlns:a16="http://schemas.microsoft.com/office/drawing/2014/main" id="{F0C69904-DE55-4A69-9945-5FD970F754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43" name="Oval 411">
              <a:extLst>
                <a:ext uri="{FF2B5EF4-FFF2-40B4-BE49-F238E27FC236}">
                  <a16:creationId xmlns:a16="http://schemas.microsoft.com/office/drawing/2014/main" id="{00DC61E9-4557-4EB7-B17E-DB71A8F4D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44" name="Group 370">
              <a:extLst>
                <a:ext uri="{FF2B5EF4-FFF2-40B4-BE49-F238E27FC236}">
                  <a16:creationId xmlns:a16="http://schemas.microsoft.com/office/drawing/2014/main" id="{C61E6456-FBDC-4E6A-BA36-B9620C9BA0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47" name="Freeform 371">
                <a:extLst>
                  <a:ext uri="{FF2B5EF4-FFF2-40B4-BE49-F238E27FC236}">
                    <a16:creationId xmlns:a16="http://schemas.microsoft.com/office/drawing/2014/main" id="{B95A7F9B-2F5D-488F-A235-A1B1449EEB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48" name="Freeform 372">
                <a:extLst>
                  <a:ext uri="{FF2B5EF4-FFF2-40B4-BE49-F238E27FC236}">
                    <a16:creationId xmlns:a16="http://schemas.microsoft.com/office/drawing/2014/main" id="{886C9DB3-61C7-41F0-A5E6-BE85C87466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45" name="Line 373">
              <a:extLst>
                <a:ext uri="{FF2B5EF4-FFF2-40B4-BE49-F238E27FC236}">
                  <a16:creationId xmlns:a16="http://schemas.microsoft.com/office/drawing/2014/main" id="{94E527F0-F26A-4C58-B886-7A4894CBEE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46" name="Line 374">
              <a:extLst>
                <a:ext uri="{FF2B5EF4-FFF2-40B4-BE49-F238E27FC236}">
                  <a16:creationId xmlns:a16="http://schemas.microsoft.com/office/drawing/2014/main" id="{440B931E-DDDB-40F0-A423-1FBC5DA3F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9430" name="Group 375">
            <a:extLst>
              <a:ext uri="{FF2B5EF4-FFF2-40B4-BE49-F238E27FC236}">
                <a16:creationId xmlns:a16="http://schemas.microsoft.com/office/drawing/2014/main" id="{5CCA151B-016C-4B6C-9EE9-4D8246EC695B}"/>
              </a:ext>
            </a:extLst>
          </p:cNvPr>
          <p:cNvGrpSpPr>
            <a:grpSpLocks/>
          </p:cNvGrpSpPr>
          <p:nvPr/>
        </p:nvGrpSpPr>
        <p:grpSpPr bwMode="auto">
          <a:xfrm>
            <a:off x="4148138" y="5518150"/>
            <a:ext cx="644525" cy="282575"/>
            <a:chOff x="4396" y="1245"/>
            <a:chExt cx="672" cy="248"/>
          </a:xfrm>
        </p:grpSpPr>
        <p:sp>
          <p:nvSpPr>
            <p:cNvPr id="229433" name="Oval 407">
              <a:extLst>
                <a:ext uri="{FF2B5EF4-FFF2-40B4-BE49-F238E27FC236}">
                  <a16:creationId xmlns:a16="http://schemas.microsoft.com/office/drawing/2014/main" id="{21DFCBE5-F986-4B81-9B67-92EEC09724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34" name="Rectangle 410">
              <a:extLst>
                <a:ext uri="{FF2B5EF4-FFF2-40B4-BE49-F238E27FC236}">
                  <a16:creationId xmlns:a16="http://schemas.microsoft.com/office/drawing/2014/main" id="{F703302D-4805-408D-A39B-EBF5DC0C78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229435" name="Oval 411">
              <a:extLst>
                <a:ext uri="{FF2B5EF4-FFF2-40B4-BE49-F238E27FC236}">
                  <a16:creationId xmlns:a16="http://schemas.microsoft.com/office/drawing/2014/main" id="{77294F23-27D8-4458-8042-E125DA92C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en-US" sz="2400">
                <a:solidFill>
                  <a:srgbClr val="000000"/>
                </a:solidFill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229436" name="Group 379">
              <a:extLst>
                <a:ext uri="{FF2B5EF4-FFF2-40B4-BE49-F238E27FC236}">
                  <a16:creationId xmlns:a16="http://schemas.microsoft.com/office/drawing/2014/main" id="{FBB94B0D-D516-4BFE-8303-BDB1C59F4F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229439" name="Freeform 380">
                <a:extLst>
                  <a:ext uri="{FF2B5EF4-FFF2-40B4-BE49-F238E27FC236}">
                    <a16:creationId xmlns:a16="http://schemas.microsoft.com/office/drawing/2014/main" id="{7E3AA1D5-2A63-4E11-A0BA-2F0C19EF5E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229440" name="Freeform 381">
                <a:extLst>
                  <a:ext uri="{FF2B5EF4-FFF2-40B4-BE49-F238E27FC236}">
                    <a16:creationId xmlns:a16="http://schemas.microsoft.com/office/drawing/2014/main" id="{7E26BD6C-884A-422F-B90E-E4DCC3086A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229437" name="Line 382">
              <a:extLst>
                <a:ext uri="{FF2B5EF4-FFF2-40B4-BE49-F238E27FC236}">
                  <a16:creationId xmlns:a16="http://schemas.microsoft.com/office/drawing/2014/main" id="{246FBC57-9EE7-48FD-B0EF-109ACAD0BE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2"/>
              <a:ext cx="0" cy="11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29438" name="Line 383">
              <a:extLst>
                <a:ext uri="{FF2B5EF4-FFF2-40B4-BE49-F238E27FC236}">
                  <a16:creationId xmlns:a16="http://schemas.microsoft.com/office/drawing/2014/main" id="{EA0E2C63-8EEE-4BDD-9495-9BFA6966C9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229431" name="Picture 384" descr="underline_base">
            <a:extLst>
              <a:ext uri="{FF2B5EF4-FFF2-40B4-BE49-F238E27FC236}">
                <a16:creationId xmlns:a16="http://schemas.microsoft.com/office/drawing/2014/main" id="{6F9C3685-B45E-4AF6-B691-F74B579EB9A8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" y="976313"/>
            <a:ext cx="4113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9432" name="TextBox 1">
            <a:extLst>
              <a:ext uri="{FF2B5EF4-FFF2-40B4-BE49-F238E27FC236}">
                <a16:creationId xmlns:a16="http://schemas.microsoft.com/office/drawing/2014/main" id="{655C6351-DE04-41AD-9BEB-A9ACA85898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5538" y="1268413"/>
            <a:ext cx="2047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solidFill>
                  <a:srgbClr val="000000"/>
                </a:solidFill>
              </a:rPr>
              <a:t>To other routing domains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5.2 routing protocols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link state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>
                <a:solidFill>
                  <a:srgbClr val="CC0000"/>
                </a:solidFill>
              </a:rPr>
              <a:t>5.4 routing among the ISPs: BGP</a:t>
            </a:r>
            <a:endParaRPr lang="en-US" sz="2400" dirty="0">
              <a:solidFill>
                <a:srgbClr val="CC0000"/>
              </a:solidFill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</a:rPr>
              <a:t>5.6 ICMP: The Internet Control Message Protocol 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5.7 Network management and SNMP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37</a:t>
            </a:fld>
            <a:endParaRPr lang="en-US" sz="1200" dirty="0">
              <a:latin typeface="Tahoma" charset="0"/>
            </a:endParaRPr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33460469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994" name="Footer Placeholder 5">
            <a:extLst>
              <a:ext uri="{FF2B5EF4-FFF2-40B4-BE49-F238E27FC236}">
                <a16:creationId xmlns:a16="http://schemas.microsoft.com/office/drawing/2014/main" id="{10E4AF81-2388-4AD8-9366-3A7804EE5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212995" name="Slide Number Placeholder 6">
            <a:extLst>
              <a:ext uri="{FF2B5EF4-FFF2-40B4-BE49-F238E27FC236}">
                <a16:creationId xmlns:a16="http://schemas.microsoft.com/office/drawing/2014/main" id="{CE8658F2-C881-449F-B6CD-026D92AC5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dirty="0">
                <a:latin typeface="Tahoma" panose="020B0604030504040204" pitchFamily="34" charset="0"/>
              </a:rPr>
              <a:t>5-</a:t>
            </a:r>
            <a:fld id="{6A3ACD0B-CEB4-4058-A5A8-7E157D05405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38</a:t>
            </a:fld>
            <a:endParaRPr lang="en-US" altLang="zh-TW" sz="1200" dirty="0">
              <a:latin typeface="Tahoma" panose="020B0604030504040204" pitchFamily="34" charset="0"/>
            </a:endParaRPr>
          </a:p>
        </p:txBody>
      </p:sp>
      <p:sp>
        <p:nvSpPr>
          <p:cNvPr id="101380" name="Rectangle 2">
            <a:extLst>
              <a:ext uri="{FF2B5EF4-FFF2-40B4-BE49-F238E27FC236}">
                <a16:creationId xmlns:a16="http://schemas.microsoft.com/office/drawing/2014/main" id="{90764D56-02BC-4A47-8352-582E901AD6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7213" y="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Inter-AS tasks</a:t>
            </a:r>
          </a:p>
        </p:txBody>
      </p:sp>
      <p:sp>
        <p:nvSpPr>
          <p:cNvPr id="101381" name="Rectangle 3">
            <a:extLst>
              <a:ext uri="{FF2B5EF4-FFF2-40B4-BE49-F238E27FC236}">
                <a16:creationId xmlns:a16="http://schemas.microsoft.com/office/drawing/2014/main" id="{BA0F8813-3A5C-49F8-93E9-C520462FB0F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1813" y="1195388"/>
            <a:ext cx="3810000" cy="29210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suppose router in AS1 receives datagram destined outside of AS1: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</a:rPr>
              <a:t>Q: router should forward packet to gateway router, but which one?</a:t>
            </a:r>
          </a:p>
        </p:txBody>
      </p:sp>
      <p:sp>
        <p:nvSpPr>
          <p:cNvPr id="101382" name="Rectangle 4">
            <a:extLst>
              <a:ext uri="{FF2B5EF4-FFF2-40B4-BE49-F238E27FC236}">
                <a16:creationId xmlns:a16="http://schemas.microsoft.com/office/drawing/2014/main" id="{809E7BA6-30CF-4009-89E7-9726D9B403D2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638675" y="1195388"/>
            <a:ext cx="3810000" cy="4648200"/>
          </a:xfrm>
        </p:spPr>
        <p:txBody>
          <a:bodyPr/>
          <a:lstStyle/>
          <a:p>
            <a:pPr marL="457200" indent="-457200">
              <a:buFont typeface="Wingdings" charset="0"/>
              <a:buNone/>
              <a:defRPr/>
            </a:pPr>
            <a:r>
              <a:rPr lang="en-US" sz="2400" i="1" dirty="0">
                <a:solidFill>
                  <a:srgbClr val="CC0000"/>
                </a:solidFill>
                <a:cs typeface="+mn-cs"/>
              </a:rPr>
              <a:t>AS1 must:</a:t>
            </a:r>
          </a:p>
          <a:p>
            <a:pPr marL="457200" indent="-457200">
              <a:buFont typeface="ZapfDingbats" charset="0"/>
              <a:buAutoNum type="arabicPeriod"/>
              <a:defRPr/>
            </a:pPr>
            <a:r>
              <a:rPr lang="en-US" sz="2400" dirty="0">
                <a:solidFill>
                  <a:srgbClr val="0070C0"/>
                </a:solidFill>
                <a:cs typeface="+mn-cs"/>
              </a:rPr>
              <a:t>learn which dests are reachable</a:t>
            </a:r>
            <a:r>
              <a:rPr lang="en-US" sz="2400" dirty="0">
                <a:cs typeface="+mn-cs"/>
              </a:rPr>
              <a:t> through AS2, which through AS3</a:t>
            </a:r>
          </a:p>
          <a:p>
            <a:pPr marL="457200" indent="-457200">
              <a:buFont typeface="ZapfDingbats" charset="0"/>
              <a:buAutoNum type="arabicPeriod"/>
              <a:defRPr/>
            </a:pPr>
            <a:r>
              <a:rPr lang="en-US" sz="2400" dirty="0">
                <a:solidFill>
                  <a:srgbClr val="0070C0"/>
                </a:solidFill>
                <a:cs typeface="+mn-cs"/>
              </a:rPr>
              <a:t>propagate</a:t>
            </a:r>
            <a:r>
              <a:rPr lang="en-US" sz="2400" dirty="0">
                <a:cs typeface="+mn-cs"/>
              </a:rPr>
              <a:t> this </a:t>
            </a:r>
            <a:r>
              <a:rPr lang="en-US" sz="2400" dirty="0">
                <a:solidFill>
                  <a:srgbClr val="0070C0"/>
                </a:solidFill>
                <a:cs typeface="+mn-cs"/>
              </a:rPr>
              <a:t>reachability info </a:t>
            </a:r>
            <a:r>
              <a:rPr lang="en-US" sz="2400" dirty="0">
                <a:cs typeface="+mn-cs"/>
              </a:rPr>
              <a:t>to all routers in AS1</a:t>
            </a:r>
          </a:p>
          <a:p>
            <a:pPr marL="457200" indent="-457200">
              <a:buFont typeface="Wingdings" charset="0"/>
              <a:buNone/>
              <a:defRPr/>
            </a:pPr>
            <a:r>
              <a:rPr lang="en-US" sz="2400" i="1" dirty="0">
                <a:solidFill>
                  <a:srgbClr val="CC0000"/>
                </a:solidFill>
                <a:cs typeface="+mn-cs"/>
              </a:rPr>
              <a:t>job of inter-AS routing!</a:t>
            </a:r>
          </a:p>
        </p:txBody>
      </p:sp>
      <p:sp>
        <p:nvSpPr>
          <p:cNvPr id="212999" name="Freeform 5">
            <a:extLst>
              <a:ext uri="{FF2B5EF4-FFF2-40B4-BE49-F238E27FC236}">
                <a16:creationId xmlns:a16="http://schemas.microsoft.com/office/drawing/2014/main" id="{00912EBC-9D28-436F-896F-A7A6F41DA9A8}"/>
              </a:ext>
            </a:extLst>
          </p:cNvPr>
          <p:cNvSpPr>
            <a:spLocks/>
          </p:cNvSpPr>
          <p:nvPr/>
        </p:nvSpPr>
        <p:spPr bwMode="auto">
          <a:xfrm>
            <a:off x="7277100" y="4562475"/>
            <a:ext cx="1171575" cy="1758950"/>
          </a:xfrm>
          <a:custGeom>
            <a:avLst/>
            <a:gdLst>
              <a:gd name="T0" fmla="*/ 2147483646 w 738"/>
              <a:gd name="T1" fmla="*/ 2147483646 h 1108"/>
              <a:gd name="T2" fmla="*/ 2147483646 w 738"/>
              <a:gd name="T3" fmla="*/ 2147483646 h 1108"/>
              <a:gd name="T4" fmla="*/ 2147483646 w 738"/>
              <a:gd name="T5" fmla="*/ 2147483646 h 1108"/>
              <a:gd name="T6" fmla="*/ 2147483646 w 738"/>
              <a:gd name="T7" fmla="*/ 2147483646 h 1108"/>
              <a:gd name="T8" fmla="*/ 2147483646 w 738"/>
              <a:gd name="T9" fmla="*/ 2147483646 h 1108"/>
              <a:gd name="T10" fmla="*/ 2147483646 w 738"/>
              <a:gd name="T11" fmla="*/ 2147483646 h 1108"/>
              <a:gd name="T12" fmla="*/ 2147483646 w 738"/>
              <a:gd name="T13" fmla="*/ 2147483646 h 1108"/>
              <a:gd name="T14" fmla="*/ 2147483646 w 738"/>
              <a:gd name="T15" fmla="*/ 2147483646 h 110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738"/>
              <a:gd name="T25" fmla="*/ 0 h 1108"/>
              <a:gd name="T26" fmla="*/ 738 w 738"/>
              <a:gd name="T27" fmla="*/ 1108 h 110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738" h="1108">
                <a:moveTo>
                  <a:pt x="32" y="394"/>
                </a:moveTo>
                <a:cubicBezTo>
                  <a:pt x="66" y="301"/>
                  <a:pt x="108" y="228"/>
                  <a:pt x="213" y="172"/>
                </a:cubicBezTo>
                <a:cubicBezTo>
                  <a:pt x="318" y="116"/>
                  <a:pt x="588" y="0"/>
                  <a:pt x="663" y="56"/>
                </a:cubicBezTo>
                <a:cubicBezTo>
                  <a:pt x="738" y="112"/>
                  <a:pt x="659" y="346"/>
                  <a:pt x="661" y="509"/>
                </a:cubicBezTo>
                <a:cubicBezTo>
                  <a:pt x="663" y="672"/>
                  <a:pt x="731" y="956"/>
                  <a:pt x="677" y="1032"/>
                </a:cubicBezTo>
                <a:cubicBezTo>
                  <a:pt x="623" y="1108"/>
                  <a:pt x="442" y="999"/>
                  <a:pt x="338" y="962"/>
                </a:cubicBezTo>
                <a:cubicBezTo>
                  <a:pt x="234" y="925"/>
                  <a:pt x="102" y="904"/>
                  <a:pt x="51" y="809"/>
                </a:cubicBezTo>
                <a:cubicBezTo>
                  <a:pt x="0" y="715"/>
                  <a:pt x="36" y="481"/>
                  <a:pt x="32" y="394"/>
                </a:cubicBezTo>
                <a:close/>
              </a:path>
            </a:pathLst>
          </a:custGeom>
          <a:gradFill rotWithShape="1">
            <a:gsLst>
              <a:gs pos="0">
                <a:srgbClr val="66CC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00" name="Freeform 6">
            <a:extLst>
              <a:ext uri="{FF2B5EF4-FFF2-40B4-BE49-F238E27FC236}">
                <a16:creationId xmlns:a16="http://schemas.microsoft.com/office/drawing/2014/main" id="{2BD0F2B2-2790-4623-9183-59141DD697E3}"/>
              </a:ext>
            </a:extLst>
          </p:cNvPr>
          <p:cNvSpPr>
            <a:spLocks/>
          </p:cNvSpPr>
          <p:nvPr/>
        </p:nvSpPr>
        <p:spPr bwMode="auto">
          <a:xfrm>
            <a:off x="5230813" y="4872038"/>
            <a:ext cx="1944687" cy="1292225"/>
          </a:xfrm>
          <a:custGeom>
            <a:avLst/>
            <a:gdLst>
              <a:gd name="T0" fmla="*/ 2147483646 w 1162"/>
              <a:gd name="T1" fmla="*/ 2147483646 h 543"/>
              <a:gd name="T2" fmla="*/ 2147483646 w 1162"/>
              <a:gd name="T3" fmla="*/ 2147483646 h 543"/>
              <a:gd name="T4" fmla="*/ 2147483646 w 1162"/>
              <a:gd name="T5" fmla="*/ 2147483646 h 543"/>
              <a:gd name="T6" fmla="*/ 2147483646 w 1162"/>
              <a:gd name="T7" fmla="*/ 2147483646 h 543"/>
              <a:gd name="T8" fmla="*/ 2147483646 w 1162"/>
              <a:gd name="T9" fmla="*/ 2147483646 h 543"/>
              <a:gd name="T10" fmla="*/ 2147483646 w 1162"/>
              <a:gd name="T11" fmla="*/ 2147483646 h 543"/>
              <a:gd name="T12" fmla="*/ 2147483646 w 1162"/>
              <a:gd name="T13" fmla="*/ 2147483646 h 543"/>
              <a:gd name="T14" fmla="*/ 2147483646 w 1162"/>
              <a:gd name="T15" fmla="*/ 2147483646 h 543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162"/>
              <a:gd name="T25" fmla="*/ 0 h 543"/>
              <a:gd name="T26" fmla="*/ 1162 w 1162"/>
              <a:gd name="T27" fmla="*/ 543 h 543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162" h="543">
                <a:moveTo>
                  <a:pt x="56" y="162"/>
                </a:moveTo>
                <a:cubicBezTo>
                  <a:pt x="115" y="100"/>
                  <a:pt x="221" y="28"/>
                  <a:pt x="368" y="14"/>
                </a:cubicBezTo>
                <a:cubicBezTo>
                  <a:pt x="515" y="0"/>
                  <a:pt x="811" y="42"/>
                  <a:pt x="940" y="79"/>
                </a:cubicBezTo>
                <a:cubicBezTo>
                  <a:pt x="1069" y="116"/>
                  <a:pt x="1126" y="177"/>
                  <a:pt x="1144" y="239"/>
                </a:cubicBezTo>
                <a:cubicBezTo>
                  <a:pt x="1162" y="301"/>
                  <a:pt x="1141" y="401"/>
                  <a:pt x="1048" y="451"/>
                </a:cubicBezTo>
                <a:cubicBezTo>
                  <a:pt x="955" y="501"/>
                  <a:pt x="746" y="543"/>
                  <a:pt x="586" y="541"/>
                </a:cubicBezTo>
                <a:cubicBezTo>
                  <a:pt x="426" y="539"/>
                  <a:pt x="176" y="502"/>
                  <a:pt x="88" y="439"/>
                </a:cubicBezTo>
                <a:cubicBezTo>
                  <a:pt x="0" y="376"/>
                  <a:pt x="63" y="220"/>
                  <a:pt x="56" y="162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01" name="Freeform 7">
            <a:extLst>
              <a:ext uri="{FF2B5EF4-FFF2-40B4-BE49-F238E27FC236}">
                <a16:creationId xmlns:a16="http://schemas.microsoft.com/office/drawing/2014/main" id="{6713DB36-381C-4A60-A0D8-0D76EABAAA40}"/>
              </a:ext>
            </a:extLst>
          </p:cNvPr>
          <p:cNvSpPr>
            <a:spLocks/>
          </p:cNvSpPr>
          <p:nvPr/>
        </p:nvSpPr>
        <p:spPr bwMode="auto">
          <a:xfrm>
            <a:off x="1477963" y="4164013"/>
            <a:ext cx="1679575" cy="1411287"/>
          </a:xfrm>
          <a:custGeom>
            <a:avLst/>
            <a:gdLst>
              <a:gd name="T0" fmla="*/ 2147483646 w 1198"/>
              <a:gd name="T1" fmla="*/ 2147483646 h 451"/>
              <a:gd name="T2" fmla="*/ 2147483646 w 1198"/>
              <a:gd name="T3" fmla="*/ 2147483646 h 451"/>
              <a:gd name="T4" fmla="*/ 2147483646 w 1198"/>
              <a:gd name="T5" fmla="*/ 2147483646 h 451"/>
              <a:gd name="T6" fmla="*/ 2147483646 w 1198"/>
              <a:gd name="T7" fmla="*/ 2147483646 h 451"/>
              <a:gd name="T8" fmla="*/ 2147483646 w 1198"/>
              <a:gd name="T9" fmla="*/ 2147483646 h 451"/>
              <a:gd name="T10" fmla="*/ 2147483646 w 1198"/>
              <a:gd name="T11" fmla="*/ 2147483646 h 451"/>
              <a:gd name="T12" fmla="*/ 2147483646 w 1198"/>
              <a:gd name="T13" fmla="*/ 2147483646 h 451"/>
              <a:gd name="T14" fmla="*/ 2147483646 w 1198"/>
              <a:gd name="T15" fmla="*/ 2147483646 h 451"/>
              <a:gd name="T16" fmla="*/ 2147483646 w 1198"/>
              <a:gd name="T17" fmla="*/ 2147483646 h 451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1198"/>
              <a:gd name="T28" fmla="*/ 0 h 451"/>
              <a:gd name="T29" fmla="*/ 1198 w 1198"/>
              <a:gd name="T30" fmla="*/ 451 h 451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1198" h="451">
                <a:moveTo>
                  <a:pt x="88" y="181"/>
                </a:moveTo>
                <a:cubicBezTo>
                  <a:pt x="159" y="143"/>
                  <a:pt x="120" y="111"/>
                  <a:pt x="180" y="89"/>
                </a:cubicBezTo>
                <a:cubicBezTo>
                  <a:pt x="240" y="67"/>
                  <a:pt x="313" y="60"/>
                  <a:pt x="448" y="49"/>
                </a:cubicBezTo>
                <a:cubicBezTo>
                  <a:pt x="583" y="38"/>
                  <a:pt x="866" y="0"/>
                  <a:pt x="988" y="25"/>
                </a:cubicBezTo>
                <a:cubicBezTo>
                  <a:pt x="1110" y="50"/>
                  <a:pt x="1198" y="132"/>
                  <a:pt x="1181" y="197"/>
                </a:cubicBezTo>
                <a:cubicBezTo>
                  <a:pt x="1164" y="262"/>
                  <a:pt x="1034" y="375"/>
                  <a:pt x="889" y="413"/>
                </a:cubicBezTo>
                <a:cubicBezTo>
                  <a:pt x="744" y="451"/>
                  <a:pt x="449" y="438"/>
                  <a:pt x="307" y="425"/>
                </a:cubicBezTo>
                <a:cubicBezTo>
                  <a:pt x="165" y="412"/>
                  <a:pt x="72" y="378"/>
                  <a:pt x="36" y="337"/>
                </a:cubicBezTo>
                <a:cubicBezTo>
                  <a:pt x="0" y="296"/>
                  <a:pt x="77" y="213"/>
                  <a:pt x="88" y="181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02" name="Freeform 8">
            <a:extLst>
              <a:ext uri="{FF2B5EF4-FFF2-40B4-BE49-F238E27FC236}">
                <a16:creationId xmlns:a16="http://schemas.microsoft.com/office/drawing/2014/main" id="{40AB477A-6842-408F-B75C-02369A02BDFD}"/>
              </a:ext>
            </a:extLst>
          </p:cNvPr>
          <p:cNvSpPr>
            <a:spLocks/>
          </p:cNvSpPr>
          <p:nvPr/>
        </p:nvSpPr>
        <p:spPr bwMode="auto">
          <a:xfrm>
            <a:off x="2108200" y="4908550"/>
            <a:ext cx="400050" cy="180975"/>
          </a:xfrm>
          <a:custGeom>
            <a:avLst/>
            <a:gdLst>
              <a:gd name="T0" fmla="*/ 0 w 252"/>
              <a:gd name="T1" fmla="*/ 2147483646 h 114"/>
              <a:gd name="T2" fmla="*/ 2147483646 w 252"/>
              <a:gd name="T3" fmla="*/ 0 h 114"/>
              <a:gd name="T4" fmla="*/ 0 60000 65536"/>
              <a:gd name="T5" fmla="*/ 0 60000 65536"/>
              <a:gd name="T6" fmla="*/ 0 w 252"/>
              <a:gd name="T7" fmla="*/ 0 h 114"/>
              <a:gd name="T8" fmla="*/ 252 w 252"/>
              <a:gd name="T9" fmla="*/ 114 h 11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52" h="114">
                <a:moveTo>
                  <a:pt x="0" y="114"/>
                </a:moveTo>
                <a:lnTo>
                  <a:pt x="252" y="0"/>
                </a:lnTo>
              </a:path>
            </a:pathLst>
          </a:custGeom>
          <a:noFill/>
          <a:ln w="1270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03" name="Text Box 9">
            <a:extLst>
              <a:ext uri="{FF2B5EF4-FFF2-40B4-BE49-F238E27FC236}">
                <a16:creationId xmlns:a16="http://schemas.microsoft.com/office/drawing/2014/main" id="{C5F8D050-CBFD-43A0-9ECB-D89619F214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2638" y="5129213"/>
            <a:ext cx="665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AS3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213004" name="Text Box 10">
            <a:extLst>
              <a:ext uri="{FF2B5EF4-FFF2-40B4-BE49-F238E27FC236}">
                <a16:creationId xmlns:a16="http://schemas.microsoft.com/office/drawing/2014/main" id="{5BA056F0-3DFA-4D8B-8709-E3F36D455E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5794375"/>
            <a:ext cx="615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AS2</a:t>
            </a:r>
          </a:p>
        </p:txBody>
      </p:sp>
      <p:sp>
        <p:nvSpPr>
          <p:cNvPr id="213005" name="Line 11">
            <a:extLst>
              <a:ext uri="{FF2B5EF4-FFF2-40B4-BE49-F238E27FC236}">
                <a16:creationId xmlns:a16="http://schemas.microsoft.com/office/drawing/2014/main" id="{1B08C4A3-8870-4D90-A99E-3DCA27A6953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746750" y="5283200"/>
            <a:ext cx="434975" cy="1920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213006" name="Line 13">
            <a:extLst>
              <a:ext uri="{FF2B5EF4-FFF2-40B4-BE49-F238E27FC236}">
                <a16:creationId xmlns:a16="http://schemas.microsoft.com/office/drawing/2014/main" id="{6F356F47-A6D8-4C80-8194-DB5E4992ED0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82775" y="4635500"/>
            <a:ext cx="147638" cy="376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213007" name="Group 14">
            <a:extLst>
              <a:ext uri="{FF2B5EF4-FFF2-40B4-BE49-F238E27FC236}">
                <a16:creationId xmlns:a16="http://schemas.microsoft.com/office/drawing/2014/main" id="{1237D037-70A6-4AA4-A1A8-81186F4BA18A}"/>
              </a:ext>
            </a:extLst>
          </p:cNvPr>
          <p:cNvGrpSpPr>
            <a:grpSpLocks/>
          </p:cNvGrpSpPr>
          <p:nvPr/>
        </p:nvGrpSpPr>
        <p:grpSpPr bwMode="auto">
          <a:xfrm>
            <a:off x="1619250" y="4903788"/>
            <a:ext cx="501650" cy="396875"/>
            <a:chOff x="873" y="3243"/>
            <a:chExt cx="316" cy="250"/>
          </a:xfrm>
        </p:grpSpPr>
        <p:sp>
          <p:nvSpPr>
            <p:cNvPr id="213103" name="Oval 15">
              <a:extLst>
                <a:ext uri="{FF2B5EF4-FFF2-40B4-BE49-F238E27FC236}">
                  <a16:creationId xmlns:a16="http://schemas.microsoft.com/office/drawing/2014/main" id="{14B6E243-8469-4A49-B2BD-E0DFE30607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6" y="3361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104" name="Line 16">
              <a:extLst>
                <a:ext uri="{FF2B5EF4-FFF2-40B4-BE49-F238E27FC236}">
                  <a16:creationId xmlns:a16="http://schemas.microsoft.com/office/drawing/2014/main" id="{E092992F-CBA5-4E70-837F-5C57AA77EE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76" y="3354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105" name="Line 17">
              <a:extLst>
                <a:ext uri="{FF2B5EF4-FFF2-40B4-BE49-F238E27FC236}">
                  <a16:creationId xmlns:a16="http://schemas.microsoft.com/office/drawing/2014/main" id="{35D94EEB-2392-41E3-BFC5-614468195D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9" y="3354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106" name="Rectangle 18">
              <a:extLst>
                <a:ext uri="{FF2B5EF4-FFF2-40B4-BE49-F238E27FC236}">
                  <a16:creationId xmlns:a16="http://schemas.microsoft.com/office/drawing/2014/main" id="{4B6D3709-19ED-4770-996A-3D0EF43DF7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6" y="3354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3107" name="Oval 19">
              <a:extLst>
                <a:ext uri="{FF2B5EF4-FFF2-40B4-BE49-F238E27FC236}">
                  <a16:creationId xmlns:a16="http://schemas.microsoft.com/office/drawing/2014/main" id="{13F111DA-7008-46CE-AD37-9576A529E7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3" y="3295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108" name="Rectangle 20">
              <a:extLst>
                <a:ext uri="{FF2B5EF4-FFF2-40B4-BE49-F238E27FC236}">
                  <a16:creationId xmlns:a16="http://schemas.microsoft.com/office/drawing/2014/main" id="{97EF53A5-BBF3-488B-B3F2-7E48B894F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0" y="3308"/>
              <a:ext cx="141" cy="124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109" name="Text Box 21">
              <a:extLst>
                <a:ext uri="{FF2B5EF4-FFF2-40B4-BE49-F238E27FC236}">
                  <a16:creationId xmlns:a16="http://schemas.microsoft.com/office/drawing/2014/main" id="{A748B41E-2E87-41E1-8DE6-5276ED2E13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87" y="3243"/>
              <a:ext cx="29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3b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213008" name="Group 22">
            <a:extLst>
              <a:ext uri="{FF2B5EF4-FFF2-40B4-BE49-F238E27FC236}">
                <a16:creationId xmlns:a16="http://schemas.microsoft.com/office/drawing/2014/main" id="{D3E1CEDC-5A37-4D6B-8D55-3FF4F41304E3}"/>
              </a:ext>
            </a:extLst>
          </p:cNvPr>
          <p:cNvGrpSpPr>
            <a:grpSpLocks/>
          </p:cNvGrpSpPr>
          <p:nvPr/>
        </p:nvGrpSpPr>
        <p:grpSpPr bwMode="auto">
          <a:xfrm>
            <a:off x="1889125" y="4327525"/>
            <a:ext cx="501650" cy="396875"/>
            <a:chOff x="2016" y="1976"/>
            <a:chExt cx="316" cy="250"/>
          </a:xfrm>
        </p:grpSpPr>
        <p:sp>
          <p:nvSpPr>
            <p:cNvPr id="213095" name="Oval 23">
              <a:extLst>
                <a:ext uri="{FF2B5EF4-FFF2-40B4-BE49-F238E27FC236}">
                  <a16:creationId xmlns:a16="http://schemas.microsoft.com/office/drawing/2014/main" id="{D30BA094-371D-431F-BA7A-BCC128857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102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96" name="Line 24">
              <a:extLst>
                <a:ext uri="{FF2B5EF4-FFF2-40B4-BE49-F238E27FC236}">
                  <a16:creationId xmlns:a16="http://schemas.microsoft.com/office/drawing/2014/main" id="{0109E232-EEEA-4292-BD87-5BBB924875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19" y="209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97" name="Line 25">
              <a:extLst>
                <a:ext uri="{FF2B5EF4-FFF2-40B4-BE49-F238E27FC236}">
                  <a16:creationId xmlns:a16="http://schemas.microsoft.com/office/drawing/2014/main" id="{67FBDA43-D9D2-4DA3-965A-F0A4D99117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2" y="2095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98" name="Rectangle 26">
              <a:extLst>
                <a:ext uri="{FF2B5EF4-FFF2-40B4-BE49-F238E27FC236}">
                  <a16:creationId xmlns:a16="http://schemas.microsoft.com/office/drawing/2014/main" id="{5D225138-2A30-4749-B56D-F8BAAC0947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095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3099" name="Oval 27">
              <a:extLst>
                <a:ext uri="{FF2B5EF4-FFF2-40B4-BE49-F238E27FC236}">
                  <a16:creationId xmlns:a16="http://schemas.microsoft.com/office/drawing/2014/main" id="{34087A9D-6B42-4B59-94F5-97FD71FF39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6" y="2036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213100" name="Group 28">
              <a:extLst>
                <a:ext uri="{FF2B5EF4-FFF2-40B4-BE49-F238E27FC236}">
                  <a16:creationId xmlns:a16="http://schemas.microsoft.com/office/drawing/2014/main" id="{AF7A174F-3DF8-4A63-A928-334372528D5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32" y="1976"/>
              <a:ext cx="285" cy="250"/>
              <a:chOff x="2912" y="2425"/>
              <a:chExt cx="290" cy="250"/>
            </a:xfrm>
          </p:grpSpPr>
          <p:sp>
            <p:nvSpPr>
              <p:cNvPr id="213101" name="Rectangle 29">
                <a:extLst>
                  <a:ext uri="{FF2B5EF4-FFF2-40B4-BE49-F238E27FC236}">
                    <a16:creationId xmlns:a16="http://schemas.microsoft.com/office/drawing/2014/main" id="{A646766F-01FD-4219-B53F-E836CCBCD8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102" name="Text Box 30">
                <a:extLst>
                  <a:ext uri="{FF2B5EF4-FFF2-40B4-BE49-F238E27FC236}">
                    <a16:creationId xmlns:a16="http://schemas.microsoft.com/office/drawing/2014/main" id="{82059E2D-8478-4BD2-B196-F21A3F48423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12" y="2425"/>
                <a:ext cx="29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3c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</p:grpSp>
      <p:grpSp>
        <p:nvGrpSpPr>
          <p:cNvPr id="213009" name="Group 31">
            <a:extLst>
              <a:ext uri="{FF2B5EF4-FFF2-40B4-BE49-F238E27FC236}">
                <a16:creationId xmlns:a16="http://schemas.microsoft.com/office/drawing/2014/main" id="{6DA2EB58-5003-4E21-9164-8C44A1C14F4C}"/>
              </a:ext>
            </a:extLst>
          </p:cNvPr>
          <p:cNvGrpSpPr>
            <a:grpSpLocks/>
          </p:cNvGrpSpPr>
          <p:nvPr/>
        </p:nvGrpSpPr>
        <p:grpSpPr bwMode="auto">
          <a:xfrm>
            <a:off x="2466975" y="4702175"/>
            <a:ext cx="501650" cy="396875"/>
            <a:chOff x="1434" y="3104"/>
            <a:chExt cx="316" cy="250"/>
          </a:xfrm>
        </p:grpSpPr>
        <p:grpSp>
          <p:nvGrpSpPr>
            <p:cNvPr id="213087" name="Group 32">
              <a:extLst>
                <a:ext uri="{FF2B5EF4-FFF2-40B4-BE49-F238E27FC236}">
                  <a16:creationId xmlns:a16="http://schemas.microsoft.com/office/drawing/2014/main" id="{D37FA14A-69C8-4EF0-A154-985632D8F32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34" y="3163"/>
              <a:ext cx="316" cy="147"/>
              <a:chOff x="1434" y="3163"/>
              <a:chExt cx="316" cy="147"/>
            </a:xfrm>
          </p:grpSpPr>
          <p:sp>
            <p:nvSpPr>
              <p:cNvPr id="213089" name="Oval 33">
                <a:extLst>
                  <a:ext uri="{FF2B5EF4-FFF2-40B4-BE49-F238E27FC236}">
                    <a16:creationId xmlns:a16="http://schemas.microsoft.com/office/drawing/2014/main" id="{DC619D67-DA02-480C-9164-F5A104BF5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7" y="3229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90" name="Line 34">
                <a:extLst>
                  <a:ext uri="{FF2B5EF4-FFF2-40B4-BE49-F238E27FC236}">
                    <a16:creationId xmlns:a16="http://schemas.microsoft.com/office/drawing/2014/main" id="{9DE0A707-BBB4-4FCC-93B9-C421D81473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7" y="3222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91" name="Line 35">
                <a:extLst>
                  <a:ext uri="{FF2B5EF4-FFF2-40B4-BE49-F238E27FC236}">
                    <a16:creationId xmlns:a16="http://schemas.microsoft.com/office/drawing/2014/main" id="{46281DB8-A569-4859-8AD4-C8A99DFD4A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0" y="3222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92" name="Rectangle 36">
                <a:extLst>
                  <a:ext uri="{FF2B5EF4-FFF2-40B4-BE49-F238E27FC236}">
                    <a16:creationId xmlns:a16="http://schemas.microsoft.com/office/drawing/2014/main" id="{66818F50-4589-4E4A-97A2-9B6252CE63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7" y="3222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3093" name="Oval 37">
                <a:extLst>
                  <a:ext uri="{FF2B5EF4-FFF2-40B4-BE49-F238E27FC236}">
                    <a16:creationId xmlns:a16="http://schemas.microsoft.com/office/drawing/2014/main" id="{407B458C-DBDC-4386-871D-7F04D658E4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4" y="3163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94" name="Rectangle 38">
                <a:extLst>
                  <a:ext uri="{FF2B5EF4-FFF2-40B4-BE49-F238E27FC236}">
                    <a16:creationId xmlns:a16="http://schemas.microsoft.com/office/drawing/2014/main" id="{5FC24BB0-7E7E-4B97-A319-5B3AA4D1E0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21" y="3176"/>
                <a:ext cx="142" cy="110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213088" name="Text Box 39">
              <a:extLst>
                <a:ext uri="{FF2B5EF4-FFF2-40B4-BE49-F238E27FC236}">
                  <a16:creationId xmlns:a16="http://schemas.microsoft.com/office/drawing/2014/main" id="{48F04718-5582-4699-A19F-305BEE793D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48" y="3104"/>
              <a:ext cx="29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3a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213010" name="Group 40">
            <a:extLst>
              <a:ext uri="{FF2B5EF4-FFF2-40B4-BE49-F238E27FC236}">
                <a16:creationId xmlns:a16="http://schemas.microsoft.com/office/drawing/2014/main" id="{F6A6AB01-9053-464E-BB59-0A0C854583C8}"/>
              </a:ext>
            </a:extLst>
          </p:cNvPr>
          <p:cNvGrpSpPr>
            <a:grpSpLocks/>
          </p:cNvGrpSpPr>
          <p:nvPr/>
        </p:nvGrpSpPr>
        <p:grpSpPr bwMode="auto">
          <a:xfrm>
            <a:off x="2495550" y="5227638"/>
            <a:ext cx="2660650" cy="1122362"/>
            <a:chOff x="1572" y="3293"/>
            <a:chExt cx="1676" cy="707"/>
          </a:xfrm>
        </p:grpSpPr>
        <p:sp>
          <p:nvSpPr>
            <p:cNvPr id="213046" name="Freeform 41">
              <a:extLst>
                <a:ext uri="{FF2B5EF4-FFF2-40B4-BE49-F238E27FC236}">
                  <a16:creationId xmlns:a16="http://schemas.microsoft.com/office/drawing/2014/main" id="{2880775D-91C9-4711-965B-933F63E87E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2" y="3293"/>
              <a:ext cx="1676" cy="707"/>
            </a:xfrm>
            <a:custGeom>
              <a:avLst/>
              <a:gdLst>
                <a:gd name="T0" fmla="*/ 1206 w 1583"/>
                <a:gd name="T1" fmla="*/ 821 h 682"/>
                <a:gd name="T2" fmla="*/ 3179 w 1583"/>
                <a:gd name="T3" fmla="*/ 270 h 682"/>
                <a:gd name="T4" fmla="*/ 6139 w 1583"/>
                <a:gd name="T5" fmla="*/ 72 h 682"/>
                <a:gd name="T6" fmla="*/ 9030 w 1583"/>
                <a:gd name="T7" fmla="*/ 711 h 682"/>
                <a:gd name="T8" fmla="*/ 12209 w 1583"/>
                <a:gd name="T9" fmla="*/ 1562 h 682"/>
                <a:gd name="T10" fmla="*/ 9927 w 1583"/>
                <a:gd name="T11" fmla="*/ 2348 h 682"/>
                <a:gd name="T12" fmla="*/ 5385 w 1583"/>
                <a:gd name="T13" fmla="*/ 2397 h 682"/>
                <a:gd name="T14" fmla="*/ 693 w 1583"/>
                <a:gd name="T15" fmla="*/ 2176 h 682"/>
                <a:gd name="T16" fmla="*/ 1206 w 1583"/>
                <a:gd name="T17" fmla="*/ 821 h 68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583"/>
                <a:gd name="T28" fmla="*/ 0 h 682"/>
                <a:gd name="T29" fmla="*/ 1583 w 1583"/>
                <a:gd name="T30" fmla="*/ 682 h 68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583" h="682">
                  <a:moveTo>
                    <a:pt x="155" y="224"/>
                  </a:moveTo>
                  <a:cubicBezTo>
                    <a:pt x="208" y="137"/>
                    <a:pt x="302" y="108"/>
                    <a:pt x="407" y="74"/>
                  </a:cubicBezTo>
                  <a:cubicBezTo>
                    <a:pt x="512" y="40"/>
                    <a:pt x="660" y="0"/>
                    <a:pt x="785" y="20"/>
                  </a:cubicBezTo>
                  <a:cubicBezTo>
                    <a:pt x="910" y="40"/>
                    <a:pt x="1027" y="126"/>
                    <a:pt x="1157" y="194"/>
                  </a:cubicBezTo>
                  <a:cubicBezTo>
                    <a:pt x="1287" y="262"/>
                    <a:pt x="1545" y="353"/>
                    <a:pt x="1564" y="428"/>
                  </a:cubicBezTo>
                  <a:cubicBezTo>
                    <a:pt x="1583" y="503"/>
                    <a:pt x="1417" y="606"/>
                    <a:pt x="1272" y="644"/>
                  </a:cubicBezTo>
                  <a:cubicBezTo>
                    <a:pt x="1127" y="682"/>
                    <a:pt x="887" y="664"/>
                    <a:pt x="690" y="656"/>
                  </a:cubicBezTo>
                  <a:cubicBezTo>
                    <a:pt x="493" y="648"/>
                    <a:pt x="178" y="668"/>
                    <a:pt x="89" y="596"/>
                  </a:cubicBezTo>
                  <a:cubicBezTo>
                    <a:pt x="0" y="524"/>
                    <a:pt x="102" y="311"/>
                    <a:pt x="155" y="224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47" name="Text Box 42">
              <a:extLst>
                <a:ext uri="{FF2B5EF4-FFF2-40B4-BE49-F238E27FC236}">
                  <a16:creationId xmlns:a16="http://schemas.microsoft.com/office/drawing/2014/main" id="{36588CED-AEAA-4897-9368-C97619CCA1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19" y="3724"/>
              <a:ext cx="41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AS1</a:t>
              </a:r>
              <a:endParaRPr lang="en-US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48" name="Line 43">
              <a:extLst>
                <a:ext uri="{FF2B5EF4-FFF2-40B4-BE49-F238E27FC236}">
                  <a16:creationId xmlns:a16="http://schemas.microsoft.com/office/drawing/2014/main" id="{103CF379-5512-4620-BD25-E9C8BE3C7A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34" y="3469"/>
              <a:ext cx="93" cy="10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3049" name="Line 46">
              <a:extLst>
                <a:ext uri="{FF2B5EF4-FFF2-40B4-BE49-F238E27FC236}">
                  <a16:creationId xmlns:a16="http://schemas.microsoft.com/office/drawing/2014/main" id="{BD1CF544-67B2-41FC-A98C-31821CE51B6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66" y="3749"/>
              <a:ext cx="237" cy="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3050" name="Line 47">
              <a:extLst>
                <a:ext uri="{FF2B5EF4-FFF2-40B4-BE49-F238E27FC236}">
                  <a16:creationId xmlns:a16="http://schemas.microsoft.com/office/drawing/2014/main" id="{26F5462C-2DE5-4A3A-A70A-52E764BF80A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202" y="3638"/>
              <a:ext cx="568" cy="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13051" name="Line 48">
              <a:extLst>
                <a:ext uri="{FF2B5EF4-FFF2-40B4-BE49-F238E27FC236}">
                  <a16:creationId xmlns:a16="http://schemas.microsoft.com/office/drawing/2014/main" id="{6266CC73-633B-4B3D-859E-357E24C4C1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43" y="3689"/>
              <a:ext cx="127" cy="8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213052" name="Group 49">
              <a:extLst>
                <a:ext uri="{FF2B5EF4-FFF2-40B4-BE49-F238E27FC236}">
                  <a16:creationId xmlns:a16="http://schemas.microsoft.com/office/drawing/2014/main" id="{CCB15FA8-B7AF-46CB-AE5F-4620A93696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02" y="3293"/>
              <a:ext cx="316" cy="250"/>
              <a:chOff x="2055" y="3447"/>
              <a:chExt cx="316" cy="250"/>
            </a:xfrm>
          </p:grpSpPr>
          <p:sp>
            <p:nvSpPr>
              <p:cNvPr id="213079" name="Oval 50">
                <a:extLst>
                  <a:ext uri="{FF2B5EF4-FFF2-40B4-BE49-F238E27FC236}">
                    <a16:creationId xmlns:a16="http://schemas.microsoft.com/office/drawing/2014/main" id="{96770C85-6281-443D-86AF-FA7C7999A1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" y="3571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80" name="Line 51">
                <a:extLst>
                  <a:ext uri="{FF2B5EF4-FFF2-40B4-BE49-F238E27FC236}">
                    <a16:creationId xmlns:a16="http://schemas.microsoft.com/office/drawing/2014/main" id="{2BB1E9BF-8031-4229-BB47-3586026C33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58" y="3564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81" name="Line 52">
                <a:extLst>
                  <a:ext uri="{FF2B5EF4-FFF2-40B4-BE49-F238E27FC236}">
                    <a16:creationId xmlns:a16="http://schemas.microsoft.com/office/drawing/2014/main" id="{68374E36-FD85-4171-9E87-4D2BB482F0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71" y="3564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82" name="Rectangle 53">
                <a:extLst>
                  <a:ext uri="{FF2B5EF4-FFF2-40B4-BE49-F238E27FC236}">
                    <a16:creationId xmlns:a16="http://schemas.microsoft.com/office/drawing/2014/main" id="{17670F9C-600F-4046-A8A6-BEED46083C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8" y="3564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3083" name="Oval 54">
                <a:extLst>
                  <a:ext uri="{FF2B5EF4-FFF2-40B4-BE49-F238E27FC236}">
                    <a16:creationId xmlns:a16="http://schemas.microsoft.com/office/drawing/2014/main" id="{01325D9E-B400-463B-8AEB-CA64917126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55" y="3505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213084" name="Group 55">
                <a:extLst>
                  <a:ext uri="{FF2B5EF4-FFF2-40B4-BE49-F238E27FC236}">
                    <a16:creationId xmlns:a16="http://schemas.microsoft.com/office/drawing/2014/main" id="{A8E5608C-C2F9-4BF0-97DD-33F5AED13B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072" y="3447"/>
                <a:ext cx="285" cy="250"/>
                <a:chOff x="2912" y="2425"/>
                <a:chExt cx="292" cy="250"/>
              </a:xfrm>
            </p:grpSpPr>
            <p:sp>
              <p:nvSpPr>
                <p:cNvPr id="213085" name="Rectangle 56">
                  <a:extLst>
                    <a:ext uri="{FF2B5EF4-FFF2-40B4-BE49-F238E27FC236}">
                      <a16:creationId xmlns:a16="http://schemas.microsoft.com/office/drawing/2014/main" id="{C8DCAF8C-9B2C-45C6-B3AA-FC60A24EBC6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3086" name="Text Box 57">
                  <a:extLst>
                    <a:ext uri="{FF2B5EF4-FFF2-40B4-BE49-F238E27FC236}">
                      <a16:creationId xmlns:a16="http://schemas.microsoft.com/office/drawing/2014/main" id="{90C76FAF-CF1C-42A1-AE21-A19AF3674C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12" y="2425"/>
                  <a:ext cx="292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2000">
                      <a:latin typeface="Arial" panose="020B0604020202020204" pitchFamily="34" charset="0"/>
                    </a:rPr>
                    <a:t>1c</a:t>
                  </a:r>
                </a:p>
              </p:txBody>
            </p:sp>
          </p:grpSp>
        </p:grpSp>
        <p:grpSp>
          <p:nvGrpSpPr>
            <p:cNvPr id="213053" name="Group 58">
              <a:extLst>
                <a:ext uri="{FF2B5EF4-FFF2-40B4-BE49-F238E27FC236}">
                  <a16:creationId xmlns:a16="http://schemas.microsoft.com/office/drawing/2014/main" id="{A5E65A06-119F-4192-896A-CA7A097A5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96" y="3507"/>
              <a:ext cx="316" cy="250"/>
              <a:chOff x="1749" y="3661"/>
              <a:chExt cx="316" cy="250"/>
            </a:xfrm>
          </p:grpSpPr>
          <p:sp>
            <p:nvSpPr>
              <p:cNvPr id="213072" name="Oval 59">
                <a:extLst>
                  <a:ext uri="{FF2B5EF4-FFF2-40B4-BE49-F238E27FC236}">
                    <a16:creationId xmlns:a16="http://schemas.microsoft.com/office/drawing/2014/main" id="{17B02790-FF53-42AE-A429-DA65FD6C3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" y="3781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73" name="Line 60">
                <a:extLst>
                  <a:ext uri="{FF2B5EF4-FFF2-40B4-BE49-F238E27FC236}">
                    <a16:creationId xmlns:a16="http://schemas.microsoft.com/office/drawing/2014/main" id="{FB600174-6BF1-4E8C-826B-9148D0C8CF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52" y="3774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74" name="Line 61">
                <a:extLst>
                  <a:ext uri="{FF2B5EF4-FFF2-40B4-BE49-F238E27FC236}">
                    <a16:creationId xmlns:a16="http://schemas.microsoft.com/office/drawing/2014/main" id="{2BFE4402-31A6-4546-815C-3C82B699F8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5" y="3774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75" name="Rectangle 62">
                <a:extLst>
                  <a:ext uri="{FF2B5EF4-FFF2-40B4-BE49-F238E27FC236}">
                    <a16:creationId xmlns:a16="http://schemas.microsoft.com/office/drawing/2014/main" id="{C5EE5566-4B96-47E4-B02D-3712751DB8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52" y="3774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3076" name="Oval 63">
                <a:extLst>
                  <a:ext uri="{FF2B5EF4-FFF2-40B4-BE49-F238E27FC236}">
                    <a16:creationId xmlns:a16="http://schemas.microsoft.com/office/drawing/2014/main" id="{6A5BA555-9F8C-4BAB-8D49-88E1417CC8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49" y="3719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77" name="Rectangle 64">
                <a:extLst>
                  <a:ext uri="{FF2B5EF4-FFF2-40B4-BE49-F238E27FC236}">
                    <a16:creationId xmlns:a16="http://schemas.microsoft.com/office/drawing/2014/main" id="{8B4F681A-D819-4D34-BE7F-C22B684CE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34" y="3746"/>
                <a:ext cx="142" cy="96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78" name="Text Box 65">
                <a:extLst>
                  <a:ext uri="{FF2B5EF4-FFF2-40B4-BE49-F238E27FC236}">
                    <a16:creationId xmlns:a16="http://schemas.microsoft.com/office/drawing/2014/main" id="{C8A29B87-956C-4A5A-8F26-D3D5981964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65" y="3661"/>
                <a:ext cx="294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2000">
                    <a:latin typeface="Arial" panose="020B0604020202020204" pitchFamily="34" charset="0"/>
                  </a:rPr>
                  <a:t>1a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213054" name="Group 66">
              <a:extLst>
                <a:ext uri="{FF2B5EF4-FFF2-40B4-BE49-F238E27FC236}">
                  <a16:creationId xmlns:a16="http://schemas.microsoft.com/office/drawing/2014/main" id="{29A0FEE9-1E41-44C0-B9CF-3718532C81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38" y="3689"/>
              <a:ext cx="316" cy="250"/>
              <a:chOff x="2091" y="3843"/>
              <a:chExt cx="316" cy="250"/>
            </a:xfrm>
          </p:grpSpPr>
          <p:sp>
            <p:nvSpPr>
              <p:cNvPr id="213064" name="Oval 67">
                <a:extLst>
                  <a:ext uri="{FF2B5EF4-FFF2-40B4-BE49-F238E27FC236}">
                    <a16:creationId xmlns:a16="http://schemas.microsoft.com/office/drawing/2014/main" id="{9AC3F58F-63CB-4B83-A267-65D526DC21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4" y="3967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65" name="Line 68">
                <a:extLst>
                  <a:ext uri="{FF2B5EF4-FFF2-40B4-BE49-F238E27FC236}">
                    <a16:creationId xmlns:a16="http://schemas.microsoft.com/office/drawing/2014/main" id="{7A8899EB-7C62-4F91-B040-865919EA42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94" y="3960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66" name="Line 69">
                <a:extLst>
                  <a:ext uri="{FF2B5EF4-FFF2-40B4-BE49-F238E27FC236}">
                    <a16:creationId xmlns:a16="http://schemas.microsoft.com/office/drawing/2014/main" id="{CB6F6C7C-BC2D-468F-A064-F61BFE8BD5E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7" y="3960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67" name="Rectangle 70">
                <a:extLst>
                  <a:ext uri="{FF2B5EF4-FFF2-40B4-BE49-F238E27FC236}">
                    <a16:creationId xmlns:a16="http://schemas.microsoft.com/office/drawing/2014/main" id="{22ED3F47-6A11-4C86-B93F-81461AED9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4" y="3960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3068" name="Oval 71">
                <a:extLst>
                  <a:ext uri="{FF2B5EF4-FFF2-40B4-BE49-F238E27FC236}">
                    <a16:creationId xmlns:a16="http://schemas.microsoft.com/office/drawing/2014/main" id="{D9B9445B-BADE-46D8-B29A-0C0B27C46B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91" y="3901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213069" name="Group 72">
                <a:extLst>
                  <a:ext uri="{FF2B5EF4-FFF2-40B4-BE49-F238E27FC236}">
                    <a16:creationId xmlns:a16="http://schemas.microsoft.com/office/drawing/2014/main" id="{4B4D0507-1D35-4047-B267-FEF31D858B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06" y="3843"/>
                <a:ext cx="294" cy="250"/>
                <a:chOff x="2910" y="2425"/>
                <a:chExt cx="296" cy="250"/>
              </a:xfrm>
            </p:grpSpPr>
            <p:sp>
              <p:nvSpPr>
                <p:cNvPr id="213070" name="Rectangle 73">
                  <a:extLst>
                    <a:ext uri="{FF2B5EF4-FFF2-40B4-BE49-F238E27FC236}">
                      <a16:creationId xmlns:a16="http://schemas.microsoft.com/office/drawing/2014/main" id="{3EAE9EAA-3D31-4D21-8504-D337772A82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4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3071" name="Text Box 74">
                  <a:extLst>
                    <a:ext uri="{FF2B5EF4-FFF2-40B4-BE49-F238E27FC236}">
                      <a16:creationId xmlns:a16="http://schemas.microsoft.com/office/drawing/2014/main" id="{DE41E2A0-3E37-4B39-82FF-6C528726DBC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10" y="2425"/>
                  <a:ext cx="2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2000">
                      <a:latin typeface="Arial" panose="020B0604020202020204" pitchFamily="34" charset="0"/>
                    </a:rPr>
                    <a:t>1d</a:t>
                  </a:r>
                </a:p>
              </p:txBody>
            </p:sp>
          </p:grpSp>
        </p:grpSp>
        <p:grpSp>
          <p:nvGrpSpPr>
            <p:cNvPr id="213055" name="Group 75">
              <a:extLst>
                <a:ext uri="{FF2B5EF4-FFF2-40B4-BE49-F238E27FC236}">
                  <a16:creationId xmlns:a16="http://schemas.microsoft.com/office/drawing/2014/main" id="{8109DC79-0C6B-4172-A7BA-141C586757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78" y="3573"/>
              <a:ext cx="316" cy="250"/>
              <a:chOff x="2016" y="1976"/>
              <a:chExt cx="316" cy="250"/>
            </a:xfrm>
          </p:grpSpPr>
          <p:sp>
            <p:nvSpPr>
              <p:cNvPr id="213056" name="Oval 76">
                <a:extLst>
                  <a:ext uri="{FF2B5EF4-FFF2-40B4-BE49-F238E27FC236}">
                    <a16:creationId xmlns:a16="http://schemas.microsoft.com/office/drawing/2014/main" id="{A53AADEA-3062-43F3-8754-6F84BA7629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9" y="2102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213057" name="Line 77">
                <a:extLst>
                  <a:ext uri="{FF2B5EF4-FFF2-40B4-BE49-F238E27FC236}">
                    <a16:creationId xmlns:a16="http://schemas.microsoft.com/office/drawing/2014/main" id="{C7B4C0AF-9609-4B2F-ABDD-3ED94C7CBB1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19" y="2095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58" name="Line 78">
                <a:extLst>
                  <a:ext uri="{FF2B5EF4-FFF2-40B4-BE49-F238E27FC236}">
                    <a16:creationId xmlns:a16="http://schemas.microsoft.com/office/drawing/2014/main" id="{D36EB64E-ED1F-4A78-99D8-4612CA1192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32" y="2095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213059" name="Rectangle 79">
                <a:extLst>
                  <a:ext uri="{FF2B5EF4-FFF2-40B4-BE49-F238E27FC236}">
                    <a16:creationId xmlns:a16="http://schemas.microsoft.com/office/drawing/2014/main" id="{DB77099F-B511-44C6-8A71-B009FF0227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9" y="2095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213060" name="Oval 80">
                <a:extLst>
                  <a:ext uri="{FF2B5EF4-FFF2-40B4-BE49-F238E27FC236}">
                    <a16:creationId xmlns:a16="http://schemas.microsoft.com/office/drawing/2014/main" id="{662E644A-C174-4919-B5AC-A3987123DD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16" y="2036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213061" name="Group 81">
                <a:extLst>
                  <a:ext uri="{FF2B5EF4-FFF2-40B4-BE49-F238E27FC236}">
                    <a16:creationId xmlns:a16="http://schemas.microsoft.com/office/drawing/2014/main" id="{3CBB1C20-FF1D-4A01-B9AE-708BD34F7E5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029" y="1976"/>
                <a:ext cx="294" cy="250"/>
                <a:chOff x="2909" y="2425"/>
                <a:chExt cx="299" cy="250"/>
              </a:xfrm>
            </p:grpSpPr>
            <p:sp>
              <p:nvSpPr>
                <p:cNvPr id="213062" name="Rectangle 82">
                  <a:extLst>
                    <a:ext uri="{FF2B5EF4-FFF2-40B4-BE49-F238E27FC236}">
                      <a16:creationId xmlns:a16="http://schemas.microsoft.com/office/drawing/2014/main" id="{27543D1E-C07A-4F81-A73D-3608DF34D2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82" y="2490"/>
                  <a:ext cx="142" cy="132"/>
                </a:xfrm>
                <a:prstGeom prst="rect">
                  <a:avLst/>
                </a:prstGeom>
                <a:solidFill>
                  <a:schemeClr val="hlink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213063" name="Text Box 83">
                  <a:extLst>
                    <a:ext uri="{FF2B5EF4-FFF2-40B4-BE49-F238E27FC236}">
                      <a16:creationId xmlns:a16="http://schemas.microsoft.com/office/drawing/2014/main" id="{E2BC865F-EC73-49C5-958D-DEAC8329EA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09" y="2425"/>
                  <a:ext cx="299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TW" sz="2000">
                      <a:latin typeface="Arial" panose="020B0604020202020204" pitchFamily="34" charset="0"/>
                    </a:rPr>
                    <a:t>1b</a:t>
                  </a:r>
                  <a:endParaRPr lang="en-US" altLang="zh-TW" sz="2400">
                    <a:latin typeface="Arial" panose="020B0604020202020204" pitchFamily="34" charset="0"/>
                  </a:endParaRPr>
                </a:p>
              </p:txBody>
            </p:sp>
          </p:grpSp>
        </p:grpSp>
      </p:grpSp>
      <p:grpSp>
        <p:nvGrpSpPr>
          <p:cNvPr id="213011" name="Group 84">
            <a:extLst>
              <a:ext uri="{FF2B5EF4-FFF2-40B4-BE49-F238E27FC236}">
                <a16:creationId xmlns:a16="http://schemas.microsoft.com/office/drawing/2014/main" id="{841D52F1-89FE-4BE8-A1C4-66D30499D845}"/>
              </a:ext>
            </a:extLst>
          </p:cNvPr>
          <p:cNvGrpSpPr>
            <a:grpSpLocks/>
          </p:cNvGrpSpPr>
          <p:nvPr/>
        </p:nvGrpSpPr>
        <p:grpSpPr bwMode="auto">
          <a:xfrm>
            <a:off x="5414963" y="5324475"/>
            <a:ext cx="501650" cy="396875"/>
            <a:chOff x="3537" y="3473"/>
            <a:chExt cx="316" cy="250"/>
          </a:xfrm>
        </p:grpSpPr>
        <p:sp>
          <p:nvSpPr>
            <p:cNvPr id="213039" name="Oval 85">
              <a:extLst>
                <a:ext uri="{FF2B5EF4-FFF2-40B4-BE49-F238E27FC236}">
                  <a16:creationId xmlns:a16="http://schemas.microsoft.com/office/drawing/2014/main" id="{0E53F641-F442-4A2A-87D1-6BD4A0A8D9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0" y="3598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40" name="Line 86">
              <a:extLst>
                <a:ext uri="{FF2B5EF4-FFF2-40B4-BE49-F238E27FC236}">
                  <a16:creationId xmlns:a16="http://schemas.microsoft.com/office/drawing/2014/main" id="{BD24B0B7-29F3-4615-A370-4F20BA9FD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40" y="3591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41" name="Line 87">
              <a:extLst>
                <a:ext uri="{FF2B5EF4-FFF2-40B4-BE49-F238E27FC236}">
                  <a16:creationId xmlns:a16="http://schemas.microsoft.com/office/drawing/2014/main" id="{1CDB9AC8-2FC7-42A8-BD8B-86E8A27208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53" y="3591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42" name="Rectangle 88">
              <a:extLst>
                <a:ext uri="{FF2B5EF4-FFF2-40B4-BE49-F238E27FC236}">
                  <a16:creationId xmlns:a16="http://schemas.microsoft.com/office/drawing/2014/main" id="{6D92F1E1-C708-4099-9A43-980DF1FD9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0" y="3591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3043" name="Oval 89">
              <a:extLst>
                <a:ext uri="{FF2B5EF4-FFF2-40B4-BE49-F238E27FC236}">
                  <a16:creationId xmlns:a16="http://schemas.microsoft.com/office/drawing/2014/main" id="{2C61FBCC-E912-4263-9471-AC257CEFB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7" y="3532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44" name="Rectangle 90">
              <a:extLst>
                <a:ext uri="{FF2B5EF4-FFF2-40B4-BE49-F238E27FC236}">
                  <a16:creationId xmlns:a16="http://schemas.microsoft.com/office/drawing/2014/main" id="{91932DEA-C5A9-4DC8-BA34-5EEEB4EB97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4" y="3545"/>
              <a:ext cx="141" cy="120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45" name="Text Box 91">
              <a:extLst>
                <a:ext uri="{FF2B5EF4-FFF2-40B4-BE49-F238E27FC236}">
                  <a16:creationId xmlns:a16="http://schemas.microsoft.com/office/drawing/2014/main" id="{B3D1A42A-0513-4231-821B-1A40ECB6B3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51" y="3473"/>
              <a:ext cx="29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2a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213012" name="Line 92">
            <a:extLst>
              <a:ext uri="{FF2B5EF4-FFF2-40B4-BE49-F238E27FC236}">
                <a16:creationId xmlns:a16="http://schemas.microsoft.com/office/drawing/2014/main" id="{491E8766-F113-4D54-B615-6F5ED29FA10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35750" y="5241925"/>
            <a:ext cx="8572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13013" name="Line 93">
            <a:extLst>
              <a:ext uri="{FF2B5EF4-FFF2-40B4-BE49-F238E27FC236}">
                <a16:creationId xmlns:a16="http://schemas.microsoft.com/office/drawing/2014/main" id="{634C3BAB-23EC-4ECD-A7F6-94C0AFECE7FF}"/>
              </a:ext>
            </a:extLst>
          </p:cNvPr>
          <p:cNvSpPr>
            <a:spLocks noChangeShapeType="1"/>
          </p:cNvSpPr>
          <p:nvPr/>
        </p:nvSpPr>
        <p:spPr bwMode="auto">
          <a:xfrm>
            <a:off x="6889750" y="5707063"/>
            <a:ext cx="7350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13014" name="Line 94">
            <a:extLst>
              <a:ext uri="{FF2B5EF4-FFF2-40B4-BE49-F238E27FC236}">
                <a16:creationId xmlns:a16="http://schemas.microsoft.com/office/drawing/2014/main" id="{8DBFC45A-8871-455C-B6FE-2B9DA2EFDFE7}"/>
              </a:ext>
            </a:extLst>
          </p:cNvPr>
          <p:cNvSpPr>
            <a:spLocks noChangeShapeType="1"/>
          </p:cNvSpPr>
          <p:nvPr/>
        </p:nvSpPr>
        <p:spPr bwMode="auto">
          <a:xfrm>
            <a:off x="5921375" y="5553075"/>
            <a:ext cx="4889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15" name="Line 95">
            <a:extLst>
              <a:ext uri="{FF2B5EF4-FFF2-40B4-BE49-F238E27FC236}">
                <a16:creationId xmlns:a16="http://schemas.microsoft.com/office/drawing/2014/main" id="{97655652-A090-4E83-80FD-9136A6D68DB3}"/>
              </a:ext>
            </a:extLst>
          </p:cNvPr>
          <p:cNvSpPr>
            <a:spLocks noChangeShapeType="1"/>
          </p:cNvSpPr>
          <p:nvPr/>
        </p:nvSpPr>
        <p:spPr bwMode="auto">
          <a:xfrm>
            <a:off x="6530975" y="5351463"/>
            <a:ext cx="68263" cy="2286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213016" name="Group 96">
            <a:extLst>
              <a:ext uri="{FF2B5EF4-FFF2-40B4-BE49-F238E27FC236}">
                <a16:creationId xmlns:a16="http://schemas.microsoft.com/office/drawing/2014/main" id="{72B9EE27-3A80-4EDD-AED1-A0763A0A071B}"/>
              </a:ext>
            </a:extLst>
          </p:cNvPr>
          <p:cNvGrpSpPr>
            <a:grpSpLocks/>
          </p:cNvGrpSpPr>
          <p:nvPr/>
        </p:nvGrpSpPr>
        <p:grpSpPr bwMode="auto">
          <a:xfrm>
            <a:off x="6142038" y="5046663"/>
            <a:ext cx="501650" cy="396875"/>
            <a:chOff x="4320" y="1936"/>
            <a:chExt cx="316" cy="250"/>
          </a:xfrm>
        </p:grpSpPr>
        <p:sp>
          <p:nvSpPr>
            <p:cNvPr id="213032" name="Oval 97">
              <a:extLst>
                <a:ext uri="{FF2B5EF4-FFF2-40B4-BE49-F238E27FC236}">
                  <a16:creationId xmlns:a16="http://schemas.microsoft.com/office/drawing/2014/main" id="{3EF4B24B-93A1-497E-8EA6-DF89A16A0B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54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33" name="Line 98">
              <a:extLst>
                <a:ext uri="{FF2B5EF4-FFF2-40B4-BE49-F238E27FC236}">
                  <a16:creationId xmlns:a16="http://schemas.microsoft.com/office/drawing/2014/main" id="{721F059B-AD00-4534-99B7-D4E4050EC2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3" y="2047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34" name="Line 99">
              <a:extLst>
                <a:ext uri="{FF2B5EF4-FFF2-40B4-BE49-F238E27FC236}">
                  <a16:creationId xmlns:a16="http://schemas.microsoft.com/office/drawing/2014/main" id="{CA3C8F4E-D451-4806-8C64-CA65201C93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6" y="2047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35" name="Rectangle 100">
              <a:extLst>
                <a:ext uri="{FF2B5EF4-FFF2-40B4-BE49-F238E27FC236}">
                  <a16:creationId xmlns:a16="http://schemas.microsoft.com/office/drawing/2014/main" id="{F47EDC34-C60C-46A9-AE2A-73DF4452F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3" y="2047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3036" name="Oval 101">
              <a:extLst>
                <a:ext uri="{FF2B5EF4-FFF2-40B4-BE49-F238E27FC236}">
                  <a16:creationId xmlns:a16="http://schemas.microsoft.com/office/drawing/2014/main" id="{A9E1F713-DBD5-4287-A747-8D53CFAEB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0" y="1988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37" name="Rectangle 102">
              <a:extLst>
                <a:ext uri="{FF2B5EF4-FFF2-40B4-BE49-F238E27FC236}">
                  <a16:creationId xmlns:a16="http://schemas.microsoft.com/office/drawing/2014/main" id="{C8E8802D-9290-430D-9C39-BFBB7958A1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7" y="2001"/>
              <a:ext cx="141" cy="118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38" name="Text Box 103">
              <a:extLst>
                <a:ext uri="{FF2B5EF4-FFF2-40B4-BE49-F238E27FC236}">
                  <a16:creationId xmlns:a16="http://schemas.microsoft.com/office/drawing/2014/main" id="{CD4C1C7A-DA27-4A84-8CCF-338606383E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8" y="1936"/>
              <a:ext cx="285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2c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grpSp>
        <p:nvGrpSpPr>
          <p:cNvPr id="213017" name="Group 104">
            <a:extLst>
              <a:ext uri="{FF2B5EF4-FFF2-40B4-BE49-F238E27FC236}">
                <a16:creationId xmlns:a16="http://schemas.microsoft.com/office/drawing/2014/main" id="{91BA1927-9380-4A5D-BEA2-CBB6E7D32DA4}"/>
              </a:ext>
            </a:extLst>
          </p:cNvPr>
          <p:cNvGrpSpPr>
            <a:grpSpLocks/>
          </p:cNvGrpSpPr>
          <p:nvPr/>
        </p:nvGrpSpPr>
        <p:grpSpPr bwMode="auto">
          <a:xfrm>
            <a:off x="6405563" y="5502275"/>
            <a:ext cx="501650" cy="396875"/>
            <a:chOff x="4596" y="2158"/>
            <a:chExt cx="316" cy="250"/>
          </a:xfrm>
        </p:grpSpPr>
        <p:sp>
          <p:nvSpPr>
            <p:cNvPr id="213025" name="Oval 105">
              <a:extLst>
                <a:ext uri="{FF2B5EF4-FFF2-40B4-BE49-F238E27FC236}">
                  <a16:creationId xmlns:a16="http://schemas.microsoft.com/office/drawing/2014/main" id="{8D88EB35-852F-4097-9D1B-0828377476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76"/>
              <a:ext cx="313" cy="81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26" name="Line 106">
              <a:extLst>
                <a:ext uri="{FF2B5EF4-FFF2-40B4-BE49-F238E27FC236}">
                  <a16:creationId xmlns:a16="http://schemas.microsoft.com/office/drawing/2014/main" id="{9A58E736-8FF6-41DE-B55B-439CEC819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9" y="226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27" name="Line 107">
              <a:extLst>
                <a:ext uri="{FF2B5EF4-FFF2-40B4-BE49-F238E27FC236}">
                  <a16:creationId xmlns:a16="http://schemas.microsoft.com/office/drawing/2014/main" id="{18673349-36E4-4803-B229-0AF8DBB563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12" y="2269"/>
              <a:ext cx="0" cy="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213028" name="Rectangle 108">
              <a:extLst>
                <a:ext uri="{FF2B5EF4-FFF2-40B4-BE49-F238E27FC236}">
                  <a16:creationId xmlns:a16="http://schemas.microsoft.com/office/drawing/2014/main" id="{0FA83F7B-7A92-47EB-8778-7CE62FCEE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2269"/>
              <a:ext cx="310" cy="49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213029" name="Oval 109">
              <a:extLst>
                <a:ext uri="{FF2B5EF4-FFF2-40B4-BE49-F238E27FC236}">
                  <a16:creationId xmlns:a16="http://schemas.microsoft.com/office/drawing/2014/main" id="{125CABA9-3F49-4615-BF3F-3169EC38C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6" y="2210"/>
              <a:ext cx="313" cy="95"/>
            </a:xfrm>
            <a:prstGeom prst="ellipse">
              <a:avLst/>
            </a:prstGeom>
            <a:solidFill>
              <a:schemeClr val="hlink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30" name="Rectangle 110">
              <a:extLst>
                <a:ext uri="{FF2B5EF4-FFF2-40B4-BE49-F238E27FC236}">
                  <a16:creationId xmlns:a16="http://schemas.microsoft.com/office/drawing/2014/main" id="{5D509075-3BD9-457E-8B41-B1DEC2740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83" y="2223"/>
              <a:ext cx="142" cy="110"/>
            </a:xfrm>
            <a:prstGeom prst="rect">
              <a:avLst/>
            </a:prstGeom>
            <a:solidFill>
              <a:schemeClr val="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213031" name="Text Box 111">
              <a:extLst>
                <a:ext uri="{FF2B5EF4-FFF2-40B4-BE49-F238E27FC236}">
                  <a16:creationId xmlns:a16="http://schemas.microsoft.com/office/drawing/2014/main" id="{002A0AAB-0125-4002-AD09-D02EC9B41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10" y="2158"/>
              <a:ext cx="29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latin typeface="Arial" panose="020B0604020202020204" pitchFamily="34" charset="0"/>
                </a:rPr>
                <a:t>2b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213018" name="Text Box 112">
            <a:extLst>
              <a:ext uri="{FF2B5EF4-FFF2-40B4-BE49-F238E27FC236}">
                <a16:creationId xmlns:a16="http://schemas.microsoft.com/office/drawing/2014/main" id="{19916B6D-78DB-4773-9341-B107C74663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56513" y="5159375"/>
            <a:ext cx="893762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other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networks</a:t>
            </a:r>
          </a:p>
        </p:txBody>
      </p:sp>
      <p:sp>
        <p:nvSpPr>
          <p:cNvPr id="213019" name="Freeform 113">
            <a:extLst>
              <a:ext uri="{FF2B5EF4-FFF2-40B4-BE49-F238E27FC236}">
                <a16:creationId xmlns:a16="http://schemas.microsoft.com/office/drawing/2014/main" id="{07E4BB0B-1AC2-49F7-A4EB-2E6A8A5DB9EF}"/>
              </a:ext>
            </a:extLst>
          </p:cNvPr>
          <p:cNvSpPr>
            <a:spLocks/>
          </p:cNvSpPr>
          <p:nvPr/>
        </p:nvSpPr>
        <p:spPr bwMode="auto">
          <a:xfrm flipH="1">
            <a:off x="292100" y="4772025"/>
            <a:ext cx="1171575" cy="1758950"/>
          </a:xfrm>
          <a:custGeom>
            <a:avLst/>
            <a:gdLst>
              <a:gd name="T0" fmla="*/ 2147483646 w 738"/>
              <a:gd name="T1" fmla="*/ 2147483646 h 1108"/>
              <a:gd name="T2" fmla="*/ 2147483646 w 738"/>
              <a:gd name="T3" fmla="*/ 2147483646 h 1108"/>
              <a:gd name="T4" fmla="*/ 2147483646 w 738"/>
              <a:gd name="T5" fmla="*/ 2147483646 h 1108"/>
              <a:gd name="T6" fmla="*/ 2147483646 w 738"/>
              <a:gd name="T7" fmla="*/ 2147483646 h 1108"/>
              <a:gd name="T8" fmla="*/ 2147483646 w 738"/>
              <a:gd name="T9" fmla="*/ 2147483646 h 1108"/>
              <a:gd name="T10" fmla="*/ 2147483646 w 738"/>
              <a:gd name="T11" fmla="*/ 2147483646 h 1108"/>
              <a:gd name="T12" fmla="*/ 2147483646 w 738"/>
              <a:gd name="T13" fmla="*/ 2147483646 h 1108"/>
              <a:gd name="T14" fmla="*/ 2147483646 w 738"/>
              <a:gd name="T15" fmla="*/ 2147483646 h 110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738"/>
              <a:gd name="T25" fmla="*/ 0 h 1108"/>
              <a:gd name="T26" fmla="*/ 738 w 738"/>
              <a:gd name="T27" fmla="*/ 1108 h 110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738" h="1108">
                <a:moveTo>
                  <a:pt x="32" y="394"/>
                </a:moveTo>
                <a:cubicBezTo>
                  <a:pt x="66" y="301"/>
                  <a:pt x="108" y="228"/>
                  <a:pt x="213" y="172"/>
                </a:cubicBezTo>
                <a:cubicBezTo>
                  <a:pt x="318" y="116"/>
                  <a:pt x="588" y="0"/>
                  <a:pt x="663" y="56"/>
                </a:cubicBezTo>
                <a:cubicBezTo>
                  <a:pt x="738" y="112"/>
                  <a:pt x="659" y="346"/>
                  <a:pt x="661" y="509"/>
                </a:cubicBezTo>
                <a:cubicBezTo>
                  <a:pt x="663" y="672"/>
                  <a:pt x="731" y="956"/>
                  <a:pt x="677" y="1032"/>
                </a:cubicBezTo>
                <a:cubicBezTo>
                  <a:pt x="623" y="1108"/>
                  <a:pt x="442" y="999"/>
                  <a:pt x="338" y="962"/>
                </a:cubicBezTo>
                <a:cubicBezTo>
                  <a:pt x="234" y="925"/>
                  <a:pt x="102" y="904"/>
                  <a:pt x="51" y="809"/>
                </a:cubicBezTo>
                <a:cubicBezTo>
                  <a:pt x="0" y="715"/>
                  <a:pt x="36" y="481"/>
                  <a:pt x="32" y="394"/>
                </a:cubicBezTo>
                <a:close/>
              </a:path>
            </a:pathLst>
          </a:custGeom>
          <a:gradFill rotWithShape="1">
            <a:gsLst>
              <a:gs pos="0">
                <a:srgbClr val="66CC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20" name="Text Box 114">
            <a:extLst>
              <a:ext uri="{FF2B5EF4-FFF2-40B4-BE49-F238E27FC236}">
                <a16:creationId xmlns:a16="http://schemas.microsoft.com/office/drawing/2014/main" id="{4101844D-6040-4E4F-8749-2F10CE32E4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0" y="5556250"/>
            <a:ext cx="893763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other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networks</a:t>
            </a:r>
          </a:p>
        </p:txBody>
      </p:sp>
      <p:sp>
        <p:nvSpPr>
          <p:cNvPr id="213021" name="Line 115">
            <a:extLst>
              <a:ext uri="{FF2B5EF4-FFF2-40B4-BE49-F238E27FC236}">
                <a16:creationId xmlns:a16="http://schemas.microsoft.com/office/drawing/2014/main" id="{F55A377B-3B5B-4934-B3DC-156999DEE96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49350" y="5118100"/>
            <a:ext cx="468313" cy="2682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213022" name="Freeform 116">
            <a:extLst>
              <a:ext uri="{FF2B5EF4-FFF2-40B4-BE49-F238E27FC236}">
                <a16:creationId xmlns:a16="http://schemas.microsoft.com/office/drawing/2014/main" id="{CB053EFF-E19F-4165-AA80-8FD906BA386A}"/>
              </a:ext>
            </a:extLst>
          </p:cNvPr>
          <p:cNvSpPr>
            <a:spLocks/>
          </p:cNvSpPr>
          <p:nvPr/>
        </p:nvSpPr>
        <p:spPr bwMode="auto">
          <a:xfrm>
            <a:off x="4913313" y="5607050"/>
            <a:ext cx="523875" cy="261938"/>
          </a:xfrm>
          <a:custGeom>
            <a:avLst/>
            <a:gdLst>
              <a:gd name="T0" fmla="*/ 0 w 654"/>
              <a:gd name="T1" fmla="*/ 2147483646 h 420"/>
              <a:gd name="T2" fmla="*/ 2147483646 w 654"/>
              <a:gd name="T3" fmla="*/ 0 h 420"/>
              <a:gd name="T4" fmla="*/ 0 60000 65536"/>
              <a:gd name="T5" fmla="*/ 0 60000 65536"/>
              <a:gd name="T6" fmla="*/ 0 w 654"/>
              <a:gd name="T7" fmla="*/ 0 h 420"/>
              <a:gd name="T8" fmla="*/ 654 w 654"/>
              <a:gd name="T9" fmla="*/ 420 h 42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54" h="420">
                <a:moveTo>
                  <a:pt x="0" y="420"/>
                </a:moveTo>
                <a:lnTo>
                  <a:pt x="654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213023" name="Freeform 117">
            <a:extLst>
              <a:ext uri="{FF2B5EF4-FFF2-40B4-BE49-F238E27FC236}">
                <a16:creationId xmlns:a16="http://schemas.microsoft.com/office/drawing/2014/main" id="{54136947-043D-4825-85F4-D2F0B02ED57D}"/>
              </a:ext>
            </a:extLst>
          </p:cNvPr>
          <p:cNvSpPr>
            <a:spLocks/>
          </p:cNvSpPr>
          <p:nvPr/>
        </p:nvSpPr>
        <p:spPr bwMode="auto">
          <a:xfrm>
            <a:off x="2800350" y="5014913"/>
            <a:ext cx="704850" cy="409575"/>
          </a:xfrm>
          <a:custGeom>
            <a:avLst/>
            <a:gdLst>
              <a:gd name="T0" fmla="*/ 0 w 444"/>
              <a:gd name="T1" fmla="*/ 0 h 258"/>
              <a:gd name="T2" fmla="*/ 2147483646 w 444"/>
              <a:gd name="T3" fmla="*/ 2147483646 h 258"/>
              <a:gd name="T4" fmla="*/ 0 60000 65536"/>
              <a:gd name="T5" fmla="*/ 0 60000 65536"/>
              <a:gd name="T6" fmla="*/ 0 w 444"/>
              <a:gd name="T7" fmla="*/ 0 h 258"/>
              <a:gd name="T8" fmla="*/ 444 w 444"/>
              <a:gd name="T9" fmla="*/ 258 h 25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44" h="258">
                <a:moveTo>
                  <a:pt x="0" y="0"/>
                </a:moveTo>
                <a:lnTo>
                  <a:pt x="444" y="258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213024" name="Picture 118" descr="underline_base">
            <a:extLst>
              <a:ext uri="{FF2B5EF4-FFF2-40B4-BE49-F238E27FC236}">
                <a16:creationId xmlns:a16="http://schemas.microsoft.com/office/drawing/2014/main" id="{EBCEB734-432B-4A18-9099-9B831FBF675A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25" y="800100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19223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382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Footer Placeholder 4">
            <a:extLst>
              <a:ext uri="{FF2B5EF4-FFF2-40B4-BE49-F238E27FC236}">
                <a16:creationId xmlns:a16="http://schemas.microsoft.com/office/drawing/2014/main" id="{EC7D425C-B492-4BE8-8CEA-CE68A1FAA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30403" name="Slide Number Placeholder 5">
            <a:extLst>
              <a:ext uri="{FF2B5EF4-FFF2-40B4-BE49-F238E27FC236}">
                <a16:creationId xmlns:a16="http://schemas.microsoft.com/office/drawing/2014/main" id="{57A66FFF-0373-4E96-A1BD-0E7FB6B4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BD74E0DC-067A-4657-83AE-A0FC1262047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230404" name="Picture 4" descr="underline_base">
            <a:extLst>
              <a:ext uri="{FF2B5EF4-FFF2-40B4-BE49-F238E27FC236}">
                <a16:creationId xmlns:a16="http://schemas.microsoft.com/office/drawing/2014/main" id="{7F1635D4-EB59-4D4F-8945-0894DB0F6AE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38" y="1014413"/>
            <a:ext cx="6856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0405" name="Rectangle 2">
            <a:extLst>
              <a:ext uri="{FF2B5EF4-FFF2-40B4-BE49-F238E27FC236}">
                <a16:creationId xmlns:a16="http://schemas.microsoft.com/office/drawing/2014/main" id="{86803FFC-B1E9-4779-8429-6676E4BFEE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Internet inter-AS routing: BGP</a:t>
            </a:r>
            <a:endParaRPr lang="en-US" altLang="zh-TW" sz="3200">
              <a:ea typeface="ＭＳ Ｐゴシック" panose="020B0600070205080204" pitchFamily="34" charset="-128"/>
            </a:endParaRPr>
          </a:p>
        </p:txBody>
      </p:sp>
      <p:sp>
        <p:nvSpPr>
          <p:cNvPr id="230406" name="Rectangle 3">
            <a:extLst>
              <a:ext uri="{FF2B5EF4-FFF2-40B4-BE49-F238E27FC236}">
                <a16:creationId xmlns:a16="http://schemas.microsoft.com/office/drawing/2014/main" id="{B311C798-59D7-4C56-8AF7-CD685B4AA5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422400"/>
            <a:ext cx="7772400" cy="4927600"/>
          </a:xfrm>
        </p:spPr>
        <p:txBody>
          <a:bodyPr/>
          <a:lstStyle/>
          <a:p>
            <a:pPr marL="381000" indent="-381000"/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BGP (Border Gateway Protocol):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i="1" dirty="0">
                <a:ea typeface="ＭＳ Ｐゴシック" panose="020B0600070205080204" pitchFamily="34" charset="-128"/>
              </a:rPr>
              <a:t>the</a:t>
            </a:r>
            <a:r>
              <a:rPr lang="en-US" altLang="zh-TW" dirty="0">
                <a:ea typeface="ＭＳ Ｐゴシック" panose="020B0600070205080204" pitchFamily="34" charset="-128"/>
              </a:rPr>
              <a:t> de facto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inter-domain</a:t>
            </a:r>
            <a:r>
              <a:rPr lang="en-US" altLang="zh-TW" dirty="0">
                <a:ea typeface="ＭＳ Ｐゴシック" panose="020B0600070205080204" pitchFamily="34" charset="-128"/>
              </a:rPr>
              <a:t> routing protocol</a:t>
            </a:r>
          </a:p>
          <a:p>
            <a:pPr marL="800100" lvl="1" indent="-342900"/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glue that holds the Internet together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pPr marL="381000" indent="-381000"/>
            <a:r>
              <a:rPr lang="en-US" altLang="zh-TW" dirty="0">
                <a:ea typeface="ＭＳ Ｐゴシック" panose="020B0600070205080204" pitchFamily="34" charset="-128"/>
              </a:rPr>
              <a:t>BGP provides each AS a means to:</a:t>
            </a:r>
          </a:p>
          <a:p>
            <a:pPr marL="800100" lvl="1" indent="-342900"/>
            <a:r>
              <a:rPr lang="en-US" altLang="zh-TW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External BGP (</a:t>
            </a:r>
            <a:r>
              <a:rPr lang="en-US" altLang="zh-TW" sz="28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eBGP</a:t>
            </a:r>
            <a:r>
              <a:rPr lang="en-US" altLang="zh-TW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):</a:t>
            </a:r>
            <a:r>
              <a:rPr lang="en-US" altLang="zh-TW" dirty="0">
                <a:ea typeface="ＭＳ Ｐゴシック" panose="020B0600070205080204" pitchFamily="34" charset="-128"/>
              </a:rPr>
              <a:t> obtain subnet reachability information from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neighboring ASs</a:t>
            </a:r>
            <a:r>
              <a:rPr lang="en-US" altLang="zh-TW" dirty="0">
                <a:ea typeface="ＭＳ Ｐゴシック" panose="020B0600070205080204" pitchFamily="34" charset="-128"/>
              </a:rPr>
              <a:t>.</a:t>
            </a:r>
          </a:p>
          <a:p>
            <a:pPr marL="800100" lvl="1" indent="-342900"/>
            <a:r>
              <a:rPr lang="en-US" altLang="zh-TW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Internal BGP (</a:t>
            </a:r>
            <a:r>
              <a:rPr lang="en-US" altLang="zh-TW" sz="2800" dirty="0" err="1">
                <a:solidFill>
                  <a:srgbClr val="CC0000"/>
                </a:solidFill>
                <a:ea typeface="ＭＳ Ｐゴシック" panose="020B0600070205080204" pitchFamily="34" charset="-128"/>
              </a:rPr>
              <a:t>iBGP</a:t>
            </a:r>
            <a:r>
              <a:rPr lang="en-US" altLang="zh-TW" sz="28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):</a:t>
            </a:r>
            <a:r>
              <a:rPr lang="en-US" altLang="zh-TW" dirty="0">
                <a:ea typeface="ＭＳ Ｐゴシック" panose="020B0600070205080204" pitchFamily="34" charset="-128"/>
              </a:rPr>
              <a:t> propagate reachability information to all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AS-internal routers</a:t>
            </a:r>
            <a:r>
              <a:rPr lang="en-US" altLang="zh-TW" dirty="0">
                <a:ea typeface="ＭＳ Ｐゴシック" panose="020B0600070205080204" pitchFamily="34" charset="-128"/>
              </a:rPr>
              <a:t>.</a:t>
            </a:r>
          </a:p>
          <a:p>
            <a:pPr marL="800100" lvl="1" indent="-342900"/>
            <a:r>
              <a:rPr lang="en-US" altLang="zh-TW" dirty="0">
                <a:ea typeface="ＭＳ Ｐゴシック" panose="020B0600070205080204" pitchFamily="34" charset="-128"/>
              </a:rPr>
              <a:t>determine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good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routes to other networks based on reachability information and policy.</a:t>
            </a:r>
          </a:p>
          <a:p>
            <a:pPr marL="381000" indent="-381000"/>
            <a:r>
              <a:rPr lang="en-US" altLang="zh-TW" dirty="0">
                <a:ea typeface="ＭＳ Ｐゴシック" panose="020B0600070205080204" pitchFamily="34" charset="-128"/>
              </a:rPr>
              <a:t>allows subnet to advertise its existence to rest of Internet: </a:t>
            </a:r>
            <a:r>
              <a:rPr lang="ja-JP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I am here</a:t>
            </a:r>
            <a:r>
              <a:rPr lang="ja-JP" altLang="en-US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”</a:t>
            </a:r>
            <a:endParaRPr lang="en-US" altLang="zh-TW" i="1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26" name="Title 1">
            <a:extLst>
              <a:ext uri="{FF2B5EF4-FFF2-40B4-BE49-F238E27FC236}">
                <a16:creationId xmlns:a16="http://schemas.microsoft.com/office/drawing/2014/main" id="{2FC78185-8D6B-495A-98B7-AD8FC4791E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ea typeface="ＭＳ Ｐゴシック" panose="020B0600070205080204" pitchFamily="34" charset="-128"/>
              </a:rPr>
              <a:t>eBGP, iBGP connections</a:t>
            </a:r>
          </a:p>
        </p:txBody>
      </p:sp>
      <p:grpSp>
        <p:nvGrpSpPr>
          <p:cNvPr id="231427" name="Group 282">
            <a:extLst>
              <a:ext uri="{FF2B5EF4-FFF2-40B4-BE49-F238E27FC236}">
                <a16:creationId xmlns:a16="http://schemas.microsoft.com/office/drawing/2014/main" id="{4F5FA018-E0CA-4ACB-820C-95351BF1DE25}"/>
              </a:ext>
            </a:extLst>
          </p:cNvPr>
          <p:cNvGrpSpPr>
            <a:grpSpLocks/>
          </p:cNvGrpSpPr>
          <p:nvPr/>
        </p:nvGrpSpPr>
        <p:grpSpPr bwMode="auto">
          <a:xfrm>
            <a:off x="3375025" y="4578350"/>
            <a:ext cx="2922588" cy="636588"/>
            <a:chOff x="7493868" y="5383138"/>
            <a:chExt cx="2923580" cy="635979"/>
          </a:xfrm>
        </p:grpSpPr>
        <p:cxnSp>
          <p:nvCxnSpPr>
            <p:cNvPr id="231651" name="Straight Connector 272">
              <a:extLst>
                <a:ext uri="{FF2B5EF4-FFF2-40B4-BE49-F238E27FC236}">
                  <a16:creationId xmlns:a16="http://schemas.microsoft.com/office/drawing/2014/main" id="{EA99DBED-F8B0-493A-B3F3-62DF6AB8A86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7493868" y="5589319"/>
              <a:ext cx="749784" cy="11598"/>
            </a:xfrm>
            <a:prstGeom prst="line">
              <a:avLst/>
            </a:prstGeom>
            <a:noFill/>
            <a:ln w="38100" algn="ctr">
              <a:solidFill>
                <a:srgbClr val="CC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1652" name="Straight Connector 273">
              <a:extLst>
                <a:ext uri="{FF2B5EF4-FFF2-40B4-BE49-F238E27FC236}">
                  <a16:creationId xmlns:a16="http://schemas.microsoft.com/office/drawing/2014/main" id="{7E37887F-7781-42F7-B7DA-931851234D0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7523346" y="5869497"/>
              <a:ext cx="699488" cy="69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1653" name="TextBox 280">
              <a:extLst>
                <a:ext uri="{FF2B5EF4-FFF2-40B4-BE49-F238E27FC236}">
                  <a16:creationId xmlns:a16="http://schemas.microsoft.com/office/drawing/2014/main" id="{B9E8E63E-58DD-4774-A5AD-E76AC1A7C3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47651" y="5383138"/>
              <a:ext cx="206979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eBGP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 connectivity</a:t>
              </a:r>
            </a:p>
          </p:txBody>
        </p:sp>
        <p:sp>
          <p:nvSpPr>
            <p:cNvPr id="231654" name="TextBox 281">
              <a:extLst>
                <a:ext uri="{FF2B5EF4-FFF2-40B4-BE49-F238E27FC236}">
                  <a16:creationId xmlns:a16="http://schemas.microsoft.com/office/drawing/2014/main" id="{BEDDD27A-1E94-4574-9301-193CBD010D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72607" y="5649785"/>
              <a:ext cx="199285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iBGP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9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 connectivity</a:t>
              </a:r>
            </a:p>
          </p:txBody>
        </p:sp>
      </p:grpSp>
      <p:sp>
        <p:nvSpPr>
          <p:cNvPr id="231428" name="Freeform 2">
            <a:extLst>
              <a:ext uri="{FF2B5EF4-FFF2-40B4-BE49-F238E27FC236}">
                <a16:creationId xmlns:a16="http://schemas.microsoft.com/office/drawing/2014/main" id="{9C149145-C438-48E9-82FF-42F8EA9CA65E}"/>
              </a:ext>
            </a:extLst>
          </p:cNvPr>
          <p:cNvSpPr>
            <a:spLocks/>
          </p:cNvSpPr>
          <p:nvPr/>
        </p:nvSpPr>
        <p:spPr bwMode="auto">
          <a:xfrm>
            <a:off x="558800" y="2655888"/>
            <a:ext cx="2713038" cy="1854200"/>
          </a:xfrm>
          <a:custGeom>
            <a:avLst/>
            <a:gdLst>
              <a:gd name="T0" fmla="*/ 2147483646 w 10000"/>
              <a:gd name="T1" fmla="*/ 2147483646 h 10795"/>
              <a:gd name="T2" fmla="*/ 2147483646 w 10000"/>
              <a:gd name="T3" fmla="*/ 2147483646 h 10795"/>
              <a:gd name="T4" fmla="*/ 2147483646 w 10000"/>
              <a:gd name="T5" fmla="*/ 2147483646 h 10795"/>
              <a:gd name="T6" fmla="*/ 2147483646 w 10000"/>
              <a:gd name="T7" fmla="*/ 2147483646 h 10795"/>
              <a:gd name="T8" fmla="*/ 2147483646 w 10000"/>
              <a:gd name="T9" fmla="*/ 2147483646 h 10795"/>
              <a:gd name="T10" fmla="*/ 2147483646 w 10000"/>
              <a:gd name="T11" fmla="*/ 2147483646 h 10795"/>
              <a:gd name="T12" fmla="*/ 2147483646 w 10000"/>
              <a:gd name="T13" fmla="*/ 2147483646 h 10795"/>
              <a:gd name="T14" fmla="*/ 2147483646 w 10000"/>
              <a:gd name="T15" fmla="*/ 2147483646 h 10795"/>
              <a:gd name="T16" fmla="*/ 2147483646 w 10000"/>
              <a:gd name="T17" fmla="*/ 2147483646 h 10795"/>
              <a:gd name="T18" fmla="*/ 2147483646 w 10000"/>
              <a:gd name="T19" fmla="*/ 2147483646 h 107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000"/>
              <a:gd name="T31" fmla="*/ 0 h 10795"/>
              <a:gd name="T32" fmla="*/ 10000 w 10000"/>
              <a:gd name="T33" fmla="*/ 10795 h 10795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1429" name="Group 72">
            <a:extLst>
              <a:ext uri="{FF2B5EF4-FFF2-40B4-BE49-F238E27FC236}">
                <a16:creationId xmlns:a16="http://schemas.microsoft.com/office/drawing/2014/main" id="{955CC050-429E-4BB2-9C1A-F312F2B714D0}"/>
              </a:ext>
            </a:extLst>
          </p:cNvPr>
          <p:cNvGrpSpPr>
            <a:grpSpLocks/>
          </p:cNvGrpSpPr>
          <p:nvPr/>
        </p:nvGrpSpPr>
        <p:grpSpPr bwMode="auto">
          <a:xfrm>
            <a:off x="1697038" y="2806700"/>
            <a:ext cx="565150" cy="369888"/>
            <a:chOff x="1736090" y="2873352"/>
            <a:chExt cx="565150" cy="369332"/>
          </a:xfrm>
        </p:grpSpPr>
        <p:grpSp>
          <p:nvGrpSpPr>
            <p:cNvPr id="231638" name="Group 327">
              <a:extLst>
                <a:ext uri="{FF2B5EF4-FFF2-40B4-BE49-F238E27FC236}">
                  <a16:creationId xmlns:a16="http://schemas.microsoft.com/office/drawing/2014/main" id="{32C73D8E-CA38-4FB7-BB6D-9E2DB71FD65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F8F5F9D-389F-48D5-B140-A46B1DBB76F5}"/>
                  </a:ext>
                </a:extLst>
              </p:cNvPr>
              <p:cNvSpPr/>
              <p:nvPr/>
            </p:nvSpPr>
            <p:spPr bwMode="auto">
              <a:xfrm flipV="1">
                <a:off x="1874446" y="1693023"/>
                <a:ext cx="1125202" cy="3207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B00F864E-34F4-4C67-B9DE-200052051F37}"/>
                  </a:ext>
                </a:extLst>
              </p:cNvPr>
              <p:cNvSpPr/>
              <p:nvPr/>
            </p:nvSpPr>
            <p:spPr bwMode="auto">
              <a:xfrm>
                <a:off x="1871277" y="1740545"/>
                <a:ext cx="1128371" cy="11405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12AD00ED-2C10-4A89-82AA-418818C8D45A}"/>
                  </a:ext>
                </a:extLst>
              </p:cNvPr>
              <p:cNvSpPr/>
              <p:nvPr/>
            </p:nvSpPr>
            <p:spPr bwMode="auto">
              <a:xfrm flipV="1">
                <a:off x="1871277" y="1576595"/>
                <a:ext cx="1125200" cy="320773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2359A16C-D531-4F3C-B018-533F896008F1}"/>
                  </a:ext>
                </a:extLst>
              </p:cNvPr>
              <p:cNvSpPr/>
              <p:nvPr/>
            </p:nvSpPr>
            <p:spPr bwMode="auto">
              <a:xfrm>
                <a:off x="2159708" y="1674014"/>
                <a:ext cx="548339" cy="159199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AF61D144-00CE-4E74-9A99-827AA33BA02E}"/>
                  </a:ext>
                </a:extLst>
              </p:cNvPr>
              <p:cNvSpPr/>
              <p:nvPr/>
            </p:nvSpPr>
            <p:spPr bwMode="auto">
              <a:xfrm>
                <a:off x="2102655" y="1633621"/>
                <a:ext cx="662444" cy="11167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C9E69F26-B300-4F73-8AA7-5D2295A6AD97}"/>
                  </a:ext>
                </a:extLst>
              </p:cNvPr>
              <p:cNvSpPr/>
              <p:nvPr/>
            </p:nvSpPr>
            <p:spPr bwMode="auto">
              <a:xfrm>
                <a:off x="2536889" y="1728665"/>
                <a:ext cx="244057" cy="97419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0E45F78E-8F9D-4FF6-BF35-DFA027FF5686}"/>
                  </a:ext>
                </a:extLst>
              </p:cNvPr>
              <p:cNvSpPr/>
              <p:nvPr/>
            </p:nvSpPr>
            <p:spPr bwMode="auto">
              <a:xfrm>
                <a:off x="2089977" y="1731041"/>
                <a:ext cx="240888" cy="95044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D1B3B81-726E-4D30-84EC-2A6312A9032F}"/>
                  </a:ext>
                </a:extLst>
              </p:cNvPr>
              <p:cNvCxnSpPr>
                <a:endCxn id="29" idx="2"/>
              </p:cNvCxnSpPr>
              <p:nvPr/>
            </p:nvCxnSpPr>
            <p:spPr bwMode="auto">
              <a:xfrm flipH="1" flipV="1">
                <a:off x="1871277" y="1735793"/>
                <a:ext cx="3169" cy="123557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447C67A-2EEB-4F72-8BC4-E602BB300B03}"/>
                  </a:ext>
                </a:extLst>
              </p:cNvPr>
              <p:cNvCxnSpPr/>
              <p:nvPr/>
            </p:nvCxnSpPr>
            <p:spPr bwMode="auto">
              <a:xfrm flipH="1" flipV="1">
                <a:off x="2996477" y="1733417"/>
                <a:ext cx="3171" cy="123557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1639" name="Group 71">
              <a:extLst>
                <a:ext uri="{FF2B5EF4-FFF2-40B4-BE49-F238E27FC236}">
                  <a16:creationId xmlns:a16="http://schemas.microsoft.com/office/drawing/2014/main" id="{F248EC7E-B27D-420B-98F9-330CF9651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0EB169B-8316-42B7-A1F1-8AD129F03895}"/>
                  </a:ext>
                </a:extLst>
              </p:cNvPr>
              <p:cNvSpPr/>
              <p:nvPr/>
            </p:nvSpPr>
            <p:spPr bwMode="auto">
              <a:xfrm>
                <a:off x="726435" y="1787899"/>
                <a:ext cx="355600" cy="231427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31641" name="TextBox 65">
                <a:extLst>
                  <a:ext uri="{FF2B5EF4-FFF2-40B4-BE49-F238E27FC236}">
                    <a16:creationId xmlns:a16="http://schemas.microsoft.com/office/drawing/2014/main" id="{9B08088D-69A5-47AE-8383-A4F52117CD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4142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1b</a:t>
                </a:r>
              </a:p>
            </p:txBody>
          </p:sp>
        </p:grpSp>
      </p:grpSp>
      <p:grpSp>
        <p:nvGrpSpPr>
          <p:cNvPr id="231430" name="Group 73">
            <a:extLst>
              <a:ext uri="{FF2B5EF4-FFF2-40B4-BE49-F238E27FC236}">
                <a16:creationId xmlns:a16="http://schemas.microsoft.com/office/drawing/2014/main" id="{168DC549-1E69-48C2-9930-50D7E8D76634}"/>
              </a:ext>
            </a:extLst>
          </p:cNvPr>
          <p:cNvGrpSpPr>
            <a:grpSpLocks/>
          </p:cNvGrpSpPr>
          <p:nvPr/>
        </p:nvGrpSpPr>
        <p:grpSpPr bwMode="auto">
          <a:xfrm>
            <a:off x="1701800" y="4027488"/>
            <a:ext cx="565150" cy="369887"/>
            <a:chOff x="1736090" y="2873352"/>
            <a:chExt cx="565150" cy="369332"/>
          </a:xfrm>
        </p:grpSpPr>
        <p:grpSp>
          <p:nvGrpSpPr>
            <p:cNvPr id="231625" name="Group 327">
              <a:extLst>
                <a:ext uri="{FF2B5EF4-FFF2-40B4-BE49-F238E27FC236}">
                  <a16:creationId xmlns:a16="http://schemas.microsoft.com/office/drawing/2014/main" id="{158E67D2-ABE7-4721-96CD-A16E203B41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3AE9D57F-ED5D-4A90-9B34-EBBF74D0B727}"/>
                  </a:ext>
                </a:extLst>
              </p:cNvPr>
              <p:cNvSpPr/>
              <p:nvPr/>
            </p:nvSpPr>
            <p:spPr bwMode="auto">
              <a:xfrm flipV="1">
                <a:off x="1874448" y="1693023"/>
                <a:ext cx="1125200" cy="3207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F5CFEF6-4B48-460F-9865-20EB38A9FACC}"/>
                  </a:ext>
                </a:extLst>
              </p:cNvPr>
              <p:cNvSpPr/>
              <p:nvPr/>
            </p:nvSpPr>
            <p:spPr bwMode="auto">
              <a:xfrm>
                <a:off x="1871277" y="1740546"/>
                <a:ext cx="1128371" cy="11405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240537A9-753A-4D0D-BDFF-B80ADEA6E900}"/>
                  </a:ext>
                </a:extLst>
              </p:cNvPr>
              <p:cNvSpPr/>
              <p:nvPr/>
            </p:nvSpPr>
            <p:spPr bwMode="auto">
              <a:xfrm flipV="1">
                <a:off x="1871277" y="1576593"/>
                <a:ext cx="1125202" cy="320775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DDF3DD70-2D48-409F-96FB-4806F485D47E}"/>
                  </a:ext>
                </a:extLst>
              </p:cNvPr>
              <p:cNvSpPr/>
              <p:nvPr/>
            </p:nvSpPr>
            <p:spPr bwMode="auto">
              <a:xfrm>
                <a:off x="2159710" y="1674015"/>
                <a:ext cx="548337" cy="159199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CF82F995-4287-4983-841C-97AE59DEFBE4}"/>
                  </a:ext>
                </a:extLst>
              </p:cNvPr>
              <p:cNvSpPr/>
              <p:nvPr/>
            </p:nvSpPr>
            <p:spPr bwMode="auto">
              <a:xfrm>
                <a:off x="2102657" y="1633620"/>
                <a:ext cx="662442" cy="111678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6CD1D5A3-188B-471F-8BD2-0897E81386F5}"/>
                  </a:ext>
                </a:extLst>
              </p:cNvPr>
              <p:cNvSpPr/>
              <p:nvPr/>
            </p:nvSpPr>
            <p:spPr bwMode="auto">
              <a:xfrm>
                <a:off x="2536889" y="1728664"/>
                <a:ext cx="244059" cy="97421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FF334D13-BBEE-4E0F-941A-B7908B7C0C2E}"/>
                  </a:ext>
                </a:extLst>
              </p:cNvPr>
              <p:cNvSpPr/>
              <p:nvPr/>
            </p:nvSpPr>
            <p:spPr bwMode="auto">
              <a:xfrm>
                <a:off x="2089979" y="1731041"/>
                <a:ext cx="240888" cy="95044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1E23AE8-E183-4240-B48F-FBD85D6A4017}"/>
                  </a:ext>
                </a:extLst>
              </p:cNvPr>
              <p:cNvCxnSpPr>
                <a:endCxn id="81" idx="2"/>
              </p:cNvCxnSpPr>
              <p:nvPr/>
            </p:nvCxnSpPr>
            <p:spPr bwMode="auto">
              <a:xfrm flipH="1" flipV="1">
                <a:off x="1871277" y="1735793"/>
                <a:ext cx="3171" cy="123558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52E88461-B816-4AAA-9FF3-A91CB4310D8E}"/>
                  </a:ext>
                </a:extLst>
              </p:cNvPr>
              <p:cNvCxnSpPr/>
              <p:nvPr/>
            </p:nvCxnSpPr>
            <p:spPr bwMode="auto">
              <a:xfrm flipH="1" flipV="1">
                <a:off x="2996479" y="1733417"/>
                <a:ext cx="3169" cy="123558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1626" name="Group 75">
              <a:extLst>
                <a:ext uri="{FF2B5EF4-FFF2-40B4-BE49-F238E27FC236}">
                  <a16:creationId xmlns:a16="http://schemas.microsoft.com/office/drawing/2014/main" id="{CAE52BDA-5541-4C06-879B-4A94278CC3B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FB12590A-6DF5-4E22-895A-8463B0DF354E}"/>
                  </a:ext>
                </a:extLst>
              </p:cNvPr>
              <p:cNvSpPr/>
              <p:nvPr/>
            </p:nvSpPr>
            <p:spPr bwMode="auto">
              <a:xfrm>
                <a:off x="726436" y="1787899"/>
                <a:ext cx="355600" cy="231427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31628" name="TextBox 77">
                <a:extLst>
                  <a:ext uri="{FF2B5EF4-FFF2-40B4-BE49-F238E27FC236}">
                    <a16:creationId xmlns:a16="http://schemas.microsoft.com/office/drawing/2014/main" id="{5BE196A2-69BE-4DD1-A7A2-72964B9D551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4142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1d</a:t>
                </a:r>
              </a:p>
            </p:txBody>
          </p:sp>
        </p:grpSp>
      </p:grpSp>
      <p:grpSp>
        <p:nvGrpSpPr>
          <p:cNvPr id="231431" name="Group 87">
            <a:extLst>
              <a:ext uri="{FF2B5EF4-FFF2-40B4-BE49-F238E27FC236}">
                <a16:creationId xmlns:a16="http://schemas.microsoft.com/office/drawing/2014/main" id="{3865423E-4073-4A56-949B-3A334D9CD988}"/>
              </a:ext>
            </a:extLst>
          </p:cNvPr>
          <p:cNvGrpSpPr>
            <a:grpSpLocks/>
          </p:cNvGrpSpPr>
          <p:nvPr/>
        </p:nvGrpSpPr>
        <p:grpSpPr bwMode="auto">
          <a:xfrm>
            <a:off x="2562225" y="3417888"/>
            <a:ext cx="565150" cy="369887"/>
            <a:chOff x="1736090" y="2873352"/>
            <a:chExt cx="565150" cy="369332"/>
          </a:xfrm>
        </p:grpSpPr>
        <p:grpSp>
          <p:nvGrpSpPr>
            <p:cNvPr id="231612" name="Group 327">
              <a:extLst>
                <a:ext uri="{FF2B5EF4-FFF2-40B4-BE49-F238E27FC236}">
                  <a16:creationId xmlns:a16="http://schemas.microsoft.com/office/drawing/2014/main" id="{5A690ADF-500B-4CD9-BC76-1CF9FBDE10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6806ECC0-3310-4F79-8DDE-DD66B12A8502}"/>
                  </a:ext>
                </a:extLst>
              </p:cNvPr>
              <p:cNvSpPr/>
              <p:nvPr/>
            </p:nvSpPr>
            <p:spPr bwMode="auto">
              <a:xfrm flipV="1">
                <a:off x="1874448" y="1693023"/>
                <a:ext cx="1125200" cy="3207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2904F969-E86C-4759-8C28-54626689D1C2}"/>
                  </a:ext>
                </a:extLst>
              </p:cNvPr>
              <p:cNvSpPr/>
              <p:nvPr/>
            </p:nvSpPr>
            <p:spPr bwMode="auto">
              <a:xfrm>
                <a:off x="1871277" y="1740546"/>
                <a:ext cx="1128371" cy="11405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3814C39-1921-4C35-8EDB-441574B65312}"/>
                  </a:ext>
                </a:extLst>
              </p:cNvPr>
              <p:cNvSpPr/>
              <p:nvPr/>
            </p:nvSpPr>
            <p:spPr bwMode="auto">
              <a:xfrm flipV="1">
                <a:off x="1871277" y="1576593"/>
                <a:ext cx="1125202" cy="320775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96" name="Freeform 95">
                <a:extLst>
                  <a:ext uri="{FF2B5EF4-FFF2-40B4-BE49-F238E27FC236}">
                    <a16:creationId xmlns:a16="http://schemas.microsoft.com/office/drawing/2014/main" id="{ED86E836-DF4A-43A8-AAD4-D58794D8A6D9}"/>
                  </a:ext>
                </a:extLst>
              </p:cNvPr>
              <p:cNvSpPr/>
              <p:nvPr/>
            </p:nvSpPr>
            <p:spPr bwMode="auto">
              <a:xfrm>
                <a:off x="2159710" y="1674015"/>
                <a:ext cx="548337" cy="159199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97" name="Freeform 96">
                <a:extLst>
                  <a:ext uri="{FF2B5EF4-FFF2-40B4-BE49-F238E27FC236}">
                    <a16:creationId xmlns:a16="http://schemas.microsoft.com/office/drawing/2014/main" id="{217FB78E-BF69-4279-9371-7C6AFFB6C03B}"/>
                  </a:ext>
                </a:extLst>
              </p:cNvPr>
              <p:cNvSpPr/>
              <p:nvPr/>
            </p:nvSpPr>
            <p:spPr bwMode="auto">
              <a:xfrm>
                <a:off x="2102657" y="1633620"/>
                <a:ext cx="662442" cy="111678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0D6D0947-B781-43BE-A5DE-29BF787413B9}"/>
                  </a:ext>
                </a:extLst>
              </p:cNvPr>
              <p:cNvSpPr/>
              <p:nvPr/>
            </p:nvSpPr>
            <p:spPr bwMode="auto">
              <a:xfrm>
                <a:off x="2536889" y="1728664"/>
                <a:ext cx="244059" cy="97421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E4C129D2-7E2E-4D4F-B2D8-8E13EA6D2869}"/>
                  </a:ext>
                </a:extLst>
              </p:cNvPr>
              <p:cNvSpPr/>
              <p:nvPr/>
            </p:nvSpPr>
            <p:spPr bwMode="auto">
              <a:xfrm>
                <a:off x="2089979" y="1731041"/>
                <a:ext cx="240888" cy="95044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34CA4C6-F972-4B44-9701-4ABB4973F6EC}"/>
                  </a:ext>
                </a:extLst>
              </p:cNvPr>
              <p:cNvCxnSpPr>
                <a:endCxn id="95" idx="2"/>
              </p:cNvCxnSpPr>
              <p:nvPr/>
            </p:nvCxnSpPr>
            <p:spPr bwMode="auto">
              <a:xfrm flipH="1" flipV="1">
                <a:off x="1871277" y="1735793"/>
                <a:ext cx="3171" cy="123558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072644D9-98ED-4E6B-A4A3-EA440F1A299C}"/>
                  </a:ext>
                </a:extLst>
              </p:cNvPr>
              <p:cNvCxnSpPr/>
              <p:nvPr/>
            </p:nvCxnSpPr>
            <p:spPr bwMode="auto">
              <a:xfrm flipH="1" flipV="1">
                <a:off x="2996479" y="1733417"/>
                <a:ext cx="3169" cy="123558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1613" name="Group 89">
              <a:extLst>
                <a:ext uri="{FF2B5EF4-FFF2-40B4-BE49-F238E27FC236}">
                  <a16:creationId xmlns:a16="http://schemas.microsoft.com/office/drawing/2014/main" id="{32FB9F59-504E-4608-8B77-ECEBFC1DAF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28460" cy="369332"/>
              <a:chOff x="667045" y="1708643"/>
              <a:chExt cx="428460" cy="369332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99B37D56-87D3-4C83-9ADA-5AE999D167B7}"/>
                  </a:ext>
                </a:extLst>
              </p:cNvPr>
              <p:cNvSpPr/>
              <p:nvPr/>
            </p:nvSpPr>
            <p:spPr bwMode="auto">
              <a:xfrm>
                <a:off x="726436" y="1787899"/>
                <a:ext cx="354012" cy="231427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31615" name="TextBox 91">
                <a:extLst>
                  <a:ext uri="{FF2B5EF4-FFF2-40B4-BE49-F238E27FC236}">
                    <a16:creationId xmlns:a16="http://schemas.microsoft.com/office/drawing/2014/main" id="{C325B4B3-9350-446C-B728-407903425AF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2846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1c</a:t>
                </a:r>
              </a:p>
            </p:txBody>
          </p:sp>
        </p:grpSp>
      </p:grpSp>
      <p:grpSp>
        <p:nvGrpSpPr>
          <p:cNvPr id="231432" name="Group 101">
            <a:extLst>
              <a:ext uri="{FF2B5EF4-FFF2-40B4-BE49-F238E27FC236}">
                <a16:creationId xmlns:a16="http://schemas.microsoft.com/office/drawing/2014/main" id="{8A42D63F-6F50-495E-AD94-AFF78E58F6D6}"/>
              </a:ext>
            </a:extLst>
          </p:cNvPr>
          <p:cNvGrpSpPr>
            <a:grpSpLocks/>
          </p:cNvGrpSpPr>
          <p:nvPr/>
        </p:nvGrpSpPr>
        <p:grpSpPr bwMode="auto">
          <a:xfrm>
            <a:off x="793750" y="3411538"/>
            <a:ext cx="565150" cy="369887"/>
            <a:chOff x="1736090" y="2873352"/>
            <a:chExt cx="565150" cy="369332"/>
          </a:xfrm>
        </p:grpSpPr>
        <p:grpSp>
          <p:nvGrpSpPr>
            <p:cNvPr id="231599" name="Group 327">
              <a:extLst>
                <a:ext uri="{FF2B5EF4-FFF2-40B4-BE49-F238E27FC236}">
                  <a16:creationId xmlns:a16="http://schemas.microsoft.com/office/drawing/2014/main" id="{4A1ACD32-B39C-4685-8A88-4B578CCF5F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A5CA664E-808D-4176-AE35-FB2248A8BAD2}"/>
                  </a:ext>
                </a:extLst>
              </p:cNvPr>
              <p:cNvSpPr/>
              <p:nvPr/>
            </p:nvSpPr>
            <p:spPr bwMode="auto">
              <a:xfrm flipV="1">
                <a:off x="1874448" y="1693023"/>
                <a:ext cx="1125200" cy="32077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A8B56FD-541F-4470-84D0-D672FE88FC90}"/>
                  </a:ext>
                </a:extLst>
              </p:cNvPr>
              <p:cNvSpPr/>
              <p:nvPr/>
            </p:nvSpPr>
            <p:spPr bwMode="auto">
              <a:xfrm>
                <a:off x="1871277" y="1740546"/>
                <a:ext cx="1128371" cy="11405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0D938BB1-CB69-413E-A8EC-BEE46595987E}"/>
                  </a:ext>
                </a:extLst>
              </p:cNvPr>
              <p:cNvSpPr/>
              <p:nvPr/>
            </p:nvSpPr>
            <p:spPr bwMode="auto">
              <a:xfrm flipV="1">
                <a:off x="1871277" y="1576593"/>
                <a:ext cx="1125202" cy="320775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6E2744CF-869D-486C-B6FA-1C8132844E6D}"/>
                  </a:ext>
                </a:extLst>
              </p:cNvPr>
              <p:cNvSpPr/>
              <p:nvPr/>
            </p:nvSpPr>
            <p:spPr bwMode="auto">
              <a:xfrm>
                <a:off x="2159710" y="1674015"/>
                <a:ext cx="548337" cy="159199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455520D7-20D5-460F-9982-AC68C790C269}"/>
                  </a:ext>
                </a:extLst>
              </p:cNvPr>
              <p:cNvSpPr/>
              <p:nvPr/>
            </p:nvSpPr>
            <p:spPr bwMode="auto">
              <a:xfrm>
                <a:off x="2102657" y="1633620"/>
                <a:ext cx="662442" cy="111678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8EFA4470-AB24-4CA0-9FBA-F2AB0DE8AE24}"/>
                  </a:ext>
                </a:extLst>
              </p:cNvPr>
              <p:cNvSpPr/>
              <p:nvPr/>
            </p:nvSpPr>
            <p:spPr bwMode="auto">
              <a:xfrm>
                <a:off x="2536889" y="1728664"/>
                <a:ext cx="244059" cy="97421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4DD6373B-FF70-43F9-A234-3E735FFB2FF5}"/>
                  </a:ext>
                </a:extLst>
              </p:cNvPr>
              <p:cNvSpPr/>
              <p:nvPr/>
            </p:nvSpPr>
            <p:spPr bwMode="auto">
              <a:xfrm>
                <a:off x="2089979" y="1731041"/>
                <a:ext cx="240888" cy="95044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4DB2EA50-BA07-4E8E-8C43-11412CAFA010}"/>
                  </a:ext>
                </a:extLst>
              </p:cNvPr>
              <p:cNvCxnSpPr>
                <a:endCxn id="109" idx="2"/>
              </p:cNvCxnSpPr>
              <p:nvPr/>
            </p:nvCxnSpPr>
            <p:spPr bwMode="auto">
              <a:xfrm flipH="1" flipV="1">
                <a:off x="1871277" y="1735793"/>
                <a:ext cx="3171" cy="123558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17EBEED3-7898-4A62-A8C6-36D34CF15D46}"/>
                  </a:ext>
                </a:extLst>
              </p:cNvPr>
              <p:cNvCxnSpPr/>
              <p:nvPr/>
            </p:nvCxnSpPr>
            <p:spPr bwMode="auto">
              <a:xfrm flipH="1" flipV="1">
                <a:off x="2996479" y="1733417"/>
                <a:ext cx="3169" cy="123558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1600" name="Group 103">
              <a:extLst>
                <a:ext uri="{FF2B5EF4-FFF2-40B4-BE49-F238E27FC236}">
                  <a16:creationId xmlns:a16="http://schemas.microsoft.com/office/drawing/2014/main" id="{53C4AADF-9347-4CC2-87C2-E65F0A7ABB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C941FDF4-41A1-42E7-91BC-8D53C51CC0EE}"/>
                  </a:ext>
                </a:extLst>
              </p:cNvPr>
              <p:cNvSpPr/>
              <p:nvPr/>
            </p:nvSpPr>
            <p:spPr bwMode="auto">
              <a:xfrm>
                <a:off x="726436" y="1787899"/>
                <a:ext cx="355600" cy="231427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31602" name="TextBox 105">
                <a:extLst>
                  <a:ext uri="{FF2B5EF4-FFF2-40B4-BE49-F238E27FC236}">
                    <a16:creationId xmlns:a16="http://schemas.microsoft.com/office/drawing/2014/main" id="{32CEA478-9095-4A90-80C3-C280672750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4142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1a</a:t>
                </a:r>
              </a:p>
            </p:txBody>
          </p:sp>
        </p:grpSp>
      </p:grpSp>
      <p:cxnSp>
        <p:nvCxnSpPr>
          <p:cNvPr id="231433" name="Straight Connector 116">
            <a:extLst>
              <a:ext uri="{FF2B5EF4-FFF2-40B4-BE49-F238E27FC236}">
                <a16:creationId xmlns:a16="http://schemas.microsoft.com/office/drawing/2014/main" id="{2E167EF0-B5AA-4E38-B8E0-3F49DE5DA707}"/>
              </a:ext>
            </a:extLst>
          </p:cNvPr>
          <p:cNvCxnSpPr>
            <a:cxnSpLocks noChangeShapeType="1"/>
            <a:stCxn id="231641" idx="2"/>
            <a:endCxn id="231628" idx="0"/>
          </p:cNvCxnSpPr>
          <p:nvPr/>
        </p:nvCxnSpPr>
        <p:spPr bwMode="auto">
          <a:xfrm>
            <a:off x="1952625" y="3176588"/>
            <a:ext cx="3175" cy="850900"/>
          </a:xfrm>
          <a:prstGeom prst="line">
            <a:avLst/>
          </a:prstGeom>
          <a:noFill/>
          <a:ln w="19050" algn="ctr">
            <a:solidFill>
              <a:srgbClr val="00009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1434" name="Straight Connector 117">
            <a:extLst>
              <a:ext uri="{FF2B5EF4-FFF2-40B4-BE49-F238E27FC236}">
                <a16:creationId xmlns:a16="http://schemas.microsoft.com/office/drawing/2014/main" id="{483D829D-D719-40B9-A5D0-23ADA286D63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368425" y="3581400"/>
            <a:ext cx="1204913" cy="6350"/>
          </a:xfrm>
          <a:prstGeom prst="line">
            <a:avLst/>
          </a:prstGeom>
          <a:noFill/>
          <a:ln w="19050" algn="ctr">
            <a:solidFill>
              <a:srgbClr val="00009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1435" name="Straight Connector 120">
            <a:extLst>
              <a:ext uri="{FF2B5EF4-FFF2-40B4-BE49-F238E27FC236}">
                <a16:creationId xmlns:a16="http://schemas.microsoft.com/office/drawing/2014/main" id="{822EBC77-0A2C-418A-B5B2-E18C882FC86F}"/>
              </a:ext>
            </a:extLst>
          </p:cNvPr>
          <p:cNvCxnSpPr>
            <a:cxnSpLocks noChangeShapeType="1"/>
            <a:stCxn id="27" idx="7"/>
          </p:cNvCxnSpPr>
          <p:nvPr/>
        </p:nvCxnSpPr>
        <p:spPr bwMode="auto">
          <a:xfrm>
            <a:off x="2179638" y="3087688"/>
            <a:ext cx="479425" cy="369887"/>
          </a:xfrm>
          <a:prstGeom prst="line">
            <a:avLst/>
          </a:prstGeom>
          <a:noFill/>
          <a:ln w="19050" algn="ctr">
            <a:solidFill>
              <a:srgbClr val="00009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1436" name="Straight Connector 123">
            <a:extLst>
              <a:ext uri="{FF2B5EF4-FFF2-40B4-BE49-F238E27FC236}">
                <a16:creationId xmlns:a16="http://schemas.microsoft.com/office/drawing/2014/main" id="{B93F1F83-577D-4DF0-8419-6340A19629F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260475" y="3719513"/>
            <a:ext cx="477838" cy="357187"/>
          </a:xfrm>
          <a:prstGeom prst="line">
            <a:avLst/>
          </a:prstGeom>
          <a:noFill/>
          <a:ln w="19050" algn="ctr">
            <a:solidFill>
              <a:srgbClr val="00009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1437" name="Straight Connector 128">
            <a:extLst>
              <a:ext uri="{FF2B5EF4-FFF2-40B4-BE49-F238E27FC236}">
                <a16:creationId xmlns:a16="http://schemas.microsoft.com/office/drawing/2014/main" id="{1456E192-39FD-4321-A9A0-D30DB10AEEB9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157413" y="3716338"/>
            <a:ext cx="508000" cy="349250"/>
          </a:xfrm>
          <a:prstGeom prst="line">
            <a:avLst/>
          </a:prstGeom>
          <a:noFill/>
          <a:ln w="19050" algn="ctr">
            <a:solidFill>
              <a:srgbClr val="00009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1438" name="Straight Connector 132">
            <a:extLst>
              <a:ext uri="{FF2B5EF4-FFF2-40B4-BE49-F238E27FC236}">
                <a16:creationId xmlns:a16="http://schemas.microsoft.com/office/drawing/2014/main" id="{44528EB7-1E87-4068-844A-AF54931E96F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247775" y="3100388"/>
            <a:ext cx="508000" cy="349250"/>
          </a:xfrm>
          <a:prstGeom prst="line">
            <a:avLst/>
          </a:prstGeom>
          <a:noFill/>
          <a:ln w="19050" algn="ctr">
            <a:solidFill>
              <a:srgbClr val="00009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31439" name="Group 136">
            <a:extLst>
              <a:ext uri="{FF2B5EF4-FFF2-40B4-BE49-F238E27FC236}">
                <a16:creationId xmlns:a16="http://schemas.microsoft.com/office/drawing/2014/main" id="{86935E49-CD76-4EB6-8FED-E53B6CD0D22F}"/>
              </a:ext>
            </a:extLst>
          </p:cNvPr>
          <p:cNvGrpSpPr>
            <a:grpSpLocks/>
          </p:cNvGrpSpPr>
          <p:nvPr/>
        </p:nvGrpSpPr>
        <p:grpSpPr bwMode="auto">
          <a:xfrm>
            <a:off x="3167063" y="1871663"/>
            <a:ext cx="2713037" cy="1852612"/>
            <a:chOff x="-2170772" y="2784954"/>
            <a:chExt cx="2712783" cy="1853712"/>
          </a:xfrm>
        </p:grpSpPr>
        <p:sp>
          <p:nvSpPr>
            <p:cNvPr id="231535" name="Freeform 2">
              <a:extLst>
                <a:ext uri="{FF2B5EF4-FFF2-40B4-BE49-F238E27FC236}">
                  <a16:creationId xmlns:a16="http://schemas.microsoft.com/office/drawing/2014/main" id="{A14DCD00-82C6-4930-8016-5895FCC00015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1536" name="Group 138">
              <a:extLst>
                <a:ext uri="{FF2B5EF4-FFF2-40B4-BE49-F238E27FC236}">
                  <a16:creationId xmlns:a16="http://schemas.microsoft.com/office/drawing/2014/main" id="{0180B5E8-3EB2-47DC-AFF6-16B5697F33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1537" name="Group 139">
                <a:extLst>
                  <a:ext uri="{FF2B5EF4-FFF2-40B4-BE49-F238E27FC236}">
                    <a16:creationId xmlns:a16="http://schemas.microsoft.com/office/drawing/2014/main" id="{1D023BE7-2BE3-41E5-8AE9-2B2177F3FA9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586" name="Group 327">
                  <a:extLst>
                    <a:ext uri="{FF2B5EF4-FFF2-40B4-BE49-F238E27FC236}">
                      <a16:creationId xmlns:a16="http://schemas.microsoft.com/office/drawing/2014/main" id="{2ACE1DE2-5522-44D3-A231-6CB2DE5C41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93" name="Oval 192">
                    <a:extLst>
                      <a:ext uri="{FF2B5EF4-FFF2-40B4-BE49-F238E27FC236}">
                        <a16:creationId xmlns:a16="http://schemas.microsoft.com/office/drawing/2014/main" id="{4436180D-45D1-4BF2-A339-FB77B9C083D3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87" y="1693393"/>
                    <a:ext cx="1125095" cy="29049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4" name="Rectangle 193">
                    <a:extLst>
                      <a:ext uri="{FF2B5EF4-FFF2-40B4-BE49-F238E27FC236}">
                        <a16:creationId xmlns:a16="http://schemas.microsoft.com/office/drawing/2014/main" id="{54751F47-E32C-44BC-8E10-7ACE16DB8E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17" y="1741014"/>
                    <a:ext cx="1128265" cy="111912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5" name="Oval 194">
                    <a:extLst>
                      <a:ext uri="{FF2B5EF4-FFF2-40B4-BE49-F238E27FC236}">
                        <a16:creationId xmlns:a16="http://schemas.microsoft.com/office/drawing/2014/main" id="{BD9BD7A9-0F74-42F4-BBC5-A5D9CE27350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17" y="1576720"/>
                    <a:ext cx="1125097" cy="319066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6" name="Freeform 195">
                    <a:extLst>
                      <a:ext uri="{FF2B5EF4-FFF2-40B4-BE49-F238E27FC236}">
                        <a16:creationId xmlns:a16="http://schemas.microsoft.com/office/drawing/2014/main" id="{C732EA97-8CDD-48F5-A11A-2ED7DF37B3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623" y="1674344"/>
                    <a:ext cx="548285" cy="157152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7" name="Freeform 196">
                    <a:extLst>
                      <a:ext uri="{FF2B5EF4-FFF2-40B4-BE49-F238E27FC236}">
                        <a16:creationId xmlns:a16="http://schemas.microsoft.com/office/drawing/2014/main" id="{3F55DCC8-7B2E-44F5-A20E-CB72328B824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576" y="1633866"/>
                    <a:ext cx="662379" cy="11191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8" name="Freeform 197">
                    <a:extLst>
                      <a:ext uri="{FF2B5EF4-FFF2-40B4-BE49-F238E27FC236}">
                        <a16:creationId xmlns:a16="http://schemas.microsoft.com/office/drawing/2014/main" id="{E5F9C636-1E55-42B6-B447-AD8FA970881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767" y="1729110"/>
                    <a:ext cx="244036" cy="9524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9" name="Freeform 198">
                    <a:extLst>
                      <a:ext uri="{FF2B5EF4-FFF2-40B4-BE49-F238E27FC236}">
                        <a16:creationId xmlns:a16="http://schemas.microsoft.com/office/drawing/2014/main" id="{B8EFFF80-6CA1-46AF-AC39-DAAC1EC487C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899" y="1731490"/>
                    <a:ext cx="240866" cy="92863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00" name="Straight Connector 199">
                    <a:extLst>
                      <a:ext uri="{FF2B5EF4-FFF2-40B4-BE49-F238E27FC236}">
                        <a16:creationId xmlns:a16="http://schemas.microsoft.com/office/drawing/2014/main" id="{EAC0C356-362D-45B5-B5C8-4737333B75C6}"/>
                      </a:ext>
                    </a:extLst>
                  </p:cNvPr>
                  <p:cNvCxnSpPr>
                    <a:endCxn id="195" idx="2"/>
                  </p:cNvCxnSpPr>
                  <p:nvPr/>
                </p:nvCxnSpPr>
                <p:spPr bwMode="auto">
                  <a:xfrm flipH="1" flipV="1">
                    <a:off x="1871217" y="1736252"/>
                    <a:ext cx="3170" cy="12143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1" name="Straight Connector 200">
                    <a:extLst>
                      <a:ext uri="{FF2B5EF4-FFF2-40B4-BE49-F238E27FC236}">
                        <a16:creationId xmlns:a16="http://schemas.microsoft.com/office/drawing/2014/main" id="{3C3FAB32-E0BF-4318-8857-249F66709F4B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314" y="1733872"/>
                    <a:ext cx="3168" cy="121435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587" name="Group 189">
                  <a:extLst>
                    <a:ext uri="{FF2B5EF4-FFF2-40B4-BE49-F238E27FC236}">
                      <a16:creationId xmlns:a16="http://schemas.microsoft.com/office/drawing/2014/main" id="{DAC09EAC-61B9-4583-991E-48821911A1F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65A2BDBA-25A8-40AA-8E1C-E0B5F99F644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6397" y="1786517"/>
                    <a:ext cx="355567" cy="23191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589" name="TextBox 191">
                    <a:extLst>
                      <a:ext uri="{FF2B5EF4-FFF2-40B4-BE49-F238E27FC236}">
                        <a16:creationId xmlns:a16="http://schemas.microsoft.com/office/drawing/2014/main" id="{D999F975-3738-47C3-A737-7E483E43793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2b</a:t>
                    </a:r>
                  </a:p>
                </p:txBody>
              </p:sp>
            </p:grpSp>
          </p:grpSp>
          <p:grpSp>
            <p:nvGrpSpPr>
              <p:cNvPr id="231538" name="Group 140">
                <a:extLst>
                  <a:ext uri="{FF2B5EF4-FFF2-40B4-BE49-F238E27FC236}">
                    <a16:creationId xmlns:a16="http://schemas.microsoft.com/office/drawing/2014/main" id="{B786C64B-B40C-4CC1-8392-13C42E009A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573" name="Group 327">
                  <a:extLst>
                    <a:ext uri="{FF2B5EF4-FFF2-40B4-BE49-F238E27FC236}">
                      <a16:creationId xmlns:a16="http://schemas.microsoft.com/office/drawing/2014/main" id="{FC7229B0-2B28-49F4-AAC3-93254B460CB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80" name="Oval 179">
                    <a:extLst>
                      <a:ext uri="{FF2B5EF4-FFF2-40B4-BE49-F238E27FC236}">
                        <a16:creationId xmlns:a16="http://schemas.microsoft.com/office/drawing/2014/main" id="{C5527961-4C59-47D6-B8FA-6744FCF563B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4248" y="1693687"/>
                    <a:ext cx="1125095" cy="29049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1" name="Rectangle 180">
                    <a:extLst>
                      <a:ext uri="{FF2B5EF4-FFF2-40B4-BE49-F238E27FC236}">
                        <a16:creationId xmlns:a16="http://schemas.microsoft.com/office/drawing/2014/main" id="{965ED294-96CA-47E0-A9D8-4F94FE6135C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31077" y="1741308"/>
                    <a:ext cx="1128265" cy="111910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2" name="Oval 181">
                    <a:extLst>
                      <a:ext uri="{FF2B5EF4-FFF2-40B4-BE49-F238E27FC236}">
                        <a16:creationId xmlns:a16="http://schemas.microsoft.com/office/drawing/2014/main" id="{50519CE3-8C88-4F88-9FC5-1020FB472E3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1077" y="1577012"/>
                    <a:ext cx="1125097" cy="319066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3" name="Freeform 182">
                    <a:extLst>
                      <a:ext uri="{FF2B5EF4-FFF2-40B4-BE49-F238E27FC236}">
                        <a16:creationId xmlns:a16="http://schemas.microsoft.com/office/drawing/2014/main" id="{556D06B8-6DCF-43B9-8E39-D53D570CFE4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19483" y="1674638"/>
                    <a:ext cx="548285" cy="157152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4" name="Freeform 183">
                    <a:extLst>
                      <a:ext uri="{FF2B5EF4-FFF2-40B4-BE49-F238E27FC236}">
                        <a16:creationId xmlns:a16="http://schemas.microsoft.com/office/drawing/2014/main" id="{75231B5C-3EBC-451E-ADC3-2EF5A94D1C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62436" y="1634159"/>
                    <a:ext cx="662379" cy="111912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5" name="Freeform 184">
                    <a:extLst>
                      <a:ext uri="{FF2B5EF4-FFF2-40B4-BE49-F238E27FC236}">
                        <a16:creationId xmlns:a16="http://schemas.microsoft.com/office/drawing/2014/main" id="{F5D146F9-8C6B-4BD4-96B6-890ABF44EEF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6627" y="1729402"/>
                    <a:ext cx="244036" cy="9524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6" name="Freeform 185">
                    <a:extLst>
                      <a:ext uri="{FF2B5EF4-FFF2-40B4-BE49-F238E27FC236}">
                        <a16:creationId xmlns:a16="http://schemas.microsoft.com/office/drawing/2014/main" id="{1E5731F0-442D-4B94-A480-2205837122B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49759" y="1731784"/>
                    <a:ext cx="240866" cy="928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87" name="Straight Connector 186">
                    <a:extLst>
                      <a:ext uri="{FF2B5EF4-FFF2-40B4-BE49-F238E27FC236}">
                        <a16:creationId xmlns:a16="http://schemas.microsoft.com/office/drawing/2014/main" id="{E717F3A5-BDBF-4410-A60F-9CE09F9F50C5}"/>
                      </a:ext>
                    </a:extLst>
                  </p:cNvPr>
                  <p:cNvCxnSpPr>
                    <a:endCxn id="182" idx="2"/>
                  </p:cNvCxnSpPr>
                  <p:nvPr/>
                </p:nvCxnSpPr>
                <p:spPr bwMode="auto">
                  <a:xfrm flipH="1" flipV="1">
                    <a:off x="1831077" y="1736546"/>
                    <a:ext cx="3170" cy="121435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8" name="Straight Connector 187">
                    <a:extLst>
                      <a:ext uri="{FF2B5EF4-FFF2-40B4-BE49-F238E27FC236}">
                        <a16:creationId xmlns:a16="http://schemas.microsoft.com/office/drawing/2014/main" id="{137130D2-C2B7-4555-9BE0-5E8313F394F6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56174" y="1734164"/>
                    <a:ext cx="3168" cy="12143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574" name="Group 176">
                  <a:extLst>
                    <a:ext uri="{FF2B5EF4-FFF2-40B4-BE49-F238E27FC236}">
                      <a16:creationId xmlns:a16="http://schemas.microsoft.com/office/drawing/2014/main" id="{AAA679CF-A740-409A-BB21-E66F4244376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178" name="Oval 177">
                    <a:extLst>
                      <a:ext uri="{FF2B5EF4-FFF2-40B4-BE49-F238E27FC236}">
                        <a16:creationId xmlns:a16="http://schemas.microsoft.com/office/drawing/2014/main" id="{85B3A7B8-C16D-4753-B5B0-BBC2F74DCD7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342" y="1786712"/>
                    <a:ext cx="355567" cy="23191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576" name="TextBox 178">
                    <a:extLst>
                      <a:ext uri="{FF2B5EF4-FFF2-40B4-BE49-F238E27FC236}">
                        <a16:creationId xmlns:a16="http://schemas.microsoft.com/office/drawing/2014/main" id="{7FB8ED8A-AF86-43BB-ADD5-1293973D4CD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2d</a:t>
                    </a:r>
                  </a:p>
                </p:txBody>
              </p:sp>
            </p:grpSp>
          </p:grpSp>
          <p:grpSp>
            <p:nvGrpSpPr>
              <p:cNvPr id="231539" name="Group 141">
                <a:extLst>
                  <a:ext uri="{FF2B5EF4-FFF2-40B4-BE49-F238E27FC236}">
                    <a16:creationId xmlns:a16="http://schemas.microsoft.com/office/drawing/2014/main" id="{4CBFD3B4-3B5F-4669-8605-15060BCE02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560" name="Group 327">
                  <a:extLst>
                    <a:ext uri="{FF2B5EF4-FFF2-40B4-BE49-F238E27FC236}">
                      <a16:creationId xmlns:a16="http://schemas.microsoft.com/office/drawing/2014/main" id="{C6962639-9CA7-4CE0-97BC-0006BFBAE59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67" name="Oval 166">
                    <a:extLst>
                      <a:ext uri="{FF2B5EF4-FFF2-40B4-BE49-F238E27FC236}">
                        <a16:creationId xmlns:a16="http://schemas.microsoft.com/office/drawing/2014/main" id="{1AD4EEA1-FBF3-4D1C-BBEF-14BB2644386B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3170" y="1693139"/>
                    <a:ext cx="1125097" cy="29049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8" name="Rectangle 167">
                    <a:extLst>
                      <a:ext uri="{FF2B5EF4-FFF2-40B4-BE49-F238E27FC236}">
                        <a16:creationId xmlns:a16="http://schemas.microsoft.com/office/drawing/2014/main" id="{72909A79-3428-4972-9FCA-23FFBBE00D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001" y="1740761"/>
                    <a:ext cx="1128265" cy="111910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9" name="Oval 168">
                    <a:extLst>
                      <a:ext uri="{FF2B5EF4-FFF2-40B4-BE49-F238E27FC236}">
                        <a16:creationId xmlns:a16="http://schemas.microsoft.com/office/drawing/2014/main" id="{C1F32E1E-66CA-471A-8D0F-21B1B84817C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001" y="1576465"/>
                    <a:ext cx="1125095" cy="290493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169">
                    <a:extLst>
                      <a:ext uri="{FF2B5EF4-FFF2-40B4-BE49-F238E27FC236}">
                        <a16:creationId xmlns:a16="http://schemas.microsoft.com/office/drawing/2014/main" id="{7833446B-4E2E-4625-B582-9A5519767B1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405" y="1674090"/>
                    <a:ext cx="548287" cy="157152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Freeform 170">
                    <a:extLst>
                      <a:ext uri="{FF2B5EF4-FFF2-40B4-BE49-F238E27FC236}">
                        <a16:creationId xmlns:a16="http://schemas.microsoft.com/office/drawing/2014/main" id="{B8E6DE6A-2778-4726-9DEC-99C0DC2734E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1358" y="1633611"/>
                    <a:ext cx="662381" cy="111912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2" name="Freeform 171">
                    <a:extLst>
                      <a:ext uri="{FF2B5EF4-FFF2-40B4-BE49-F238E27FC236}">
                        <a16:creationId xmlns:a16="http://schemas.microsoft.com/office/drawing/2014/main" id="{FE44E21D-EBA3-42B1-B2F5-8C9DE79F978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5551" y="1728855"/>
                    <a:ext cx="244034" cy="9524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3" name="Freeform 172">
                    <a:extLst>
                      <a:ext uri="{FF2B5EF4-FFF2-40B4-BE49-F238E27FC236}">
                        <a16:creationId xmlns:a16="http://schemas.microsoft.com/office/drawing/2014/main" id="{FC5150E6-956D-4DBB-A56D-06C12C2F86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8681" y="1731237"/>
                    <a:ext cx="240866" cy="928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228A2B9A-899F-480D-88BA-1F43251F7E5B}"/>
                      </a:ext>
                    </a:extLst>
                  </p:cNvPr>
                  <p:cNvCxnSpPr>
                    <a:endCxn id="169" idx="2"/>
                  </p:cNvCxnSpPr>
                  <p:nvPr/>
                </p:nvCxnSpPr>
                <p:spPr bwMode="auto">
                  <a:xfrm flipH="1" flipV="1">
                    <a:off x="1870001" y="1735999"/>
                    <a:ext cx="3168" cy="119054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Straight Connector 174">
                    <a:extLst>
                      <a:ext uri="{FF2B5EF4-FFF2-40B4-BE49-F238E27FC236}">
                        <a16:creationId xmlns:a16="http://schemas.microsoft.com/office/drawing/2014/main" id="{0324A9C9-A7A6-45C6-BD98-54FD1F8BC88A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5096" y="1733617"/>
                    <a:ext cx="3170" cy="12143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561" name="Group 163">
                  <a:extLst>
                    <a:ext uri="{FF2B5EF4-FFF2-40B4-BE49-F238E27FC236}">
                      <a16:creationId xmlns:a16="http://schemas.microsoft.com/office/drawing/2014/main" id="{4F948411-601A-40C2-B470-9E6F9757020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165" name="Oval 164">
                    <a:extLst>
                      <a:ext uri="{FF2B5EF4-FFF2-40B4-BE49-F238E27FC236}">
                        <a16:creationId xmlns:a16="http://schemas.microsoft.com/office/drawing/2014/main" id="{94CFA710-226B-459C-9D96-A672DE6FC8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88" y="1786347"/>
                    <a:ext cx="334932" cy="223971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563" name="TextBox 165">
                    <a:extLst>
                      <a:ext uri="{FF2B5EF4-FFF2-40B4-BE49-F238E27FC236}">
                        <a16:creationId xmlns:a16="http://schemas.microsoft.com/office/drawing/2014/main" id="{F4544ED6-80D4-41A4-A141-36700DED365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2c</a:t>
                    </a:r>
                  </a:p>
                </p:txBody>
              </p:sp>
            </p:grpSp>
          </p:grpSp>
          <p:grpSp>
            <p:nvGrpSpPr>
              <p:cNvPr id="231540" name="Group 142">
                <a:extLst>
                  <a:ext uri="{FF2B5EF4-FFF2-40B4-BE49-F238E27FC236}">
                    <a16:creationId xmlns:a16="http://schemas.microsoft.com/office/drawing/2014/main" id="{B85DD60C-F595-4C8D-90F7-27A5C450AC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547" name="Group 327">
                  <a:extLst>
                    <a:ext uri="{FF2B5EF4-FFF2-40B4-BE49-F238E27FC236}">
                      <a16:creationId xmlns:a16="http://schemas.microsoft.com/office/drawing/2014/main" id="{EF050867-3D95-47E4-8CA2-7FC55EC990D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54" name="Oval 153">
                    <a:extLst>
                      <a:ext uri="{FF2B5EF4-FFF2-40B4-BE49-F238E27FC236}">
                        <a16:creationId xmlns:a16="http://schemas.microsoft.com/office/drawing/2014/main" id="{D31458FC-DEDA-4C6A-9ECD-942F1A45D0D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3499" y="1693138"/>
                    <a:ext cx="1125097" cy="29049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5" name="Rectangle 154">
                    <a:extLst>
                      <a:ext uri="{FF2B5EF4-FFF2-40B4-BE49-F238E27FC236}">
                        <a16:creationId xmlns:a16="http://schemas.microsoft.com/office/drawing/2014/main" id="{B8F4F655-7717-42D2-83D7-E68C9DC3766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331" y="1740759"/>
                    <a:ext cx="1128265" cy="111910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6" name="Oval 155">
                    <a:extLst>
                      <a:ext uri="{FF2B5EF4-FFF2-40B4-BE49-F238E27FC236}">
                        <a16:creationId xmlns:a16="http://schemas.microsoft.com/office/drawing/2014/main" id="{BA298DFD-4610-42B2-8E73-1C62E594A165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331" y="1576463"/>
                    <a:ext cx="1125095" cy="290493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7" name="Freeform 156">
                    <a:extLst>
                      <a:ext uri="{FF2B5EF4-FFF2-40B4-BE49-F238E27FC236}">
                        <a16:creationId xmlns:a16="http://schemas.microsoft.com/office/drawing/2014/main" id="{DDBAA9C1-D214-4F49-A310-759CE689632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735" y="1674089"/>
                    <a:ext cx="548287" cy="157152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8" name="Freeform 157">
                    <a:extLst>
                      <a:ext uri="{FF2B5EF4-FFF2-40B4-BE49-F238E27FC236}">
                        <a16:creationId xmlns:a16="http://schemas.microsoft.com/office/drawing/2014/main" id="{9F29397E-DD02-426D-899B-A9FF9CD2CB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1687" y="1633610"/>
                    <a:ext cx="662381" cy="111912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9" name="Freeform 158">
                    <a:extLst>
                      <a:ext uri="{FF2B5EF4-FFF2-40B4-BE49-F238E27FC236}">
                        <a16:creationId xmlns:a16="http://schemas.microsoft.com/office/drawing/2014/main" id="{6A04E569-6DB5-4644-9D36-A9D69B7E0AB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5880" y="1728853"/>
                    <a:ext cx="244034" cy="9524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0" name="Freeform 159">
                    <a:extLst>
                      <a:ext uri="{FF2B5EF4-FFF2-40B4-BE49-F238E27FC236}">
                        <a16:creationId xmlns:a16="http://schemas.microsoft.com/office/drawing/2014/main" id="{AFAECD04-3062-4C28-86DD-49E28353CDD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010" y="1731235"/>
                    <a:ext cx="240866" cy="928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C57E03EC-4163-4190-9FBE-0A834FDB353A}"/>
                      </a:ext>
                    </a:extLst>
                  </p:cNvPr>
                  <p:cNvCxnSpPr>
                    <a:endCxn id="156" idx="2"/>
                  </p:cNvCxnSpPr>
                  <p:nvPr/>
                </p:nvCxnSpPr>
                <p:spPr bwMode="auto">
                  <a:xfrm flipH="1" flipV="1">
                    <a:off x="1870331" y="1735997"/>
                    <a:ext cx="3168" cy="119054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7C5034B3-DB9C-4700-9A3C-92BC1ED024CD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5426" y="1733615"/>
                    <a:ext cx="3170" cy="12143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548" name="Group 150">
                  <a:extLst>
                    <a:ext uri="{FF2B5EF4-FFF2-40B4-BE49-F238E27FC236}">
                      <a16:creationId xmlns:a16="http://schemas.microsoft.com/office/drawing/2014/main" id="{67D101C8-B71B-4811-AD22-7777DB9E2D7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152" name="Oval 151">
                    <a:extLst>
                      <a:ext uri="{FF2B5EF4-FFF2-40B4-BE49-F238E27FC236}">
                        <a16:creationId xmlns:a16="http://schemas.microsoft.com/office/drawing/2014/main" id="{D7D1DF33-C402-47D6-86D9-6CFC322A92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953" y="1786346"/>
                    <a:ext cx="355567" cy="222382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550" name="TextBox 152">
                    <a:extLst>
                      <a:ext uri="{FF2B5EF4-FFF2-40B4-BE49-F238E27FC236}">
                        <a16:creationId xmlns:a16="http://schemas.microsoft.com/office/drawing/2014/main" id="{E7E1DD0C-39F3-4154-B1DD-4393CBD7F10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2a</a:t>
                    </a:r>
                  </a:p>
                </p:txBody>
              </p:sp>
            </p:grpSp>
          </p:grpSp>
          <p:cxnSp>
            <p:nvCxnSpPr>
              <p:cNvPr id="231541" name="Straight Connector 143">
                <a:extLst>
                  <a:ext uri="{FF2B5EF4-FFF2-40B4-BE49-F238E27FC236}">
                    <a16:creationId xmlns:a16="http://schemas.microsoft.com/office/drawing/2014/main" id="{BF9803C8-E4AB-47D1-9F6F-694603BF35BA}"/>
                  </a:ext>
                </a:extLst>
              </p:cNvPr>
              <p:cNvCxnSpPr>
                <a:cxnSpLocks noChangeShapeType="1"/>
                <a:stCxn id="231589" idx="2"/>
                <a:endCxn id="231576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542" name="Straight Connector 144">
                <a:extLst>
                  <a:ext uri="{FF2B5EF4-FFF2-40B4-BE49-F238E27FC236}">
                    <a16:creationId xmlns:a16="http://schemas.microsoft.com/office/drawing/2014/main" id="{3663D3C3-7DD3-4D2D-83B7-79EA3C53124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543" name="Straight Connector 145">
                <a:extLst>
                  <a:ext uri="{FF2B5EF4-FFF2-40B4-BE49-F238E27FC236}">
                    <a16:creationId xmlns:a16="http://schemas.microsoft.com/office/drawing/2014/main" id="{AF188D01-81F3-4361-83E4-1495A3806E5F}"/>
                  </a:ext>
                </a:extLst>
              </p:cNvPr>
              <p:cNvCxnSpPr>
                <a:cxnSpLocks noChangeShapeType="1"/>
                <a:stCxn id="193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544" name="Straight Connector 146">
                <a:extLst>
                  <a:ext uri="{FF2B5EF4-FFF2-40B4-BE49-F238E27FC236}">
                    <a16:creationId xmlns:a16="http://schemas.microsoft.com/office/drawing/2014/main" id="{27877E5D-AF40-4FC3-BC0A-A2E172DF6C8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545" name="Straight Connector 147">
                <a:extLst>
                  <a:ext uri="{FF2B5EF4-FFF2-40B4-BE49-F238E27FC236}">
                    <a16:creationId xmlns:a16="http://schemas.microsoft.com/office/drawing/2014/main" id="{32AB6EDD-87E0-4A89-BCFF-190DDAF3178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546" name="Straight Connector 148">
                <a:extLst>
                  <a:ext uri="{FF2B5EF4-FFF2-40B4-BE49-F238E27FC236}">
                    <a16:creationId xmlns:a16="http://schemas.microsoft.com/office/drawing/2014/main" id="{329C3C39-626F-4CD2-8301-F182432642E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31440" name="Group 201">
            <a:extLst>
              <a:ext uri="{FF2B5EF4-FFF2-40B4-BE49-F238E27FC236}">
                <a16:creationId xmlns:a16="http://schemas.microsoft.com/office/drawing/2014/main" id="{AFCB81BB-5913-46BA-AEE9-1993A71ACC95}"/>
              </a:ext>
            </a:extLst>
          </p:cNvPr>
          <p:cNvGrpSpPr>
            <a:grpSpLocks/>
          </p:cNvGrpSpPr>
          <p:nvPr/>
        </p:nvGrpSpPr>
        <p:grpSpPr bwMode="auto">
          <a:xfrm>
            <a:off x="5838825" y="2689225"/>
            <a:ext cx="2713038" cy="1854200"/>
            <a:chOff x="-2170772" y="2784954"/>
            <a:chExt cx="2712783" cy="1853712"/>
          </a:xfrm>
        </p:grpSpPr>
        <p:sp>
          <p:nvSpPr>
            <p:cNvPr id="231471" name="Freeform 2">
              <a:extLst>
                <a:ext uri="{FF2B5EF4-FFF2-40B4-BE49-F238E27FC236}">
                  <a16:creationId xmlns:a16="http://schemas.microsoft.com/office/drawing/2014/main" id="{9463EE00-C4A7-4C48-8C41-5ED1CF896287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1472" name="Group 203">
              <a:extLst>
                <a:ext uri="{FF2B5EF4-FFF2-40B4-BE49-F238E27FC236}">
                  <a16:creationId xmlns:a16="http://schemas.microsoft.com/office/drawing/2014/main" id="{EA00A922-F047-44E8-8D13-F4D216343F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1473" name="Group 204">
                <a:extLst>
                  <a:ext uri="{FF2B5EF4-FFF2-40B4-BE49-F238E27FC236}">
                    <a16:creationId xmlns:a16="http://schemas.microsoft.com/office/drawing/2014/main" id="{69583A4E-8E5E-4A6C-BA95-4107B194218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522" name="Group 327">
                  <a:extLst>
                    <a:ext uri="{FF2B5EF4-FFF2-40B4-BE49-F238E27FC236}">
                      <a16:creationId xmlns:a16="http://schemas.microsoft.com/office/drawing/2014/main" id="{591DC6B7-4364-4A99-A1C6-773BFAB852F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58" name="Oval 257">
                    <a:extLst>
                      <a:ext uri="{FF2B5EF4-FFF2-40B4-BE49-F238E27FC236}">
                        <a16:creationId xmlns:a16="http://schemas.microsoft.com/office/drawing/2014/main" id="{C9297FA2-9B57-4B21-8652-E9ECA04203C3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85" y="1693074"/>
                    <a:ext cx="1125097" cy="32117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9" name="Rectangle 258">
                    <a:extLst>
                      <a:ext uri="{FF2B5EF4-FFF2-40B4-BE49-F238E27FC236}">
                        <a16:creationId xmlns:a16="http://schemas.microsoft.com/office/drawing/2014/main" id="{34CC6DA5-29D2-48F9-A73C-78665503EA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17" y="1740655"/>
                    <a:ext cx="1128265" cy="114195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0" name="Oval 259">
                    <a:extLst>
                      <a:ext uri="{FF2B5EF4-FFF2-40B4-BE49-F238E27FC236}">
                        <a16:creationId xmlns:a16="http://schemas.microsoft.com/office/drawing/2014/main" id="{037A51E5-28A3-481F-B4E7-B2316989AF52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17" y="1576499"/>
                    <a:ext cx="1125095" cy="321173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1" name="Freeform 260">
                    <a:extLst>
                      <a:ext uri="{FF2B5EF4-FFF2-40B4-BE49-F238E27FC236}">
                        <a16:creationId xmlns:a16="http://schemas.microsoft.com/office/drawing/2014/main" id="{6AA7E15F-EC32-4529-A35F-FECCB58EAB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9621" y="1674041"/>
                    <a:ext cx="548287" cy="159396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2" name="Freeform 261">
                    <a:extLst>
                      <a:ext uri="{FF2B5EF4-FFF2-40B4-BE49-F238E27FC236}">
                        <a16:creationId xmlns:a16="http://schemas.microsoft.com/office/drawing/2014/main" id="{D0068C2F-DB12-4226-BA5E-F8E3B4B1C6E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2574" y="1633597"/>
                    <a:ext cx="662381" cy="111816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3" name="Freeform 262">
                    <a:extLst>
                      <a:ext uri="{FF2B5EF4-FFF2-40B4-BE49-F238E27FC236}">
                        <a16:creationId xmlns:a16="http://schemas.microsoft.com/office/drawing/2014/main" id="{B8BB3C9D-2D34-4637-8CC4-672ACA4D11C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767" y="1728759"/>
                    <a:ext cx="244034" cy="9754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4" name="Freeform 263">
                    <a:extLst>
                      <a:ext uri="{FF2B5EF4-FFF2-40B4-BE49-F238E27FC236}">
                        <a16:creationId xmlns:a16="http://schemas.microsoft.com/office/drawing/2014/main" id="{8C8CC12F-CDD7-4A47-94DB-D26EAE63576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897" y="1731138"/>
                    <a:ext cx="240866" cy="951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65" name="Straight Connector 264">
                    <a:extLst>
                      <a:ext uri="{FF2B5EF4-FFF2-40B4-BE49-F238E27FC236}">
                        <a16:creationId xmlns:a16="http://schemas.microsoft.com/office/drawing/2014/main" id="{EEFD8CE4-F3BE-419A-A4D6-C6A8C421EE27}"/>
                      </a:ext>
                    </a:extLst>
                  </p:cNvPr>
                  <p:cNvCxnSpPr>
                    <a:endCxn id="260" idx="2"/>
                  </p:cNvCxnSpPr>
                  <p:nvPr/>
                </p:nvCxnSpPr>
                <p:spPr bwMode="auto">
                  <a:xfrm flipH="1" flipV="1">
                    <a:off x="1871217" y="1735897"/>
                    <a:ext cx="3168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6" name="Straight Connector 265">
                    <a:extLst>
                      <a:ext uri="{FF2B5EF4-FFF2-40B4-BE49-F238E27FC236}">
                        <a16:creationId xmlns:a16="http://schemas.microsoft.com/office/drawing/2014/main" id="{54582BC0-FDE7-4CF9-B116-AF94D5C2E013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312" y="1733517"/>
                    <a:ext cx="3170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523" name="Group 254">
                  <a:extLst>
                    <a:ext uri="{FF2B5EF4-FFF2-40B4-BE49-F238E27FC236}">
                      <a16:creationId xmlns:a16="http://schemas.microsoft.com/office/drawing/2014/main" id="{8B329A9B-42B2-4C03-A040-D5083C58715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56" name="Oval 255">
                    <a:extLst>
                      <a:ext uri="{FF2B5EF4-FFF2-40B4-BE49-F238E27FC236}">
                        <a16:creationId xmlns:a16="http://schemas.microsoft.com/office/drawing/2014/main" id="{AA957994-4E5F-4F93-9B0F-3EB44AA1F4F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6396" y="1787908"/>
                    <a:ext cx="355567" cy="231714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525" name="TextBox 256">
                    <a:extLst>
                      <a:ext uri="{FF2B5EF4-FFF2-40B4-BE49-F238E27FC236}">
                        <a16:creationId xmlns:a16="http://schemas.microsoft.com/office/drawing/2014/main" id="{30112AC1-4BB6-4A97-9C88-1FDBE9DE611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3b</a:t>
                    </a:r>
                  </a:p>
                </p:txBody>
              </p:sp>
            </p:grpSp>
          </p:grpSp>
          <p:grpSp>
            <p:nvGrpSpPr>
              <p:cNvPr id="231474" name="Group 205">
                <a:extLst>
                  <a:ext uri="{FF2B5EF4-FFF2-40B4-BE49-F238E27FC236}">
                    <a16:creationId xmlns:a16="http://schemas.microsoft.com/office/drawing/2014/main" id="{6BFF6454-0BD2-4611-BCE0-B3150746346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509" name="Group 327">
                  <a:extLst>
                    <a:ext uri="{FF2B5EF4-FFF2-40B4-BE49-F238E27FC236}">
                      <a16:creationId xmlns:a16="http://schemas.microsoft.com/office/drawing/2014/main" id="{4F2A1875-2891-4CD6-A32B-B280B180FD0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45" name="Oval 244">
                    <a:extLst>
                      <a:ext uri="{FF2B5EF4-FFF2-40B4-BE49-F238E27FC236}">
                        <a16:creationId xmlns:a16="http://schemas.microsoft.com/office/drawing/2014/main" id="{4888865B-9DFB-4271-93D6-F39869FD6D0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4248" y="1691797"/>
                    <a:ext cx="1125097" cy="31641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6" name="Rectangle 245">
                    <a:extLst>
                      <a:ext uri="{FF2B5EF4-FFF2-40B4-BE49-F238E27FC236}">
                        <a16:creationId xmlns:a16="http://schemas.microsoft.com/office/drawing/2014/main" id="{85E94D5D-34F9-4C7E-9018-04F8DAB5953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31079" y="1739378"/>
                    <a:ext cx="1128265" cy="114195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7" name="Oval 246">
                    <a:extLst>
                      <a:ext uri="{FF2B5EF4-FFF2-40B4-BE49-F238E27FC236}">
                        <a16:creationId xmlns:a16="http://schemas.microsoft.com/office/drawing/2014/main" id="{B77D500A-5646-46E6-BE6E-AEC5D0F2621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1079" y="1575224"/>
                    <a:ext cx="1125095" cy="32117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8" name="Freeform 247">
                    <a:extLst>
                      <a:ext uri="{FF2B5EF4-FFF2-40B4-BE49-F238E27FC236}">
                        <a16:creationId xmlns:a16="http://schemas.microsoft.com/office/drawing/2014/main" id="{7801B651-F39C-420C-B308-D1B17A5C4B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19483" y="1672764"/>
                    <a:ext cx="548287" cy="15939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9" name="Freeform 248">
                    <a:extLst>
                      <a:ext uri="{FF2B5EF4-FFF2-40B4-BE49-F238E27FC236}">
                        <a16:creationId xmlns:a16="http://schemas.microsoft.com/office/drawing/2014/main" id="{89CD3254-85F2-4DCD-A4D4-D4FB1295C3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62436" y="1632321"/>
                    <a:ext cx="662381" cy="111815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0" name="Freeform 249">
                    <a:extLst>
                      <a:ext uri="{FF2B5EF4-FFF2-40B4-BE49-F238E27FC236}">
                        <a16:creationId xmlns:a16="http://schemas.microsoft.com/office/drawing/2014/main" id="{6D5534BB-E30E-42EF-BF57-B034BE737BA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6629" y="1727483"/>
                    <a:ext cx="244034" cy="97540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1" name="Freeform 250">
                    <a:extLst>
                      <a:ext uri="{FF2B5EF4-FFF2-40B4-BE49-F238E27FC236}">
                        <a16:creationId xmlns:a16="http://schemas.microsoft.com/office/drawing/2014/main" id="{E4B8EFD2-40AE-483A-988D-77157BA619E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49759" y="1729862"/>
                    <a:ext cx="240866" cy="951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52" name="Straight Connector 251">
                    <a:extLst>
                      <a:ext uri="{FF2B5EF4-FFF2-40B4-BE49-F238E27FC236}">
                        <a16:creationId xmlns:a16="http://schemas.microsoft.com/office/drawing/2014/main" id="{93DC9D91-09B4-4D09-927E-3E6AE7922EAE}"/>
                      </a:ext>
                    </a:extLst>
                  </p:cNvPr>
                  <p:cNvCxnSpPr>
                    <a:endCxn id="247" idx="2"/>
                  </p:cNvCxnSpPr>
                  <p:nvPr/>
                </p:nvCxnSpPr>
                <p:spPr bwMode="auto">
                  <a:xfrm flipH="1" flipV="1">
                    <a:off x="1831079" y="1734620"/>
                    <a:ext cx="3168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3" name="Straight Connector 252">
                    <a:extLst>
                      <a:ext uri="{FF2B5EF4-FFF2-40B4-BE49-F238E27FC236}">
                        <a16:creationId xmlns:a16="http://schemas.microsoft.com/office/drawing/2014/main" id="{FD334697-D577-448B-A9FE-8BEC6AB722C8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56174" y="1732241"/>
                    <a:ext cx="3170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510" name="Group 241">
                  <a:extLst>
                    <a:ext uri="{FF2B5EF4-FFF2-40B4-BE49-F238E27FC236}">
                      <a16:creationId xmlns:a16="http://schemas.microsoft.com/office/drawing/2014/main" id="{6302F419-AC14-4A13-BF7D-27F0EE546C0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43" name="Oval 242">
                    <a:extLst>
                      <a:ext uri="{FF2B5EF4-FFF2-40B4-BE49-F238E27FC236}">
                        <a16:creationId xmlns:a16="http://schemas.microsoft.com/office/drawing/2014/main" id="{6F10BD46-F88F-46BD-BE33-D8C144B1A3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342" y="1768011"/>
                    <a:ext cx="355567" cy="25075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512" name="TextBox 243">
                    <a:extLst>
                      <a:ext uri="{FF2B5EF4-FFF2-40B4-BE49-F238E27FC236}">
                        <a16:creationId xmlns:a16="http://schemas.microsoft.com/office/drawing/2014/main" id="{85C600B1-5420-4277-B305-6CCC8608D8F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3d</a:t>
                    </a:r>
                  </a:p>
                </p:txBody>
              </p:sp>
            </p:grpSp>
          </p:grpSp>
          <p:grpSp>
            <p:nvGrpSpPr>
              <p:cNvPr id="231475" name="Group 206">
                <a:extLst>
                  <a:ext uri="{FF2B5EF4-FFF2-40B4-BE49-F238E27FC236}">
                    <a16:creationId xmlns:a16="http://schemas.microsoft.com/office/drawing/2014/main" id="{3BE4C34E-4273-4274-B019-DF315898C58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496" name="Group 327">
                  <a:extLst>
                    <a:ext uri="{FF2B5EF4-FFF2-40B4-BE49-F238E27FC236}">
                      <a16:creationId xmlns:a16="http://schemas.microsoft.com/office/drawing/2014/main" id="{D0ABF6A3-1B32-4611-8F83-5042110BF70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CAA1BAFC-7EAE-449B-8A8E-9CB4B2D92464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3170" y="1692034"/>
                    <a:ext cx="1125095" cy="32117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3" name="Rectangle 232">
                    <a:extLst>
                      <a:ext uri="{FF2B5EF4-FFF2-40B4-BE49-F238E27FC236}">
                        <a16:creationId xmlns:a16="http://schemas.microsoft.com/office/drawing/2014/main" id="{B8F76256-BF3C-4DEC-B4C7-393B11032C7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69999" y="1739615"/>
                    <a:ext cx="1128265" cy="114195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4" name="Oval 233">
                    <a:extLst>
                      <a:ext uri="{FF2B5EF4-FFF2-40B4-BE49-F238E27FC236}">
                        <a16:creationId xmlns:a16="http://schemas.microsoft.com/office/drawing/2014/main" id="{DC186CA6-151C-434A-9388-B5C45E27E707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69999" y="1575461"/>
                    <a:ext cx="1125097" cy="32117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" name="Freeform 234">
                    <a:extLst>
                      <a:ext uri="{FF2B5EF4-FFF2-40B4-BE49-F238E27FC236}">
                        <a16:creationId xmlns:a16="http://schemas.microsoft.com/office/drawing/2014/main" id="{AA6B79FE-4892-4013-9D46-22657DA768B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405" y="1673001"/>
                    <a:ext cx="548285" cy="15939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" name="Freeform 235">
                    <a:extLst>
                      <a:ext uri="{FF2B5EF4-FFF2-40B4-BE49-F238E27FC236}">
                        <a16:creationId xmlns:a16="http://schemas.microsoft.com/office/drawing/2014/main" id="{AEEB0699-A82F-4D97-9F9A-8199CD0B455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1358" y="1632558"/>
                    <a:ext cx="662379" cy="111815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7" name="Freeform 236">
                    <a:extLst>
                      <a:ext uri="{FF2B5EF4-FFF2-40B4-BE49-F238E27FC236}">
                        <a16:creationId xmlns:a16="http://schemas.microsoft.com/office/drawing/2014/main" id="{1EDEA4EC-32A9-4F1E-A491-5102930E18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5549" y="1727720"/>
                    <a:ext cx="244036" cy="97540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8" name="Freeform 237">
                    <a:extLst>
                      <a:ext uri="{FF2B5EF4-FFF2-40B4-BE49-F238E27FC236}">
                        <a16:creationId xmlns:a16="http://schemas.microsoft.com/office/drawing/2014/main" id="{4271E02B-45E1-44AC-AA3B-F291BF2353C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8681" y="1730098"/>
                    <a:ext cx="240866" cy="951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39" name="Straight Connector 238">
                    <a:extLst>
                      <a:ext uri="{FF2B5EF4-FFF2-40B4-BE49-F238E27FC236}">
                        <a16:creationId xmlns:a16="http://schemas.microsoft.com/office/drawing/2014/main" id="{10D07F41-261D-4F6D-826A-FAE6D751EAC4}"/>
                      </a:ext>
                    </a:extLst>
                  </p:cNvPr>
                  <p:cNvCxnSpPr>
                    <a:endCxn id="234" idx="2"/>
                  </p:cNvCxnSpPr>
                  <p:nvPr/>
                </p:nvCxnSpPr>
                <p:spPr bwMode="auto">
                  <a:xfrm flipH="1" flipV="1">
                    <a:off x="1869999" y="1734857"/>
                    <a:ext cx="3170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0" name="Straight Connector 239">
                    <a:extLst>
                      <a:ext uri="{FF2B5EF4-FFF2-40B4-BE49-F238E27FC236}">
                        <a16:creationId xmlns:a16="http://schemas.microsoft.com/office/drawing/2014/main" id="{D4F2DA59-5C68-442E-8029-E76219161854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5096" y="1732478"/>
                    <a:ext cx="3168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497" name="Group 228">
                  <a:extLst>
                    <a:ext uri="{FF2B5EF4-FFF2-40B4-BE49-F238E27FC236}">
                      <a16:creationId xmlns:a16="http://schemas.microsoft.com/office/drawing/2014/main" id="{FA34159A-A399-4D3A-9742-28A8D8EA7E1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30" name="Oval 229">
                    <a:extLst>
                      <a:ext uri="{FF2B5EF4-FFF2-40B4-BE49-F238E27FC236}">
                        <a16:creationId xmlns:a16="http://schemas.microsoft.com/office/drawing/2014/main" id="{ED07A597-A2F0-4729-9839-8D8951DB5D9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88" y="1787214"/>
                    <a:ext cx="334931" cy="231714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499" name="TextBox 230">
                    <a:extLst>
                      <a:ext uri="{FF2B5EF4-FFF2-40B4-BE49-F238E27FC236}">
                        <a16:creationId xmlns:a16="http://schemas.microsoft.com/office/drawing/2014/main" id="{9AF2FD6C-4B81-4FBD-80B4-691FF730BA0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3c</a:t>
                    </a:r>
                  </a:p>
                </p:txBody>
              </p:sp>
            </p:grpSp>
          </p:grpSp>
          <p:grpSp>
            <p:nvGrpSpPr>
              <p:cNvPr id="231476" name="Group 207">
                <a:extLst>
                  <a:ext uri="{FF2B5EF4-FFF2-40B4-BE49-F238E27FC236}">
                    <a16:creationId xmlns:a16="http://schemas.microsoft.com/office/drawing/2014/main" id="{E3B5FCC9-AFFE-4657-90D4-EDF6D448F3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483" name="Group 327">
                  <a:extLst>
                    <a:ext uri="{FF2B5EF4-FFF2-40B4-BE49-F238E27FC236}">
                      <a16:creationId xmlns:a16="http://schemas.microsoft.com/office/drawing/2014/main" id="{FA56CB16-EA73-40A7-9AAC-395C37E5CC3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19" name="Oval 218">
                    <a:extLst>
                      <a:ext uri="{FF2B5EF4-FFF2-40B4-BE49-F238E27FC236}">
                        <a16:creationId xmlns:a16="http://schemas.microsoft.com/office/drawing/2014/main" id="{DE671889-D9CF-41F6-A0E1-2437CE2BFA5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3501" y="1692041"/>
                    <a:ext cx="1125095" cy="32117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0" name="Rectangle 219">
                    <a:extLst>
                      <a:ext uri="{FF2B5EF4-FFF2-40B4-BE49-F238E27FC236}">
                        <a16:creationId xmlns:a16="http://schemas.microsoft.com/office/drawing/2014/main" id="{AC7D6F1F-7D66-4F45-8AAC-E0A025CA69E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331" y="1739622"/>
                    <a:ext cx="1128265" cy="114195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1" name="Oval 220">
                    <a:extLst>
                      <a:ext uri="{FF2B5EF4-FFF2-40B4-BE49-F238E27FC236}">
                        <a16:creationId xmlns:a16="http://schemas.microsoft.com/office/drawing/2014/main" id="{F9F3D073-BBB4-4BB6-B65C-0D5E8C935EC7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331" y="1575468"/>
                    <a:ext cx="1125097" cy="32117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2" name="Freeform 221">
                    <a:extLst>
                      <a:ext uri="{FF2B5EF4-FFF2-40B4-BE49-F238E27FC236}">
                        <a16:creationId xmlns:a16="http://schemas.microsoft.com/office/drawing/2014/main" id="{A00D79C4-2FFA-4AC3-9DE3-04EEE2461FA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737" y="1673009"/>
                    <a:ext cx="548285" cy="15939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3" name="Freeform 222">
                    <a:extLst>
                      <a:ext uri="{FF2B5EF4-FFF2-40B4-BE49-F238E27FC236}">
                        <a16:creationId xmlns:a16="http://schemas.microsoft.com/office/drawing/2014/main" id="{A7F0FA3E-B413-4682-AF1E-7A6A1C7880F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1689" y="1632566"/>
                    <a:ext cx="662379" cy="111815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4" name="Freeform 223">
                    <a:extLst>
                      <a:ext uri="{FF2B5EF4-FFF2-40B4-BE49-F238E27FC236}">
                        <a16:creationId xmlns:a16="http://schemas.microsoft.com/office/drawing/2014/main" id="{601F70A7-AC0F-4E08-A04A-C8BAF31251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5880" y="1727728"/>
                    <a:ext cx="244036" cy="97540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5" name="Freeform 224">
                    <a:extLst>
                      <a:ext uri="{FF2B5EF4-FFF2-40B4-BE49-F238E27FC236}">
                        <a16:creationId xmlns:a16="http://schemas.microsoft.com/office/drawing/2014/main" id="{F5F13DA0-82EA-4DF5-B6B9-68BA0FBC71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012" y="1730106"/>
                    <a:ext cx="240866" cy="95162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26" name="Straight Connector 225">
                    <a:extLst>
                      <a:ext uri="{FF2B5EF4-FFF2-40B4-BE49-F238E27FC236}">
                        <a16:creationId xmlns:a16="http://schemas.microsoft.com/office/drawing/2014/main" id="{A151F7FE-AD5F-44E4-9A2F-598A5B40FE46}"/>
                      </a:ext>
                    </a:extLst>
                  </p:cNvPr>
                  <p:cNvCxnSpPr>
                    <a:endCxn id="221" idx="2"/>
                  </p:cNvCxnSpPr>
                  <p:nvPr/>
                </p:nvCxnSpPr>
                <p:spPr bwMode="auto">
                  <a:xfrm flipH="1" flipV="1">
                    <a:off x="1870331" y="1734864"/>
                    <a:ext cx="3170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7" name="Straight Connector 226">
                    <a:extLst>
                      <a:ext uri="{FF2B5EF4-FFF2-40B4-BE49-F238E27FC236}">
                        <a16:creationId xmlns:a16="http://schemas.microsoft.com/office/drawing/2014/main" id="{F372A37F-E256-48D7-848A-763107EE981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5428" y="1732486"/>
                    <a:ext cx="3168" cy="12371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484" name="Group 215">
                  <a:extLst>
                    <a:ext uri="{FF2B5EF4-FFF2-40B4-BE49-F238E27FC236}">
                      <a16:creationId xmlns:a16="http://schemas.microsoft.com/office/drawing/2014/main" id="{3F9CFF49-B291-4BB9-87C3-5ACA2B707BB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17" name="Oval 216">
                    <a:extLst>
                      <a:ext uri="{FF2B5EF4-FFF2-40B4-BE49-F238E27FC236}">
                        <a16:creationId xmlns:a16="http://schemas.microsoft.com/office/drawing/2014/main" id="{993C878E-7525-4A7B-AD4F-2F223C8A906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954" y="1787219"/>
                    <a:ext cx="355567" cy="231714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486" name="TextBox 217">
                    <a:extLst>
                      <a:ext uri="{FF2B5EF4-FFF2-40B4-BE49-F238E27FC236}">
                        <a16:creationId xmlns:a16="http://schemas.microsoft.com/office/drawing/2014/main" id="{643458C0-94A3-4241-B327-8D2CACFD188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3a</a:t>
                    </a:r>
                  </a:p>
                </p:txBody>
              </p:sp>
            </p:grpSp>
          </p:grpSp>
          <p:cxnSp>
            <p:nvCxnSpPr>
              <p:cNvPr id="231477" name="Straight Connector 208">
                <a:extLst>
                  <a:ext uri="{FF2B5EF4-FFF2-40B4-BE49-F238E27FC236}">
                    <a16:creationId xmlns:a16="http://schemas.microsoft.com/office/drawing/2014/main" id="{51902E4B-9096-4E79-85AE-5ED8FCEE675E}"/>
                  </a:ext>
                </a:extLst>
              </p:cNvPr>
              <p:cNvCxnSpPr>
                <a:cxnSpLocks noChangeShapeType="1"/>
                <a:stCxn id="231525" idx="2"/>
                <a:endCxn id="231512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478" name="Straight Connector 209">
                <a:extLst>
                  <a:ext uri="{FF2B5EF4-FFF2-40B4-BE49-F238E27FC236}">
                    <a16:creationId xmlns:a16="http://schemas.microsoft.com/office/drawing/2014/main" id="{48661301-A838-4350-88B8-36CFAAD7472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479" name="Straight Connector 210">
                <a:extLst>
                  <a:ext uri="{FF2B5EF4-FFF2-40B4-BE49-F238E27FC236}">
                    <a16:creationId xmlns:a16="http://schemas.microsoft.com/office/drawing/2014/main" id="{3DCA6EC3-61BB-4AA0-BE5E-768C0BF23168}"/>
                  </a:ext>
                </a:extLst>
              </p:cNvPr>
              <p:cNvCxnSpPr>
                <a:cxnSpLocks noChangeShapeType="1"/>
                <a:stCxn id="258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480" name="Straight Connector 211">
                <a:extLst>
                  <a:ext uri="{FF2B5EF4-FFF2-40B4-BE49-F238E27FC236}">
                    <a16:creationId xmlns:a16="http://schemas.microsoft.com/office/drawing/2014/main" id="{3F9C504B-9CC9-4125-ACB5-E902B99516B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481" name="Straight Connector 212">
                <a:extLst>
                  <a:ext uri="{FF2B5EF4-FFF2-40B4-BE49-F238E27FC236}">
                    <a16:creationId xmlns:a16="http://schemas.microsoft.com/office/drawing/2014/main" id="{90196CAC-1373-490A-9A23-D763CB20B15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1482" name="Straight Connector 213">
                <a:extLst>
                  <a:ext uri="{FF2B5EF4-FFF2-40B4-BE49-F238E27FC236}">
                    <a16:creationId xmlns:a16="http://schemas.microsoft.com/office/drawing/2014/main" id="{470D7091-A74A-4927-ABFC-24974BE78AB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cxnSp>
        <p:nvCxnSpPr>
          <p:cNvPr id="231441" name="Straight Connector 267">
            <a:extLst>
              <a:ext uri="{FF2B5EF4-FFF2-40B4-BE49-F238E27FC236}">
                <a16:creationId xmlns:a16="http://schemas.microsoft.com/office/drawing/2014/main" id="{76B9F943-50DB-47CE-9B4E-B566CD46035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021013" y="2930525"/>
            <a:ext cx="495300" cy="495300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1442" name="Straight Connector 269">
            <a:extLst>
              <a:ext uri="{FF2B5EF4-FFF2-40B4-BE49-F238E27FC236}">
                <a16:creationId xmlns:a16="http://schemas.microsoft.com/office/drawing/2014/main" id="{F45A37B9-AF57-40F1-9FC6-E70B562F27BD}"/>
              </a:ext>
            </a:extLst>
          </p:cNvPr>
          <p:cNvCxnSpPr>
            <a:cxnSpLocks noChangeShapeType="1"/>
            <a:endCxn id="167" idx="7"/>
          </p:cNvCxnSpPr>
          <p:nvPr/>
        </p:nvCxnSpPr>
        <p:spPr bwMode="auto">
          <a:xfrm flipH="1" flipV="1">
            <a:off x="5654675" y="2914650"/>
            <a:ext cx="498475" cy="574675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1443" name="TextBox 275">
            <a:extLst>
              <a:ext uri="{FF2B5EF4-FFF2-40B4-BE49-F238E27FC236}">
                <a16:creationId xmlns:a16="http://schemas.microsoft.com/office/drawing/2014/main" id="{0FF57437-A31E-43B1-829A-EB573C3527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5450" y="3833813"/>
            <a:ext cx="7540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 2</a:t>
            </a:r>
          </a:p>
        </p:txBody>
      </p:sp>
      <p:sp>
        <p:nvSpPr>
          <p:cNvPr id="231444" name="TextBox 277">
            <a:extLst>
              <a:ext uri="{FF2B5EF4-FFF2-40B4-BE49-F238E27FC236}">
                <a16:creationId xmlns:a16="http://schemas.microsoft.com/office/drawing/2014/main" id="{9BA448AE-1DB1-4518-BEC1-AB9D576110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07213" y="4589463"/>
            <a:ext cx="75247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 3</a:t>
            </a:r>
          </a:p>
        </p:txBody>
      </p:sp>
      <p:sp>
        <p:nvSpPr>
          <p:cNvPr id="231445" name="TextBox 283">
            <a:extLst>
              <a:ext uri="{FF2B5EF4-FFF2-40B4-BE49-F238E27FC236}">
                <a16:creationId xmlns:a16="http://schemas.microsoft.com/office/drawing/2014/main" id="{9FB29D01-FB1F-4AD2-807A-FEE0C59802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25600" y="4533900"/>
            <a:ext cx="7540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 1</a:t>
            </a:r>
          </a:p>
        </p:txBody>
      </p:sp>
      <p:pic>
        <p:nvPicPr>
          <p:cNvPr id="231446" name="Picture 4" descr="underline_base">
            <a:extLst>
              <a:ext uri="{FF2B5EF4-FFF2-40B4-BE49-F238E27FC236}">
                <a16:creationId xmlns:a16="http://schemas.microsoft.com/office/drawing/2014/main" id="{4AA52070-4F01-428E-AF6F-9D9363D4BE3C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38" y="1074738"/>
            <a:ext cx="5789612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1447" name="Slide Number Placeholder 5">
            <a:extLst>
              <a:ext uri="{FF2B5EF4-FFF2-40B4-BE49-F238E27FC236}">
                <a16:creationId xmlns:a16="http://schemas.microsoft.com/office/drawing/2014/main" id="{157BEAB8-28B1-4B71-88AB-285432EB0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464120E2-A81D-491B-B957-5BE4C19BD5BD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1448" name="Footer Placeholder 2">
            <a:extLst>
              <a:ext uri="{FF2B5EF4-FFF2-40B4-BE49-F238E27FC236}">
                <a16:creationId xmlns:a16="http://schemas.microsoft.com/office/drawing/2014/main" id="{08BCCA29-A21C-4C6C-A980-DE8E6317B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  <p:grpSp>
        <p:nvGrpSpPr>
          <p:cNvPr id="53" name="Group 5">
            <a:extLst>
              <a:ext uri="{FF2B5EF4-FFF2-40B4-BE49-F238E27FC236}">
                <a16:creationId xmlns:a16="http://schemas.microsoft.com/office/drawing/2014/main" id="{AD35D123-6C7C-4BAD-9DA6-0CB5F85DC0DC}"/>
              </a:ext>
            </a:extLst>
          </p:cNvPr>
          <p:cNvGrpSpPr>
            <a:grpSpLocks/>
          </p:cNvGrpSpPr>
          <p:nvPr/>
        </p:nvGrpSpPr>
        <p:grpSpPr bwMode="auto">
          <a:xfrm>
            <a:off x="1020763" y="2368550"/>
            <a:ext cx="6457950" cy="3959225"/>
            <a:chOff x="1020408" y="2368720"/>
            <a:chExt cx="6457378" cy="3959125"/>
          </a:xfrm>
        </p:grpSpPr>
        <p:grpSp>
          <p:nvGrpSpPr>
            <p:cNvPr id="231450" name="Group 3">
              <a:extLst>
                <a:ext uri="{FF2B5EF4-FFF2-40B4-BE49-F238E27FC236}">
                  <a16:creationId xmlns:a16="http://schemas.microsoft.com/office/drawing/2014/main" id="{715C1B7F-9B0D-4362-BE23-C81D121467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20408" y="2368720"/>
              <a:ext cx="5734325" cy="3959125"/>
              <a:chOff x="1020408" y="2368720"/>
              <a:chExt cx="5734325" cy="3959125"/>
            </a:xfrm>
          </p:grpSpPr>
          <p:grpSp>
            <p:nvGrpSpPr>
              <p:cNvPr id="231452" name="Group 270">
                <a:extLst>
                  <a:ext uri="{FF2B5EF4-FFF2-40B4-BE49-F238E27FC236}">
                    <a16:creationId xmlns:a16="http://schemas.microsoft.com/office/drawing/2014/main" id="{712187EB-B7AD-4410-AE8A-30268DD8F6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46544" y="5725901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1458" name="Group 327">
                  <a:extLst>
                    <a:ext uri="{FF2B5EF4-FFF2-40B4-BE49-F238E27FC236}">
                      <a16:creationId xmlns:a16="http://schemas.microsoft.com/office/drawing/2014/main" id="{03854F36-293D-434B-A617-30ED6407F5C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80" name="Oval 279">
                    <a:extLst>
                      <a:ext uri="{FF2B5EF4-FFF2-40B4-BE49-F238E27FC236}">
                        <a16:creationId xmlns:a16="http://schemas.microsoft.com/office/drawing/2014/main" id="{81494951-D713-4D8B-B56B-477A33BAF41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2980" y="1693688"/>
                    <a:ext cx="1125101" cy="290314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7" name="Rectangle 286">
                    <a:extLst>
                      <a:ext uri="{FF2B5EF4-FFF2-40B4-BE49-F238E27FC236}">
                        <a16:creationId xmlns:a16="http://schemas.microsoft.com/office/drawing/2014/main" id="{519252F6-1740-42DD-9D07-93EAE45E738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69810" y="1741280"/>
                    <a:ext cx="1128271" cy="111841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8" name="Oval 287">
                    <a:extLst>
                      <a:ext uri="{FF2B5EF4-FFF2-40B4-BE49-F238E27FC236}">
                        <a16:creationId xmlns:a16="http://schemas.microsoft.com/office/drawing/2014/main" id="{7F3D40EF-485E-48FC-B570-2A811372F354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69810" y="1577085"/>
                    <a:ext cx="1125103" cy="318869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9" name="Freeform 288">
                    <a:extLst>
                      <a:ext uri="{FF2B5EF4-FFF2-40B4-BE49-F238E27FC236}">
                        <a16:creationId xmlns:a16="http://schemas.microsoft.com/office/drawing/2014/main" id="{161BFD93-A1AF-4127-9AAB-5EEB5409F1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217" y="1674651"/>
                    <a:ext cx="548288" cy="157055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0" name="Freeform 289">
                    <a:extLst>
                      <a:ext uri="{FF2B5EF4-FFF2-40B4-BE49-F238E27FC236}">
                        <a16:creationId xmlns:a16="http://schemas.microsoft.com/office/drawing/2014/main" id="{171BFE5D-5592-4562-807B-BD5DE9A8EEE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1170" y="1634196"/>
                    <a:ext cx="662383" cy="111843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1" name="Freeform 290">
                    <a:extLst>
                      <a:ext uri="{FF2B5EF4-FFF2-40B4-BE49-F238E27FC236}">
                        <a16:creationId xmlns:a16="http://schemas.microsoft.com/office/drawing/2014/main" id="{3C56463B-4ED8-4378-8D37-CEB62C5CD7F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5363" y="1729381"/>
                    <a:ext cx="244037" cy="95185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2" name="Freeform 291">
                    <a:extLst>
                      <a:ext uri="{FF2B5EF4-FFF2-40B4-BE49-F238E27FC236}">
                        <a16:creationId xmlns:a16="http://schemas.microsoft.com/office/drawing/2014/main" id="{320FFA5C-09D9-4613-9269-7AAA113F9B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8492" y="1731762"/>
                    <a:ext cx="240867" cy="92805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93" name="Straight Connector 292">
                    <a:extLst>
                      <a:ext uri="{FF2B5EF4-FFF2-40B4-BE49-F238E27FC236}">
                        <a16:creationId xmlns:a16="http://schemas.microsoft.com/office/drawing/2014/main" id="{BD8FF15E-CCCD-400D-ADF8-051FD106CE03}"/>
                      </a:ext>
                    </a:extLst>
                  </p:cNvPr>
                  <p:cNvCxnSpPr>
                    <a:endCxn id="288" idx="2"/>
                  </p:cNvCxnSpPr>
                  <p:nvPr/>
                </p:nvCxnSpPr>
                <p:spPr bwMode="auto">
                  <a:xfrm flipH="1" flipV="1">
                    <a:off x="1869810" y="1736521"/>
                    <a:ext cx="3170" cy="121360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A315DCAD-B8A6-449A-A0CF-816C3B5CAE7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4913" y="1734141"/>
                    <a:ext cx="3168" cy="12136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1459" name="Group 274">
                  <a:extLst>
                    <a:ext uri="{FF2B5EF4-FFF2-40B4-BE49-F238E27FC236}">
                      <a16:creationId xmlns:a16="http://schemas.microsoft.com/office/drawing/2014/main" id="{DACBD0D7-CE3E-4DC8-95BA-0CE584D39E0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10516A04-A006-4125-9F79-7CF0818F39D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693" y="1786725"/>
                    <a:ext cx="334932" cy="2317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461" name="TextBox 278">
                    <a:extLst>
                      <a:ext uri="{FF2B5EF4-FFF2-40B4-BE49-F238E27FC236}">
                        <a16:creationId xmlns:a16="http://schemas.microsoft.com/office/drawing/2014/main" id="{BE4A9A97-2D58-4138-8776-C7C5C5F75A7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1c</a:t>
                    </a:r>
                  </a:p>
                </p:txBody>
              </p:sp>
            </p:grpSp>
          </p:grp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B3EEA5C0-FD63-443A-B162-943C30C45F2C}"/>
                  </a:ext>
                </a:extLst>
              </p:cNvPr>
              <p:cNvSpPr/>
              <p:nvPr/>
            </p:nvSpPr>
            <p:spPr bwMode="auto">
              <a:xfrm>
                <a:off x="1020408" y="5511891"/>
                <a:ext cx="838126" cy="815954"/>
              </a:xfrm>
              <a:prstGeom prst="ellipse">
                <a:avLst/>
              </a:prstGeom>
              <a:noFill/>
              <a:ln w="19050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5" name="Oval 294">
                <a:extLst>
                  <a:ext uri="{FF2B5EF4-FFF2-40B4-BE49-F238E27FC236}">
                    <a16:creationId xmlns:a16="http://schemas.microsoft.com/office/drawing/2014/main" id="{7C2CD781-9E59-4610-A791-3ECCB2845A61}"/>
                  </a:ext>
                </a:extLst>
              </p:cNvPr>
              <p:cNvSpPr/>
              <p:nvPr/>
            </p:nvSpPr>
            <p:spPr bwMode="auto">
              <a:xfrm>
                <a:off x="2442682" y="3191024"/>
                <a:ext cx="838126" cy="817542"/>
              </a:xfrm>
              <a:prstGeom prst="ellipse">
                <a:avLst/>
              </a:prstGeom>
              <a:noFill/>
              <a:ln w="19050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FA39816C-E569-47F1-912B-736231F58C12}"/>
                  </a:ext>
                </a:extLst>
              </p:cNvPr>
              <p:cNvSpPr/>
              <p:nvPr/>
            </p:nvSpPr>
            <p:spPr bwMode="auto">
              <a:xfrm>
                <a:off x="3252235" y="2368720"/>
                <a:ext cx="839713" cy="815954"/>
              </a:xfrm>
              <a:prstGeom prst="ellipse">
                <a:avLst/>
              </a:prstGeom>
              <a:noFill/>
              <a:ln w="19050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E602B3D7-94B7-4634-84A6-E75CF14E5722}"/>
                  </a:ext>
                </a:extLst>
              </p:cNvPr>
              <p:cNvSpPr/>
              <p:nvPr/>
            </p:nvSpPr>
            <p:spPr bwMode="auto">
              <a:xfrm>
                <a:off x="5036427" y="2452856"/>
                <a:ext cx="839713" cy="815954"/>
              </a:xfrm>
              <a:prstGeom prst="ellipse">
                <a:avLst/>
              </a:prstGeom>
              <a:noFill/>
              <a:ln w="19050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∂</a:t>
                </a:r>
              </a:p>
            </p:txBody>
          </p:sp>
          <p:sp>
            <p:nvSpPr>
              <p:cNvPr id="298" name="Oval 297">
                <a:extLst>
                  <a:ext uri="{FF2B5EF4-FFF2-40B4-BE49-F238E27FC236}">
                    <a16:creationId xmlns:a16="http://schemas.microsoft.com/office/drawing/2014/main" id="{71592A1E-A307-4E63-9AE8-B77E0A3A9AE3}"/>
                  </a:ext>
                </a:extLst>
              </p:cNvPr>
              <p:cNvSpPr/>
              <p:nvPr/>
            </p:nvSpPr>
            <p:spPr bwMode="auto">
              <a:xfrm>
                <a:off x="5915824" y="3218012"/>
                <a:ext cx="838126" cy="815954"/>
              </a:xfrm>
              <a:prstGeom prst="ellipse">
                <a:avLst/>
              </a:prstGeom>
              <a:noFill/>
              <a:ln w="19050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∂</a:t>
                </a:r>
              </a:p>
            </p:txBody>
          </p:sp>
        </p:grpSp>
        <p:sp>
          <p:nvSpPr>
            <p:cNvPr id="231451" name="TextBox 4">
              <a:extLst>
                <a:ext uri="{FF2B5EF4-FFF2-40B4-BE49-F238E27FC236}">
                  <a16:creationId xmlns:a16="http://schemas.microsoft.com/office/drawing/2014/main" id="{4B0502E4-3778-4FC1-988D-C34CF83EB8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8143" y="5692792"/>
              <a:ext cx="5459643" cy="3693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gateway routers run both </a:t>
              </a:r>
              <a:r>
                <a:rPr kumimoji="0" lang="en-US" alt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eBGP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 and </a:t>
              </a:r>
              <a:r>
                <a:rPr kumimoji="0" lang="en-US" alt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iBGP</a:t>
              </a: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 protocols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5" name="Rectangle 3">
            <a:extLst>
              <a:ext uri="{FF2B5EF4-FFF2-40B4-BE49-F238E27FC236}">
                <a16:creationId xmlns:a16="http://schemas.microsoft.com/office/drawing/2014/main" id="{84E650DB-9618-4706-95F7-BEEC152E32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BGP basics</a:t>
            </a:r>
          </a:p>
        </p:txBody>
      </p:sp>
      <p:sp>
        <p:nvSpPr>
          <p:cNvPr id="753668" name="Rectangle 4">
            <a:extLst>
              <a:ext uri="{FF2B5EF4-FFF2-40B4-BE49-F238E27FC236}">
                <a16:creationId xmlns:a16="http://schemas.microsoft.com/office/drawing/2014/main" id="{E77F6FF4-38F8-40D6-993C-A0A38522AF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79438" y="2478088"/>
            <a:ext cx="8505825" cy="1233487"/>
          </a:xfrm>
        </p:spPr>
        <p:txBody>
          <a:bodyPr/>
          <a:lstStyle/>
          <a:p>
            <a:pPr marL="282575" indent="-282575">
              <a:buFont typeface="Wingdings" charset="2"/>
              <a:buChar char="§"/>
              <a:defRPr/>
            </a:pPr>
            <a:r>
              <a:rPr lang="en-US" sz="2400" dirty="0"/>
              <a:t>E.g. when AS3 gateway router 3a advertises path </a:t>
            </a:r>
            <a:r>
              <a:rPr lang="en-US" sz="2200" dirty="0">
                <a:solidFill>
                  <a:srgbClr val="CC0000"/>
                </a:solidFill>
              </a:rPr>
              <a:t>AS3,X </a:t>
            </a:r>
            <a:r>
              <a:rPr lang="en-US" sz="2400" dirty="0"/>
              <a:t>to AS2 gateway router 2c:</a:t>
            </a:r>
          </a:p>
          <a:p>
            <a:pPr marL="685800" lvl="1" indent="-228600">
              <a:buFont typeface="Arial"/>
              <a:buChar char="•"/>
              <a:defRPr/>
            </a:pPr>
            <a:r>
              <a:rPr lang="en-US" dirty="0"/>
              <a:t>AS3 </a:t>
            </a:r>
            <a:r>
              <a:rPr lang="en-US" i="1" dirty="0">
                <a:solidFill>
                  <a:srgbClr val="CC0000"/>
                </a:solidFill>
              </a:rPr>
              <a:t>promises</a:t>
            </a:r>
            <a:r>
              <a:rPr lang="en-US" dirty="0"/>
              <a:t> to AS2 it will forward datagrams towards X</a:t>
            </a:r>
          </a:p>
          <a:p>
            <a:pPr marL="0" indent="0">
              <a:buFont typeface="Wingdings" charset="2"/>
              <a:buNone/>
              <a:defRPr/>
            </a:pPr>
            <a:endParaRPr lang="en-US" sz="2000" dirty="0"/>
          </a:p>
        </p:txBody>
      </p:sp>
      <p:sp>
        <p:nvSpPr>
          <p:cNvPr id="232452" name="Rectangle 116">
            <a:extLst>
              <a:ext uri="{FF2B5EF4-FFF2-40B4-BE49-F238E27FC236}">
                <a16:creationId xmlns:a16="http://schemas.microsoft.com/office/drawing/2014/main" id="{8CD54F09-73A4-4093-92E3-8700D6F03E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038" y="1069975"/>
            <a:ext cx="8505825" cy="1235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2575" indent="-282575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685800" indent="-2286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282575" marR="0" lvl="0" indent="-282575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BGP session: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two BGP routers (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peers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) exchange BGP messages over semi-permanent TCP connection:</a:t>
            </a:r>
          </a:p>
          <a:p>
            <a:pPr marL="685800" marR="0" lvl="1" indent="-2286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advertising </a:t>
            </a:r>
            <a:r>
              <a:rPr kumimoji="0" lang="en-US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paths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to different destination network prefixes (BGP  is a 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path vector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protocol)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Gill Sans MT" panose="020B0502020104020203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232453" name="Picture 121" descr="underline_base">
            <a:extLst>
              <a:ext uri="{FF2B5EF4-FFF2-40B4-BE49-F238E27FC236}">
                <a16:creationId xmlns:a16="http://schemas.microsoft.com/office/drawing/2014/main" id="{F21F3CA1-584B-471C-A7A4-5051BD9179CF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800100"/>
            <a:ext cx="2554287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2454" name="Group 124">
            <a:extLst>
              <a:ext uri="{FF2B5EF4-FFF2-40B4-BE49-F238E27FC236}">
                <a16:creationId xmlns:a16="http://schemas.microsoft.com/office/drawing/2014/main" id="{47623E6D-FACD-4594-B16A-AB71586E1606}"/>
              </a:ext>
            </a:extLst>
          </p:cNvPr>
          <p:cNvGrpSpPr>
            <a:grpSpLocks/>
          </p:cNvGrpSpPr>
          <p:nvPr/>
        </p:nvGrpSpPr>
        <p:grpSpPr bwMode="auto">
          <a:xfrm>
            <a:off x="625475" y="4011613"/>
            <a:ext cx="2557463" cy="1717675"/>
            <a:chOff x="-2170772" y="2784954"/>
            <a:chExt cx="2712783" cy="1853712"/>
          </a:xfrm>
        </p:grpSpPr>
        <p:sp>
          <p:nvSpPr>
            <p:cNvPr id="232611" name="Freeform 2">
              <a:extLst>
                <a:ext uri="{FF2B5EF4-FFF2-40B4-BE49-F238E27FC236}">
                  <a16:creationId xmlns:a16="http://schemas.microsoft.com/office/drawing/2014/main" id="{1C0D5679-2924-44AC-B532-CFEEFB9F8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2612" name="Group 261">
              <a:extLst>
                <a:ext uri="{FF2B5EF4-FFF2-40B4-BE49-F238E27FC236}">
                  <a16:creationId xmlns:a16="http://schemas.microsoft.com/office/drawing/2014/main" id="{1B1E4204-7A55-4549-8219-096304FF57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2613" name="Group 262">
                <a:extLst>
                  <a:ext uri="{FF2B5EF4-FFF2-40B4-BE49-F238E27FC236}">
                    <a16:creationId xmlns:a16="http://schemas.microsoft.com/office/drawing/2014/main" id="{9756EAC9-41B7-4996-91E7-F9A637A150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662" name="Group 327">
                  <a:extLst>
                    <a:ext uri="{FF2B5EF4-FFF2-40B4-BE49-F238E27FC236}">
                      <a16:creationId xmlns:a16="http://schemas.microsoft.com/office/drawing/2014/main" id="{5F87E334-191E-4C7F-83DA-A1D662B7D7B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16" name="Oval 315">
                    <a:extLst>
                      <a:ext uri="{FF2B5EF4-FFF2-40B4-BE49-F238E27FC236}">
                        <a16:creationId xmlns:a16="http://schemas.microsoft.com/office/drawing/2014/main" id="{3F103B93-D2AF-4E34-8592-F6C65E6E0EC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966" y="1694511"/>
                    <a:ext cx="1126293" cy="35183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Rectangle 316">
                    <a:extLst>
                      <a:ext uri="{FF2B5EF4-FFF2-40B4-BE49-F238E27FC236}">
                        <a16:creationId xmlns:a16="http://schemas.microsoft.com/office/drawing/2014/main" id="{EAEA219D-22CD-427B-AAA4-088B0A29A6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603" y="1740737"/>
                    <a:ext cx="1129657" cy="115566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8" name="Oval 317">
                    <a:extLst>
                      <a:ext uri="{FF2B5EF4-FFF2-40B4-BE49-F238E27FC236}">
                        <a16:creationId xmlns:a16="http://schemas.microsoft.com/office/drawing/2014/main" id="{CCF3034C-17E8-4C33-8351-82EA97F1D68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603" y="1576376"/>
                    <a:ext cx="1126296" cy="32101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9" name="Freeform 318">
                    <a:extLst>
                      <a:ext uri="{FF2B5EF4-FFF2-40B4-BE49-F238E27FC236}">
                        <a16:creationId xmlns:a16="http://schemas.microsoft.com/office/drawing/2014/main" id="{FC1EC647-998C-47AF-A01A-CB2F08DE5C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741" y="1673966"/>
                    <a:ext cx="548019" cy="159225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0" name="Freeform 319">
                    <a:extLst>
                      <a:ext uri="{FF2B5EF4-FFF2-40B4-BE49-F238E27FC236}">
                        <a16:creationId xmlns:a16="http://schemas.microsoft.com/office/drawing/2014/main" id="{4B09E705-498D-45CE-853C-E2F0FE9F9E7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587" y="1632875"/>
                    <a:ext cx="662327" cy="112998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1" name="Freeform 320">
                    <a:extLst>
                      <a:ext uri="{FF2B5EF4-FFF2-40B4-BE49-F238E27FC236}">
                        <a16:creationId xmlns:a16="http://schemas.microsoft.com/office/drawing/2014/main" id="{6F418CE9-8574-45F9-B2C6-E9BBE01311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294" y="1727896"/>
                    <a:ext cx="245432" cy="100158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C82F235C-F802-4B4D-BBE6-C0D8D4D527C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139" y="1730465"/>
                    <a:ext cx="242069" cy="9759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0A12F7EF-3862-406C-9F72-AE4CF92CA23C}"/>
                      </a:ext>
                    </a:extLst>
                  </p:cNvPr>
                  <p:cNvCxnSpPr>
                    <a:endCxn id="318" idx="2"/>
                  </p:cNvCxnSpPr>
                  <p:nvPr/>
                </p:nvCxnSpPr>
                <p:spPr bwMode="auto">
                  <a:xfrm flipH="1" flipV="1">
                    <a:off x="1871603" y="1735601"/>
                    <a:ext cx="3363" cy="12583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19359F33-4BFB-469D-A830-B57D742402EB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899" y="1733032"/>
                    <a:ext cx="3361" cy="125840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663" name="Group 312">
                  <a:extLst>
                    <a:ext uri="{FF2B5EF4-FFF2-40B4-BE49-F238E27FC236}">
                      <a16:creationId xmlns:a16="http://schemas.microsoft.com/office/drawing/2014/main" id="{F7948141-8AD3-4BF7-B241-08E27DA5778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14" name="Oval 313">
                    <a:extLst>
                      <a:ext uri="{FF2B5EF4-FFF2-40B4-BE49-F238E27FC236}">
                        <a16:creationId xmlns:a16="http://schemas.microsoft.com/office/drawing/2014/main" id="{8DD061B3-FC20-4F87-A28A-8D360ABFA03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552" y="1787353"/>
                    <a:ext cx="377196" cy="23299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665" name="TextBox 314">
                    <a:extLst>
                      <a:ext uri="{FF2B5EF4-FFF2-40B4-BE49-F238E27FC236}">
                        <a16:creationId xmlns:a16="http://schemas.microsoft.com/office/drawing/2014/main" id="{E98F7580-FFF3-47F1-B977-6A91214FAF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1b</a:t>
                    </a:r>
                  </a:p>
                </p:txBody>
              </p:sp>
            </p:grpSp>
          </p:grpSp>
          <p:grpSp>
            <p:nvGrpSpPr>
              <p:cNvPr id="232614" name="Group 263">
                <a:extLst>
                  <a:ext uri="{FF2B5EF4-FFF2-40B4-BE49-F238E27FC236}">
                    <a16:creationId xmlns:a16="http://schemas.microsoft.com/office/drawing/2014/main" id="{79D4FFB6-2157-4768-8FED-AA55FE9097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649" name="Group 327">
                  <a:extLst>
                    <a:ext uri="{FF2B5EF4-FFF2-40B4-BE49-F238E27FC236}">
                      <a16:creationId xmlns:a16="http://schemas.microsoft.com/office/drawing/2014/main" id="{9C0B083E-A19D-42A9-986B-C04BC22B98E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03" name="Oval 302">
                    <a:extLst>
                      <a:ext uri="{FF2B5EF4-FFF2-40B4-BE49-F238E27FC236}">
                        <a16:creationId xmlns:a16="http://schemas.microsoft.com/office/drawing/2014/main" id="{63B3A3F0-0FAA-4293-8260-92E787D0424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6950" y="1694831"/>
                    <a:ext cx="1082588" cy="35183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4" name="Rectangle 303">
                    <a:extLst>
                      <a:ext uri="{FF2B5EF4-FFF2-40B4-BE49-F238E27FC236}">
                        <a16:creationId xmlns:a16="http://schemas.microsoft.com/office/drawing/2014/main" id="{5D60D3D1-CA9F-4B67-98D8-0F40F2D53B9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913589" y="1741058"/>
                    <a:ext cx="1085949" cy="115567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5" name="Oval 304">
                    <a:extLst>
                      <a:ext uri="{FF2B5EF4-FFF2-40B4-BE49-F238E27FC236}">
                        <a16:creationId xmlns:a16="http://schemas.microsoft.com/office/drawing/2014/main" id="{7586755D-A1CF-4120-8969-8BCD8D2884F0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3589" y="1576696"/>
                    <a:ext cx="1082588" cy="35183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AFF829D7-FD8B-403F-BD2A-77FED8E7193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2383" y="1674286"/>
                    <a:ext cx="544656" cy="159225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FF0DC6AB-3A69-4EF0-B5F3-A4258F4AEAB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5226" y="1633196"/>
                    <a:ext cx="658966" cy="112998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1537457B-FF29-466E-B36F-0F62B0E672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8935" y="1728218"/>
                    <a:ext cx="242069" cy="100157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1FEE242A-0256-4E86-A9E8-0693528256D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1778" y="1730785"/>
                    <a:ext cx="238708" cy="9759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540ECB0D-3316-4445-A5B8-0E70D95003EB}"/>
                      </a:ext>
                    </a:extLst>
                  </p:cNvPr>
                  <p:cNvCxnSpPr>
                    <a:endCxn id="305" idx="2"/>
                  </p:cNvCxnSpPr>
                  <p:nvPr/>
                </p:nvCxnSpPr>
                <p:spPr bwMode="auto">
                  <a:xfrm flipH="1" flipV="1">
                    <a:off x="1913589" y="1735921"/>
                    <a:ext cx="3361" cy="125840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47697947-D189-47AE-A242-BC6245D6BAE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177" y="1733354"/>
                    <a:ext cx="3361" cy="12583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650" name="Group 299">
                  <a:extLst>
                    <a:ext uri="{FF2B5EF4-FFF2-40B4-BE49-F238E27FC236}">
                      <a16:creationId xmlns:a16="http://schemas.microsoft.com/office/drawing/2014/main" id="{5D24B33F-44B2-41B3-B1E9-1883F8FDC47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01" name="Oval 300">
                    <a:extLst>
                      <a:ext uri="{FF2B5EF4-FFF2-40B4-BE49-F238E27FC236}">
                        <a16:creationId xmlns:a16="http://schemas.microsoft.com/office/drawing/2014/main" id="{B102231D-A35C-4451-8CB8-3C57F117D3D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6373" y="1787567"/>
                    <a:ext cx="355306" cy="23299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652" name="TextBox 301">
                    <a:extLst>
                      <a:ext uri="{FF2B5EF4-FFF2-40B4-BE49-F238E27FC236}">
                        <a16:creationId xmlns:a16="http://schemas.microsoft.com/office/drawing/2014/main" id="{357D0739-5399-4CBF-BD14-405D55D2F94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1d</a:t>
                    </a:r>
                  </a:p>
                </p:txBody>
              </p:sp>
            </p:grpSp>
          </p:grpSp>
          <p:grpSp>
            <p:nvGrpSpPr>
              <p:cNvPr id="232615" name="Group 264">
                <a:extLst>
                  <a:ext uri="{FF2B5EF4-FFF2-40B4-BE49-F238E27FC236}">
                    <a16:creationId xmlns:a16="http://schemas.microsoft.com/office/drawing/2014/main" id="{DD59447C-F3EA-48BD-AE6E-7498F829361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636" name="Group 327">
                  <a:extLst>
                    <a:ext uri="{FF2B5EF4-FFF2-40B4-BE49-F238E27FC236}">
                      <a16:creationId xmlns:a16="http://schemas.microsoft.com/office/drawing/2014/main" id="{2A7789E7-F67D-4CB2-BA3B-EEFB52C0BE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90" name="Oval 289">
                    <a:extLst>
                      <a:ext uri="{FF2B5EF4-FFF2-40B4-BE49-F238E27FC236}">
                        <a16:creationId xmlns:a16="http://schemas.microsoft.com/office/drawing/2014/main" id="{4C3C6E04-3518-4412-B40D-164AA20F78D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98" y="1694363"/>
                    <a:ext cx="1126293" cy="32101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1" name="Rectangle 290">
                    <a:extLst>
                      <a:ext uri="{FF2B5EF4-FFF2-40B4-BE49-F238E27FC236}">
                        <a16:creationId xmlns:a16="http://schemas.microsoft.com/office/drawing/2014/main" id="{5D89D616-7C28-4145-B1F0-2C314989BA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35" y="1740590"/>
                    <a:ext cx="1129657" cy="115567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2" name="Oval 291">
                    <a:extLst>
                      <a:ext uri="{FF2B5EF4-FFF2-40B4-BE49-F238E27FC236}">
                        <a16:creationId xmlns:a16="http://schemas.microsoft.com/office/drawing/2014/main" id="{698F8EB7-14FC-4C78-BC67-20C07C9E3BE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35" y="1576229"/>
                    <a:ext cx="1126296" cy="321019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3" name="Freeform 292">
                    <a:extLst>
                      <a:ext uri="{FF2B5EF4-FFF2-40B4-BE49-F238E27FC236}">
                        <a16:creationId xmlns:a16="http://schemas.microsoft.com/office/drawing/2014/main" id="{9C12F674-3BF9-4639-AE8D-CA9611F6CD7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373" y="1673818"/>
                    <a:ext cx="548019" cy="159225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4" name="Freeform 293">
                    <a:extLst>
                      <a:ext uri="{FF2B5EF4-FFF2-40B4-BE49-F238E27FC236}">
                        <a16:creationId xmlns:a16="http://schemas.microsoft.com/office/drawing/2014/main" id="{31C78B27-5D82-4DBD-9649-C91FABB4C37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219" y="1632728"/>
                    <a:ext cx="662327" cy="112998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5" name="Freeform 294">
                    <a:extLst>
                      <a:ext uri="{FF2B5EF4-FFF2-40B4-BE49-F238E27FC236}">
                        <a16:creationId xmlns:a16="http://schemas.microsoft.com/office/drawing/2014/main" id="{E9C75C6F-E3C2-4C20-B2CF-3009A6DD027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925" y="1727750"/>
                    <a:ext cx="245432" cy="100157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6" name="Freeform 295">
                    <a:extLst>
                      <a:ext uri="{FF2B5EF4-FFF2-40B4-BE49-F238E27FC236}">
                        <a16:creationId xmlns:a16="http://schemas.microsoft.com/office/drawing/2014/main" id="{30C226EB-A8B3-419A-9FE1-8AC32DC2344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770" y="1730318"/>
                    <a:ext cx="242069" cy="9759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128F9101-A1AC-4CCD-9C0B-E2152FCB8E7F}"/>
                      </a:ext>
                    </a:extLst>
                  </p:cNvPr>
                  <p:cNvCxnSpPr>
                    <a:endCxn id="292" idx="2"/>
                  </p:cNvCxnSpPr>
                  <p:nvPr/>
                </p:nvCxnSpPr>
                <p:spPr bwMode="auto">
                  <a:xfrm flipH="1" flipV="1">
                    <a:off x="1871235" y="1735454"/>
                    <a:ext cx="3363" cy="125840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15625D29-3C3F-4A8E-AA9F-3DDDF7A4D628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530" y="1732886"/>
                    <a:ext cx="3361" cy="12583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637" name="Group 286">
                  <a:extLst>
                    <a:ext uri="{FF2B5EF4-FFF2-40B4-BE49-F238E27FC236}">
                      <a16:creationId xmlns:a16="http://schemas.microsoft.com/office/drawing/2014/main" id="{194212B0-8DC0-4A24-ADDA-44BBC2940B4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88" name="Oval 287">
                    <a:extLst>
                      <a:ext uri="{FF2B5EF4-FFF2-40B4-BE49-F238E27FC236}">
                        <a16:creationId xmlns:a16="http://schemas.microsoft.com/office/drawing/2014/main" id="{BE9EB394-7EEE-4357-B87B-9F35DE83D31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367" y="1787255"/>
                    <a:ext cx="356989" cy="23299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639" name="TextBox 288">
                    <a:extLst>
                      <a:ext uri="{FF2B5EF4-FFF2-40B4-BE49-F238E27FC236}">
                        <a16:creationId xmlns:a16="http://schemas.microsoft.com/office/drawing/2014/main" id="{E60A5368-C363-41EB-8BDE-FD5E8ECB3B5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1c</a:t>
                    </a:r>
                  </a:p>
                </p:txBody>
              </p:sp>
            </p:grpSp>
          </p:grpSp>
          <p:grpSp>
            <p:nvGrpSpPr>
              <p:cNvPr id="232616" name="Group 265">
                <a:extLst>
                  <a:ext uri="{FF2B5EF4-FFF2-40B4-BE49-F238E27FC236}">
                    <a16:creationId xmlns:a16="http://schemas.microsoft.com/office/drawing/2014/main" id="{E9DC9160-D267-4177-8659-AE765A378FC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623" name="Group 327">
                  <a:extLst>
                    <a:ext uri="{FF2B5EF4-FFF2-40B4-BE49-F238E27FC236}">
                      <a16:creationId xmlns:a16="http://schemas.microsoft.com/office/drawing/2014/main" id="{75BACF7D-ECF0-4784-97EA-D2539586D2B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417CCFED-303E-4718-9E9C-BF116D60772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5331" y="1724432"/>
                    <a:ext cx="1166638" cy="29020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8" name="Rectangle 277">
                    <a:extLst>
                      <a:ext uri="{FF2B5EF4-FFF2-40B4-BE49-F238E27FC236}">
                        <a16:creationId xmlns:a16="http://schemas.microsoft.com/office/drawing/2014/main" id="{C0C53B79-A777-4D19-91C9-1C4E4C976A1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967" y="1742410"/>
                    <a:ext cx="1170001" cy="112998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9" name="Oval 278">
                    <a:extLst>
                      <a:ext uri="{FF2B5EF4-FFF2-40B4-BE49-F238E27FC236}">
                        <a16:creationId xmlns:a16="http://schemas.microsoft.com/office/drawing/2014/main" id="{C350BC1A-6A8A-48DA-9B97-02873FB9AFD0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967" y="1608867"/>
                    <a:ext cx="1166640" cy="290200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Freeform 279">
                    <a:extLst>
                      <a:ext uri="{FF2B5EF4-FFF2-40B4-BE49-F238E27FC236}">
                        <a16:creationId xmlns:a16="http://schemas.microsoft.com/office/drawing/2014/main" id="{0E4B4FA0-54FE-497B-8FFF-5B6C12DE58E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1106" y="1706456"/>
                    <a:ext cx="548019" cy="12840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1" name="Freeform 280">
                    <a:extLst>
                      <a:ext uri="{FF2B5EF4-FFF2-40B4-BE49-F238E27FC236}">
                        <a16:creationId xmlns:a16="http://schemas.microsoft.com/office/drawing/2014/main" id="{06CBC6F8-2290-4167-BBA0-3B152C864FC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952" y="1665366"/>
                    <a:ext cx="702672" cy="82181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2" name="Freeform 281">
                    <a:extLst>
                      <a:ext uri="{FF2B5EF4-FFF2-40B4-BE49-F238E27FC236}">
                        <a16:creationId xmlns:a16="http://schemas.microsoft.com/office/drawing/2014/main" id="{199E1D88-E9A9-4C7D-9B9C-CDBC713A817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658" y="1737274"/>
                    <a:ext cx="285777" cy="8988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3" name="Freeform 282">
                    <a:extLst>
                      <a:ext uri="{FF2B5EF4-FFF2-40B4-BE49-F238E27FC236}">
                        <a16:creationId xmlns:a16="http://schemas.microsoft.com/office/drawing/2014/main" id="{D521CB32-160B-4EA2-BF44-091C81CE1C1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03" y="1737274"/>
                    <a:ext cx="242069" cy="8988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48A1F87A-9463-42FB-8F99-42CC4530771B}"/>
                      </a:ext>
                    </a:extLst>
                  </p:cNvPr>
                  <p:cNvCxnSpPr>
                    <a:endCxn id="279" idx="2"/>
                  </p:cNvCxnSpPr>
                  <p:nvPr/>
                </p:nvCxnSpPr>
                <p:spPr bwMode="auto">
                  <a:xfrm flipH="1" flipV="1">
                    <a:off x="1871967" y="1737274"/>
                    <a:ext cx="3363" cy="123271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67FD3E12-4A16-4EC1-8B50-CC5CDEC7E31B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038608" y="1737274"/>
                    <a:ext cx="3361" cy="12070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624" name="Group 273">
                  <a:extLst>
                    <a:ext uri="{FF2B5EF4-FFF2-40B4-BE49-F238E27FC236}">
                      <a16:creationId xmlns:a16="http://schemas.microsoft.com/office/drawing/2014/main" id="{41ECC5F6-3036-489D-A442-1773BD5E5E3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75" name="Oval 274">
                    <a:extLst>
                      <a:ext uri="{FF2B5EF4-FFF2-40B4-BE49-F238E27FC236}">
                        <a16:creationId xmlns:a16="http://schemas.microsoft.com/office/drawing/2014/main" id="{76325ADD-252B-4424-87EF-41E9F31C360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34" y="1788469"/>
                    <a:ext cx="377196" cy="231285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626" name="TextBox 275">
                    <a:extLst>
                      <a:ext uri="{FF2B5EF4-FFF2-40B4-BE49-F238E27FC236}">
                        <a16:creationId xmlns:a16="http://schemas.microsoft.com/office/drawing/2014/main" id="{4A448652-B478-4A56-9FB4-BB2887F86FF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1a</a:t>
                    </a:r>
                  </a:p>
                </p:txBody>
              </p:sp>
            </p:grpSp>
          </p:grpSp>
          <p:cxnSp>
            <p:nvCxnSpPr>
              <p:cNvPr id="232617" name="Straight Connector 266">
                <a:extLst>
                  <a:ext uri="{FF2B5EF4-FFF2-40B4-BE49-F238E27FC236}">
                    <a16:creationId xmlns:a16="http://schemas.microsoft.com/office/drawing/2014/main" id="{F2F9C7D4-5FA1-45A6-93C8-9813EAC329AC}"/>
                  </a:ext>
                </a:extLst>
              </p:cNvPr>
              <p:cNvCxnSpPr>
                <a:cxnSpLocks noChangeShapeType="1"/>
                <a:stCxn id="232665" idx="2"/>
                <a:endCxn id="232652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618" name="Straight Connector 267">
                <a:extLst>
                  <a:ext uri="{FF2B5EF4-FFF2-40B4-BE49-F238E27FC236}">
                    <a16:creationId xmlns:a16="http://schemas.microsoft.com/office/drawing/2014/main" id="{131AD010-D89A-4E2C-8E11-63858A5090F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619" name="Straight Connector 268">
                <a:extLst>
                  <a:ext uri="{FF2B5EF4-FFF2-40B4-BE49-F238E27FC236}">
                    <a16:creationId xmlns:a16="http://schemas.microsoft.com/office/drawing/2014/main" id="{E174C001-5D83-4FCD-807B-A0221A9D3531}"/>
                  </a:ext>
                </a:extLst>
              </p:cNvPr>
              <p:cNvCxnSpPr>
                <a:cxnSpLocks noChangeShapeType="1"/>
                <a:stCxn id="316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620" name="Straight Connector 269">
                <a:extLst>
                  <a:ext uri="{FF2B5EF4-FFF2-40B4-BE49-F238E27FC236}">
                    <a16:creationId xmlns:a16="http://schemas.microsoft.com/office/drawing/2014/main" id="{61663DCE-7B3B-4F0B-9F42-0AECDF8FA8D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621" name="Straight Connector 270">
                <a:extLst>
                  <a:ext uri="{FF2B5EF4-FFF2-40B4-BE49-F238E27FC236}">
                    <a16:creationId xmlns:a16="http://schemas.microsoft.com/office/drawing/2014/main" id="{2E85697E-F2DB-4B6C-8647-529F3F1E5B9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622" name="Straight Connector 271">
                <a:extLst>
                  <a:ext uri="{FF2B5EF4-FFF2-40B4-BE49-F238E27FC236}">
                    <a16:creationId xmlns:a16="http://schemas.microsoft.com/office/drawing/2014/main" id="{B0DA2AFD-7D56-4166-8A6C-E8F8386B180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32455" name="Group 125">
            <a:extLst>
              <a:ext uri="{FF2B5EF4-FFF2-40B4-BE49-F238E27FC236}">
                <a16:creationId xmlns:a16="http://schemas.microsoft.com/office/drawing/2014/main" id="{B1C29B23-8753-4E7E-BB0A-0F7CE9F7AA5A}"/>
              </a:ext>
            </a:extLst>
          </p:cNvPr>
          <p:cNvGrpSpPr>
            <a:grpSpLocks/>
          </p:cNvGrpSpPr>
          <p:nvPr/>
        </p:nvGrpSpPr>
        <p:grpSpPr bwMode="auto">
          <a:xfrm>
            <a:off x="3286125" y="4938713"/>
            <a:ext cx="2544763" cy="1719262"/>
            <a:chOff x="-2170772" y="2784954"/>
            <a:chExt cx="2712783" cy="1853712"/>
          </a:xfrm>
        </p:grpSpPr>
        <p:sp>
          <p:nvSpPr>
            <p:cNvPr id="232547" name="Freeform 2">
              <a:extLst>
                <a:ext uri="{FF2B5EF4-FFF2-40B4-BE49-F238E27FC236}">
                  <a16:creationId xmlns:a16="http://schemas.microsoft.com/office/drawing/2014/main" id="{6BB7AB94-323D-45B2-8DE9-B5AC815CE4D4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2548" name="Group 197">
              <a:extLst>
                <a:ext uri="{FF2B5EF4-FFF2-40B4-BE49-F238E27FC236}">
                  <a16:creationId xmlns:a16="http://schemas.microsoft.com/office/drawing/2014/main" id="{6898BFF3-CF60-48C2-AB20-DCF2AF6173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2549" name="Group 198">
                <a:extLst>
                  <a:ext uri="{FF2B5EF4-FFF2-40B4-BE49-F238E27FC236}">
                    <a16:creationId xmlns:a16="http://schemas.microsoft.com/office/drawing/2014/main" id="{0069D031-8AC3-4D6A-A2C2-1ECFE1965C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598" name="Group 327">
                  <a:extLst>
                    <a:ext uri="{FF2B5EF4-FFF2-40B4-BE49-F238E27FC236}">
                      <a16:creationId xmlns:a16="http://schemas.microsoft.com/office/drawing/2014/main" id="{94FC3DDA-CB14-4DE7-8B6A-558A2DA997F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52" name="Oval 251">
                    <a:extLst>
                      <a:ext uri="{FF2B5EF4-FFF2-40B4-BE49-F238E27FC236}">
                        <a16:creationId xmlns:a16="http://schemas.microsoft.com/office/drawing/2014/main" id="{BA5FE673-C523-4FDC-BA37-F090E11A929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2265" y="1694164"/>
                    <a:ext cx="1165703" cy="32072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43682BC0-4189-41D2-B253-ABBC7F4EC2E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28885" y="1740348"/>
                    <a:ext cx="1169083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F7B0FCCF-3FED-4D25-AB41-9BF1F5FC036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28885" y="1576138"/>
                    <a:ext cx="1165705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5" name="Freeform 254">
                    <a:extLst>
                      <a:ext uri="{FF2B5EF4-FFF2-40B4-BE49-F238E27FC236}">
                        <a16:creationId xmlns:a16="http://schemas.microsoft.com/office/drawing/2014/main" id="{3E853A83-AA7E-48EE-92CF-427CF989061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16089" y="1673638"/>
                    <a:ext cx="550752" cy="15907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6" name="Freeform 255">
                    <a:extLst>
                      <a:ext uri="{FF2B5EF4-FFF2-40B4-BE49-F238E27FC236}">
                        <a16:creationId xmlns:a16="http://schemas.microsoft.com/office/drawing/2014/main" id="{C5685DC6-A8D2-46FB-9CD4-FD09BE0D00D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58647" y="1632585"/>
                    <a:ext cx="665635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7" name="Freeform 256">
                    <a:extLst>
                      <a:ext uri="{FF2B5EF4-FFF2-40B4-BE49-F238E27FC236}">
                        <a16:creationId xmlns:a16="http://schemas.microsoft.com/office/drawing/2014/main" id="{62DD5E10-DFD4-46E3-BC36-A5AE164D862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4521" y="1727518"/>
                    <a:ext cx="243277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8" name="Freeform 257">
                    <a:extLst>
                      <a:ext uri="{FF2B5EF4-FFF2-40B4-BE49-F238E27FC236}">
                        <a16:creationId xmlns:a16="http://schemas.microsoft.com/office/drawing/2014/main" id="{7A38AB4D-ED84-449F-8CC4-6F63229CCF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48512" y="1730085"/>
                    <a:ext cx="239898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59" name="Straight Connector 258">
                    <a:extLst>
                      <a:ext uri="{FF2B5EF4-FFF2-40B4-BE49-F238E27FC236}">
                        <a16:creationId xmlns:a16="http://schemas.microsoft.com/office/drawing/2014/main" id="{474C77AD-3A86-4724-B203-8DEFCAA3989A}"/>
                      </a:ext>
                    </a:extLst>
                  </p:cNvPr>
                  <p:cNvCxnSpPr>
                    <a:endCxn id="254" idx="2"/>
                  </p:cNvCxnSpPr>
                  <p:nvPr/>
                </p:nvCxnSpPr>
                <p:spPr bwMode="auto">
                  <a:xfrm flipH="1" flipV="1">
                    <a:off x="1828885" y="1735216"/>
                    <a:ext cx="3380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4EEC4715-5E54-44C2-A1E0-778A4448020A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4591" y="1732650"/>
                    <a:ext cx="3378" cy="125724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599" name="Group 248">
                  <a:extLst>
                    <a:ext uri="{FF2B5EF4-FFF2-40B4-BE49-F238E27FC236}">
                      <a16:creationId xmlns:a16="http://schemas.microsoft.com/office/drawing/2014/main" id="{33F232FA-91D4-45C4-8CC2-72AD49E1216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50" name="Oval 249">
                    <a:extLst>
                      <a:ext uri="{FF2B5EF4-FFF2-40B4-BE49-F238E27FC236}">
                        <a16:creationId xmlns:a16="http://schemas.microsoft.com/office/drawing/2014/main" id="{3DDABD3C-CC78-4736-A27C-16F1528E535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04619" y="1787142"/>
                    <a:ext cx="355386" cy="232784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601" name="TextBox 250">
                    <a:extLst>
                      <a:ext uri="{FF2B5EF4-FFF2-40B4-BE49-F238E27FC236}">
                        <a16:creationId xmlns:a16="http://schemas.microsoft.com/office/drawing/2014/main" id="{85D2DBCE-1868-4204-8A3A-97A9B5FF3FA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2b</a:t>
                    </a:r>
                  </a:p>
                </p:txBody>
              </p:sp>
            </p:grpSp>
          </p:grpSp>
          <p:grpSp>
            <p:nvGrpSpPr>
              <p:cNvPr id="232550" name="Group 199">
                <a:extLst>
                  <a:ext uri="{FF2B5EF4-FFF2-40B4-BE49-F238E27FC236}">
                    <a16:creationId xmlns:a16="http://schemas.microsoft.com/office/drawing/2014/main" id="{9008B1E2-4629-4868-89EF-DE3D6E8262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585" name="Group 327">
                  <a:extLst>
                    <a:ext uri="{FF2B5EF4-FFF2-40B4-BE49-F238E27FC236}">
                      <a16:creationId xmlns:a16="http://schemas.microsoft.com/office/drawing/2014/main" id="{DC6A6442-FA1E-4FAC-9920-0598F5F09DE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39" name="Oval 238">
                    <a:extLst>
                      <a:ext uri="{FF2B5EF4-FFF2-40B4-BE49-F238E27FC236}">
                        <a16:creationId xmlns:a16="http://schemas.microsoft.com/office/drawing/2014/main" id="{EFCA278A-9B21-405D-938C-952337116636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02" y="1662004"/>
                    <a:ext cx="1125159" cy="35151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54C3FF6F-7928-4E42-879A-E837BC102C1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124" y="1738977"/>
                    <a:ext cx="1128537" cy="115461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1" name="Oval 240">
                    <a:extLst>
                      <a:ext uri="{FF2B5EF4-FFF2-40B4-BE49-F238E27FC236}">
                        <a16:creationId xmlns:a16="http://schemas.microsoft.com/office/drawing/2014/main" id="{9E42C3AA-DB1E-4DD7-8598-484521313304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124" y="1543979"/>
                    <a:ext cx="1125157" cy="351512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" name="Freeform 241">
                    <a:extLst>
                      <a:ext uri="{FF2B5EF4-FFF2-40B4-BE49-F238E27FC236}">
                        <a16:creationId xmlns:a16="http://schemas.microsoft.com/office/drawing/2014/main" id="{65DF8680-6484-432C-8E55-3A56AE6B4DB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325" y="1641478"/>
                    <a:ext cx="550754" cy="18986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3" name="Freeform 242">
                    <a:extLst>
                      <a:ext uri="{FF2B5EF4-FFF2-40B4-BE49-F238E27FC236}">
                        <a16:creationId xmlns:a16="http://schemas.microsoft.com/office/drawing/2014/main" id="{873369E3-0574-4B30-85E8-39EDFB7B764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886" y="1600426"/>
                    <a:ext cx="665633" cy="143683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4" name="Freeform 243">
                    <a:extLst>
                      <a:ext uri="{FF2B5EF4-FFF2-40B4-BE49-F238E27FC236}">
                        <a16:creationId xmlns:a16="http://schemas.microsoft.com/office/drawing/2014/main" id="{F2769D0F-3D5B-4854-A830-C02F1EB8C3F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757" y="1726149"/>
                    <a:ext cx="243277" cy="10006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5" name="Freeform 244">
                    <a:extLst>
                      <a:ext uri="{FF2B5EF4-FFF2-40B4-BE49-F238E27FC236}">
                        <a16:creationId xmlns:a16="http://schemas.microsoft.com/office/drawing/2014/main" id="{3295554E-1523-443E-AF77-C5751812FA9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748" y="1728714"/>
                    <a:ext cx="239900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48F552BE-CB11-437A-A73A-A5A8F5674427}"/>
                      </a:ext>
                    </a:extLst>
                  </p:cNvPr>
                  <p:cNvCxnSpPr>
                    <a:endCxn id="241" idx="2"/>
                  </p:cNvCxnSpPr>
                  <p:nvPr/>
                </p:nvCxnSpPr>
                <p:spPr bwMode="auto">
                  <a:xfrm flipH="1" flipV="1">
                    <a:off x="1871124" y="1733846"/>
                    <a:ext cx="3378" cy="125724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7" name="Straight Connector 246">
                    <a:extLst>
                      <a:ext uri="{FF2B5EF4-FFF2-40B4-BE49-F238E27FC236}">
                        <a16:creationId xmlns:a16="http://schemas.microsoft.com/office/drawing/2014/main" id="{A2297728-F8B1-4B57-9DDA-830F3D8AF29F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281" y="1731281"/>
                    <a:ext cx="3380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586" name="Group 235">
                  <a:extLst>
                    <a:ext uri="{FF2B5EF4-FFF2-40B4-BE49-F238E27FC236}">
                      <a16:creationId xmlns:a16="http://schemas.microsoft.com/office/drawing/2014/main" id="{FEBF512C-A95A-414C-AD8F-208B3B16E5E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37" name="Oval 236">
                    <a:extLst>
                      <a:ext uri="{FF2B5EF4-FFF2-40B4-BE49-F238E27FC236}">
                        <a16:creationId xmlns:a16="http://schemas.microsoft.com/office/drawing/2014/main" id="{539578DC-5450-43C5-89E5-AE5F461FD23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73" y="1765687"/>
                    <a:ext cx="355386" cy="253324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588" name="TextBox 237">
                    <a:extLst>
                      <a:ext uri="{FF2B5EF4-FFF2-40B4-BE49-F238E27FC236}">
                        <a16:creationId xmlns:a16="http://schemas.microsoft.com/office/drawing/2014/main" id="{15604249-A681-4500-939C-13616D28E87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2d</a:t>
                    </a:r>
                  </a:p>
                </p:txBody>
              </p:sp>
            </p:grpSp>
          </p:grpSp>
          <p:grpSp>
            <p:nvGrpSpPr>
              <p:cNvPr id="232551" name="Group 200">
                <a:extLst>
                  <a:ext uri="{FF2B5EF4-FFF2-40B4-BE49-F238E27FC236}">
                    <a16:creationId xmlns:a16="http://schemas.microsoft.com/office/drawing/2014/main" id="{F3CDF905-6F97-4985-BC97-692BA2A939A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572" name="Group 327">
                  <a:extLst>
                    <a:ext uri="{FF2B5EF4-FFF2-40B4-BE49-F238E27FC236}">
                      <a16:creationId xmlns:a16="http://schemas.microsoft.com/office/drawing/2014/main" id="{0B3B6DF4-6DD6-4C29-AFF9-BF4BDCE6EC9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26" name="Oval 225">
                    <a:extLst>
                      <a:ext uri="{FF2B5EF4-FFF2-40B4-BE49-F238E27FC236}">
                        <a16:creationId xmlns:a16="http://schemas.microsoft.com/office/drawing/2014/main" id="{1E5D1B51-9ACC-4C5C-A9AE-67F15602B1D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08" y="1693170"/>
                    <a:ext cx="1125157" cy="32072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C138F58D-F24A-4A82-A274-D9664C8F6F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928" y="1739354"/>
                    <a:ext cx="1128537" cy="115461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8" name="Oval 227">
                    <a:extLst>
                      <a:ext uri="{FF2B5EF4-FFF2-40B4-BE49-F238E27FC236}">
                        <a16:creationId xmlns:a16="http://schemas.microsoft.com/office/drawing/2014/main" id="{B5371B3D-91D5-42C6-A6BC-9F1C64AE595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928" y="1575144"/>
                    <a:ext cx="1125159" cy="320723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9" name="Freeform 228">
                    <a:extLst>
                      <a:ext uri="{FF2B5EF4-FFF2-40B4-BE49-F238E27FC236}">
                        <a16:creationId xmlns:a16="http://schemas.microsoft.com/office/drawing/2014/main" id="{BD01FDF3-CB1E-4AE2-810A-4B0B560A23A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132" y="1672644"/>
                    <a:ext cx="550752" cy="15907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0" name="Freeform 229">
                    <a:extLst>
                      <a:ext uri="{FF2B5EF4-FFF2-40B4-BE49-F238E27FC236}">
                        <a16:creationId xmlns:a16="http://schemas.microsoft.com/office/drawing/2014/main" id="{83B057BF-D562-4EC3-8184-207A59795DA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690" y="1631591"/>
                    <a:ext cx="665635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" name="Freeform 230">
                    <a:extLst>
                      <a:ext uri="{FF2B5EF4-FFF2-40B4-BE49-F238E27FC236}">
                        <a16:creationId xmlns:a16="http://schemas.microsoft.com/office/drawing/2014/main" id="{0F1E3B9D-01C4-4646-9A85-2422D6C75FF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563" y="1726526"/>
                    <a:ext cx="243277" cy="10006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" name="Freeform 231">
                    <a:extLst>
                      <a:ext uri="{FF2B5EF4-FFF2-40B4-BE49-F238E27FC236}">
                        <a16:creationId xmlns:a16="http://schemas.microsoft.com/office/drawing/2014/main" id="{E7108FF4-FAED-4B87-9725-A2D78251193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54" y="1729091"/>
                    <a:ext cx="239898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33" name="Straight Connector 232">
                    <a:extLst>
                      <a:ext uri="{FF2B5EF4-FFF2-40B4-BE49-F238E27FC236}">
                        <a16:creationId xmlns:a16="http://schemas.microsoft.com/office/drawing/2014/main" id="{D23EF85A-7E7C-49F7-9532-D57E27CA6D1C}"/>
                      </a:ext>
                    </a:extLst>
                  </p:cNvPr>
                  <p:cNvCxnSpPr>
                    <a:endCxn id="228" idx="2"/>
                  </p:cNvCxnSpPr>
                  <p:nvPr/>
                </p:nvCxnSpPr>
                <p:spPr bwMode="auto">
                  <a:xfrm flipH="1" flipV="1">
                    <a:off x="1870928" y="1734222"/>
                    <a:ext cx="3380" cy="125724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6ECDE1A6-5144-4E25-A6D6-4D3DF9735335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087" y="1731657"/>
                    <a:ext cx="3378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573" name="Group 222">
                  <a:extLst>
                    <a:ext uri="{FF2B5EF4-FFF2-40B4-BE49-F238E27FC236}">
                      <a16:creationId xmlns:a16="http://schemas.microsoft.com/office/drawing/2014/main" id="{9790085E-39E4-4593-84CE-0D3BE4D2232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24" name="Oval 223">
                    <a:extLst>
                      <a:ext uri="{FF2B5EF4-FFF2-40B4-BE49-F238E27FC236}">
                        <a16:creationId xmlns:a16="http://schemas.microsoft.com/office/drawing/2014/main" id="{FF93AC85-A6EE-4D80-A994-B4AC2254044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3984" y="1786478"/>
                    <a:ext cx="336771" cy="232784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575" name="TextBox 224">
                    <a:extLst>
                      <a:ext uri="{FF2B5EF4-FFF2-40B4-BE49-F238E27FC236}">
                        <a16:creationId xmlns:a16="http://schemas.microsoft.com/office/drawing/2014/main" id="{71026662-7305-4C17-9863-BEDD04725E6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2c</a:t>
                    </a:r>
                  </a:p>
                </p:txBody>
              </p:sp>
            </p:grpSp>
          </p:grpSp>
          <p:grpSp>
            <p:nvGrpSpPr>
              <p:cNvPr id="232552" name="Group 201">
                <a:extLst>
                  <a:ext uri="{FF2B5EF4-FFF2-40B4-BE49-F238E27FC236}">
                    <a16:creationId xmlns:a16="http://schemas.microsoft.com/office/drawing/2014/main" id="{C67EAC0B-C2A5-487D-8374-2D8A1B3735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2559" name="Group 327">
                  <a:extLst>
                    <a:ext uri="{FF2B5EF4-FFF2-40B4-BE49-F238E27FC236}">
                      <a16:creationId xmlns:a16="http://schemas.microsoft.com/office/drawing/2014/main" id="{6AD59158-422D-4BCB-82AC-7C8E62B689C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13" name="Oval 212">
                    <a:extLst>
                      <a:ext uri="{FF2B5EF4-FFF2-40B4-BE49-F238E27FC236}">
                        <a16:creationId xmlns:a16="http://schemas.microsoft.com/office/drawing/2014/main" id="{D44812AA-26AF-4E78-A168-4B83209F3A9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16" y="1692430"/>
                    <a:ext cx="1125159" cy="32072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4" name="Rectangle 213">
                    <a:extLst>
                      <a:ext uri="{FF2B5EF4-FFF2-40B4-BE49-F238E27FC236}">
                        <a16:creationId xmlns:a16="http://schemas.microsoft.com/office/drawing/2014/main" id="{0D9F61D1-8051-47EC-B021-4C8E811FD24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939" y="1741180"/>
                    <a:ext cx="1128537" cy="11289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5" name="Oval 214">
                    <a:extLst>
                      <a:ext uri="{FF2B5EF4-FFF2-40B4-BE49-F238E27FC236}">
                        <a16:creationId xmlns:a16="http://schemas.microsoft.com/office/drawing/2014/main" id="{19500FE8-723D-4313-8D58-80C4337FD58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939" y="1576971"/>
                    <a:ext cx="1125157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6" name="Freeform 215">
                    <a:extLst>
                      <a:ext uri="{FF2B5EF4-FFF2-40B4-BE49-F238E27FC236}">
                        <a16:creationId xmlns:a16="http://schemas.microsoft.com/office/drawing/2014/main" id="{010BA469-A482-498F-9129-36AE9366243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140" y="1674470"/>
                    <a:ext cx="550754" cy="159078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7" name="Freeform 216">
                    <a:extLst>
                      <a:ext uri="{FF2B5EF4-FFF2-40B4-BE49-F238E27FC236}">
                        <a16:creationId xmlns:a16="http://schemas.microsoft.com/office/drawing/2014/main" id="{6A004642-D350-4ABC-8CA0-710E2C66F4F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701" y="1633418"/>
                    <a:ext cx="665633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8" name="Freeform 217">
                    <a:extLst>
                      <a:ext uri="{FF2B5EF4-FFF2-40B4-BE49-F238E27FC236}">
                        <a16:creationId xmlns:a16="http://schemas.microsoft.com/office/drawing/2014/main" id="{FF90ADF8-7892-4B83-BB2E-3F21C935B07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572" y="1728351"/>
                    <a:ext cx="243277" cy="97499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9" name="Freeform 218">
                    <a:extLst>
                      <a:ext uri="{FF2B5EF4-FFF2-40B4-BE49-F238E27FC236}">
                        <a16:creationId xmlns:a16="http://schemas.microsoft.com/office/drawing/2014/main" id="{A0E4192A-75DF-4DAE-8582-F7B2B402130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63" y="1730917"/>
                    <a:ext cx="239900" cy="94933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20" name="Straight Connector 219">
                    <a:extLst>
                      <a:ext uri="{FF2B5EF4-FFF2-40B4-BE49-F238E27FC236}">
                        <a16:creationId xmlns:a16="http://schemas.microsoft.com/office/drawing/2014/main" id="{F604DFAF-439A-4C87-938B-FB45E5BCD81A}"/>
                      </a:ext>
                    </a:extLst>
                  </p:cNvPr>
                  <p:cNvCxnSpPr>
                    <a:endCxn id="215" idx="2"/>
                  </p:cNvCxnSpPr>
                  <p:nvPr/>
                </p:nvCxnSpPr>
                <p:spPr bwMode="auto">
                  <a:xfrm flipH="1" flipV="1">
                    <a:off x="1870939" y="1736049"/>
                    <a:ext cx="3378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1" name="Straight Connector 220">
                    <a:extLst>
                      <a:ext uri="{FF2B5EF4-FFF2-40B4-BE49-F238E27FC236}">
                        <a16:creationId xmlns:a16="http://schemas.microsoft.com/office/drawing/2014/main" id="{B0F3871F-D969-4B71-B0CC-1E4EF7CE1CE7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096" y="1733482"/>
                    <a:ext cx="3380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560" name="Group 209">
                  <a:extLst>
                    <a:ext uri="{FF2B5EF4-FFF2-40B4-BE49-F238E27FC236}">
                      <a16:creationId xmlns:a16="http://schemas.microsoft.com/office/drawing/2014/main" id="{9ED0DBB0-5D9A-4314-AB88-EFF1EDF7380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11" name="Oval 210">
                    <a:extLst>
                      <a:ext uri="{FF2B5EF4-FFF2-40B4-BE49-F238E27FC236}">
                        <a16:creationId xmlns:a16="http://schemas.microsoft.com/office/drawing/2014/main" id="{3D1C6225-0B40-4E2B-8F74-F871170497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681" y="1787697"/>
                    <a:ext cx="355386" cy="231072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562" name="TextBox 211">
                    <a:extLst>
                      <a:ext uri="{FF2B5EF4-FFF2-40B4-BE49-F238E27FC236}">
                        <a16:creationId xmlns:a16="http://schemas.microsoft.com/office/drawing/2014/main" id="{7E534026-CF2C-4C6F-86E6-9926CA646B3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2a</a:t>
                    </a:r>
                  </a:p>
                </p:txBody>
              </p:sp>
            </p:grpSp>
          </p:grpSp>
          <p:cxnSp>
            <p:nvCxnSpPr>
              <p:cNvPr id="232553" name="Straight Connector 202">
                <a:extLst>
                  <a:ext uri="{FF2B5EF4-FFF2-40B4-BE49-F238E27FC236}">
                    <a16:creationId xmlns:a16="http://schemas.microsoft.com/office/drawing/2014/main" id="{9D07F6CA-0318-4F28-8EDA-1AC22FC26A86}"/>
                  </a:ext>
                </a:extLst>
              </p:cNvPr>
              <p:cNvCxnSpPr>
                <a:cxnSpLocks noChangeShapeType="1"/>
                <a:stCxn id="232601" idx="2"/>
                <a:endCxn id="232588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554" name="Straight Connector 203">
                <a:extLst>
                  <a:ext uri="{FF2B5EF4-FFF2-40B4-BE49-F238E27FC236}">
                    <a16:creationId xmlns:a16="http://schemas.microsoft.com/office/drawing/2014/main" id="{05922C33-2C55-4DB1-BF15-5AEA6D51A77C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555" name="Straight Connector 204">
                <a:extLst>
                  <a:ext uri="{FF2B5EF4-FFF2-40B4-BE49-F238E27FC236}">
                    <a16:creationId xmlns:a16="http://schemas.microsoft.com/office/drawing/2014/main" id="{F84E997C-811A-4BA1-A36A-E09E67BAAE18}"/>
                  </a:ext>
                </a:extLst>
              </p:cNvPr>
              <p:cNvCxnSpPr>
                <a:cxnSpLocks noChangeShapeType="1"/>
                <a:stCxn id="252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556" name="Straight Connector 205">
                <a:extLst>
                  <a:ext uri="{FF2B5EF4-FFF2-40B4-BE49-F238E27FC236}">
                    <a16:creationId xmlns:a16="http://schemas.microsoft.com/office/drawing/2014/main" id="{F915E1D1-235B-4B52-A1E0-63F1EECBBE8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557" name="Straight Connector 206">
                <a:extLst>
                  <a:ext uri="{FF2B5EF4-FFF2-40B4-BE49-F238E27FC236}">
                    <a16:creationId xmlns:a16="http://schemas.microsoft.com/office/drawing/2014/main" id="{D4F78227-3F48-4E64-9B9D-2CABB1A503E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2558" name="Straight Connector 207">
                <a:extLst>
                  <a:ext uri="{FF2B5EF4-FFF2-40B4-BE49-F238E27FC236}">
                    <a16:creationId xmlns:a16="http://schemas.microsoft.com/office/drawing/2014/main" id="{9278AAF9-D75A-446B-A803-9CB54C83FC1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232456" name="Freeform 2">
            <a:extLst>
              <a:ext uri="{FF2B5EF4-FFF2-40B4-BE49-F238E27FC236}">
                <a16:creationId xmlns:a16="http://schemas.microsoft.com/office/drawing/2014/main" id="{A44FF62F-9F48-4322-8AF4-2AD3DAB05CD7}"/>
              </a:ext>
            </a:extLst>
          </p:cNvPr>
          <p:cNvSpPr>
            <a:spLocks/>
          </p:cNvSpPr>
          <p:nvPr/>
        </p:nvSpPr>
        <p:spPr bwMode="auto">
          <a:xfrm>
            <a:off x="5507038" y="3870325"/>
            <a:ext cx="2576512" cy="1671638"/>
          </a:xfrm>
          <a:custGeom>
            <a:avLst/>
            <a:gdLst>
              <a:gd name="T0" fmla="*/ 2147483646 w 10000"/>
              <a:gd name="T1" fmla="*/ 2147483646 h 10795"/>
              <a:gd name="T2" fmla="*/ 2147483646 w 10000"/>
              <a:gd name="T3" fmla="*/ 2147483646 h 10795"/>
              <a:gd name="T4" fmla="*/ 2147483646 w 10000"/>
              <a:gd name="T5" fmla="*/ 2147483646 h 10795"/>
              <a:gd name="T6" fmla="*/ 2147483646 w 10000"/>
              <a:gd name="T7" fmla="*/ 2147483646 h 10795"/>
              <a:gd name="T8" fmla="*/ 2147483646 w 10000"/>
              <a:gd name="T9" fmla="*/ 2147483646 h 10795"/>
              <a:gd name="T10" fmla="*/ 2147483646 w 10000"/>
              <a:gd name="T11" fmla="*/ 2147483646 h 10795"/>
              <a:gd name="T12" fmla="*/ 2147483646 w 10000"/>
              <a:gd name="T13" fmla="*/ 2147483646 h 10795"/>
              <a:gd name="T14" fmla="*/ 2147483646 w 10000"/>
              <a:gd name="T15" fmla="*/ 2147483646 h 10795"/>
              <a:gd name="T16" fmla="*/ 2147483646 w 10000"/>
              <a:gd name="T17" fmla="*/ 2147483646 h 10795"/>
              <a:gd name="T18" fmla="*/ 2147483646 w 10000"/>
              <a:gd name="T19" fmla="*/ 2147483646 h 107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000"/>
              <a:gd name="T31" fmla="*/ 0 h 10795"/>
              <a:gd name="T32" fmla="*/ 10000 w 10000"/>
              <a:gd name="T33" fmla="*/ 10795 h 10795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2457" name="Group 133">
            <a:extLst>
              <a:ext uri="{FF2B5EF4-FFF2-40B4-BE49-F238E27FC236}">
                <a16:creationId xmlns:a16="http://schemas.microsoft.com/office/drawing/2014/main" id="{637C361F-A528-47AE-8908-898B75DE6ED4}"/>
              </a:ext>
            </a:extLst>
          </p:cNvPr>
          <p:cNvGrpSpPr>
            <a:grpSpLocks/>
          </p:cNvGrpSpPr>
          <p:nvPr/>
        </p:nvGrpSpPr>
        <p:grpSpPr bwMode="auto">
          <a:xfrm>
            <a:off x="5730875" y="4005263"/>
            <a:ext cx="2216150" cy="1436687"/>
            <a:chOff x="833331" y="2873352"/>
            <a:chExt cx="2333625" cy="1590649"/>
          </a:xfrm>
        </p:grpSpPr>
        <p:grpSp>
          <p:nvGrpSpPr>
            <p:cNvPr id="232485" name="Group 134">
              <a:extLst>
                <a:ext uri="{FF2B5EF4-FFF2-40B4-BE49-F238E27FC236}">
                  <a16:creationId xmlns:a16="http://schemas.microsoft.com/office/drawing/2014/main" id="{1BB10133-438F-4475-9D79-109BDE2C1B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73352"/>
              <a:ext cx="565150" cy="369332"/>
              <a:chOff x="1736090" y="2873352"/>
              <a:chExt cx="565150" cy="369332"/>
            </a:xfrm>
          </p:grpSpPr>
          <p:grpSp>
            <p:nvGrpSpPr>
              <p:cNvPr id="232534" name="Group 327">
                <a:extLst>
                  <a:ext uri="{FF2B5EF4-FFF2-40B4-BE49-F238E27FC236}">
                    <a16:creationId xmlns:a16="http://schemas.microsoft.com/office/drawing/2014/main" id="{2CA4248E-45CA-4F06-B2B9-6A9DFE11F9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88" name="Oval 187">
                  <a:extLst>
                    <a:ext uri="{FF2B5EF4-FFF2-40B4-BE49-F238E27FC236}">
                      <a16:creationId xmlns:a16="http://schemas.microsoft.com/office/drawing/2014/main" id="{68885885-9A62-4AFC-A2B6-B8DE1F88FDCA}"/>
                    </a:ext>
                  </a:extLst>
                </p:cNvPr>
                <p:cNvSpPr/>
                <p:nvPr/>
              </p:nvSpPr>
              <p:spPr bwMode="auto">
                <a:xfrm flipV="1">
                  <a:off x="1874481" y="1693249"/>
                  <a:ext cx="1124770" cy="3214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D21FDEA3-E86C-448C-96B5-C50C998DE92A}"/>
                    </a:ext>
                  </a:extLst>
                </p:cNvPr>
                <p:cNvSpPr/>
                <p:nvPr/>
              </p:nvSpPr>
              <p:spPr bwMode="auto">
                <a:xfrm>
                  <a:off x="1871142" y="1740674"/>
                  <a:ext cx="1128108" cy="115927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Oval 189">
                  <a:extLst>
                    <a:ext uri="{FF2B5EF4-FFF2-40B4-BE49-F238E27FC236}">
                      <a16:creationId xmlns:a16="http://schemas.microsoft.com/office/drawing/2014/main" id="{07A22A1E-DCB7-47CD-AF15-89D19DCB7CC8}"/>
                    </a:ext>
                  </a:extLst>
                </p:cNvPr>
                <p:cNvSpPr/>
                <p:nvPr/>
              </p:nvSpPr>
              <p:spPr bwMode="auto">
                <a:xfrm flipV="1">
                  <a:off x="1871142" y="1577322"/>
                  <a:ext cx="1124772" cy="321433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F979026E-DDCA-425A-AB17-FAE0BEC20C47}"/>
                    </a:ext>
                  </a:extLst>
                </p:cNvPr>
                <p:cNvSpPr/>
                <p:nvPr/>
              </p:nvSpPr>
              <p:spPr bwMode="auto">
                <a:xfrm>
                  <a:off x="2158176" y="1674805"/>
                  <a:ext cx="550705" cy="15808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91">
                  <a:extLst>
                    <a:ext uri="{FF2B5EF4-FFF2-40B4-BE49-F238E27FC236}">
                      <a16:creationId xmlns:a16="http://schemas.microsoft.com/office/drawing/2014/main" id="{980CE068-8F1B-401D-939F-C508457A8980}"/>
                    </a:ext>
                  </a:extLst>
                </p:cNvPr>
                <p:cNvSpPr/>
                <p:nvPr/>
              </p:nvSpPr>
              <p:spPr bwMode="auto">
                <a:xfrm>
                  <a:off x="2101438" y="1635286"/>
                  <a:ext cx="664181" cy="110657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92">
                  <a:extLst>
                    <a:ext uri="{FF2B5EF4-FFF2-40B4-BE49-F238E27FC236}">
                      <a16:creationId xmlns:a16="http://schemas.microsoft.com/office/drawing/2014/main" id="{A80B882A-3CB7-4AAD-9A81-AF5EAD209BC6}"/>
                    </a:ext>
                  </a:extLst>
                </p:cNvPr>
                <p:cNvSpPr/>
                <p:nvPr/>
              </p:nvSpPr>
              <p:spPr bwMode="auto">
                <a:xfrm>
                  <a:off x="2535326" y="1730135"/>
                  <a:ext cx="243644" cy="9748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4" name="Freeform 193">
                  <a:extLst>
                    <a:ext uri="{FF2B5EF4-FFF2-40B4-BE49-F238E27FC236}">
                      <a16:creationId xmlns:a16="http://schemas.microsoft.com/office/drawing/2014/main" id="{FB53383E-238B-4734-B008-B59C29709A60}"/>
                    </a:ext>
                  </a:extLst>
                </p:cNvPr>
                <p:cNvSpPr/>
                <p:nvPr/>
              </p:nvSpPr>
              <p:spPr bwMode="auto">
                <a:xfrm>
                  <a:off x="2091424" y="1732769"/>
                  <a:ext cx="240307" cy="9484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2C58023D-9EE3-40DD-B64B-56411BDC235E}"/>
                    </a:ext>
                  </a:extLst>
                </p:cNvPr>
                <p:cNvCxnSpPr>
                  <a:endCxn id="190" idx="2"/>
                </p:cNvCxnSpPr>
                <p:nvPr/>
              </p:nvCxnSpPr>
              <p:spPr bwMode="auto">
                <a:xfrm flipH="1" flipV="1">
                  <a:off x="1871142" y="1735404"/>
                  <a:ext cx="3339" cy="1238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17EAAA48-CCA0-4DC8-A9CB-5A8179FC9CD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5914" y="1735404"/>
                  <a:ext cx="3337" cy="121196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535" name="Group 184">
                <a:extLst>
                  <a:ext uri="{FF2B5EF4-FFF2-40B4-BE49-F238E27FC236}">
                    <a16:creationId xmlns:a16="http://schemas.microsoft.com/office/drawing/2014/main" id="{F8A8675C-3B68-4B79-99C6-2A3B9D2CC5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86" name="Oval 185">
                  <a:extLst>
                    <a:ext uri="{FF2B5EF4-FFF2-40B4-BE49-F238E27FC236}">
                      <a16:creationId xmlns:a16="http://schemas.microsoft.com/office/drawing/2014/main" id="{CE017795-4030-4C8F-8375-43F34E077190}"/>
                    </a:ext>
                  </a:extLst>
                </p:cNvPr>
                <p:cNvSpPr/>
                <p:nvPr/>
              </p:nvSpPr>
              <p:spPr bwMode="auto">
                <a:xfrm>
                  <a:off x="704587" y="1787735"/>
                  <a:ext cx="356061" cy="23200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2537" name="TextBox 186">
                  <a:extLst>
                    <a:ext uri="{FF2B5EF4-FFF2-40B4-BE49-F238E27FC236}">
                      <a16:creationId xmlns:a16="http://schemas.microsoft.com/office/drawing/2014/main" id="{94DEDE27-CCA1-4DB5-8783-9A1CBA977FA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3b</a:t>
                  </a:r>
                </a:p>
              </p:txBody>
            </p:sp>
          </p:grpSp>
        </p:grpSp>
        <p:grpSp>
          <p:nvGrpSpPr>
            <p:cNvPr id="232486" name="Group 135">
              <a:extLst>
                <a:ext uri="{FF2B5EF4-FFF2-40B4-BE49-F238E27FC236}">
                  <a16:creationId xmlns:a16="http://schemas.microsoft.com/office/drawing/2014/main" id="{C41C6893-5BB6-4A43-B3DB-6DD7134361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40320" y="4094669"/>
              <a:ext cx="565150" cy="369332"/>
              <a:chOff x="1736090" y="2873352"/>
              <a:chExt cx="565150" cy="369332"/>
            </a:xfrm>
          </p:grpSpPr>
          <p:grpSp>
            <p:nvGrpSpPr>
              <p:cNvPr id="232521" name="Group 327">
                <a:extLst>
                  <a:ext uri="{FF2B5EF4-FFF2-40B4-BE49-F238E27FC236}">
                    <a16:creationId xmlns:a16="http://schemas.microsoft.com/office/drawing/2014/main" id="{083E6907-7CD7-4D56-A552-66CFB554CD4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40477872-737F-443B-8393-C40D8CDCAC46}"/>
                    </a:ext>
                  </a:extLst>
                </p:cNvPr>
                <p:cNvSpPr/>
                <p:nvPr/>
              </p:nvSpPr>
              <p:spPr bwMode="auto">
                <a:xfrm flipV="1">
                  <a:off x="1876047" y="1693596"/>
                  <a:ext cx="1124772" cy="3214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8910BF2E-6EC7-470C-A5C4-39D63634ABCC}"/>
                    </a:ext>
                  </a:extLst>
                </p:cNvPr>
                <p:cNvSpPr/>
                <p:nvPr/>
              </p:nvSpPr>
              <p:spPr bwMode="auto">
                <a:xfrm>
                  <a:off x="1872711" y="1741020"/>
                  <a:ext cx="1128108" cy="115927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Oval 176">
                  <a:extLst>
                    <a:ext uri="{FF2B5EF4-FFF2-40B4-BE49-F238E27FC236}">
                      <a16:creationId xmlns:a16="http://schemas.microsoft.com/office/drawing/2014/main" id="{01A14992-8FCD-4FBA-838C-C6885A829DE2}"/>
                    </a:ext>
                  </a:extLst>
                </p:cNvPr>
                <p:cNvSpPr/>
                <p:nvPr/>
              </p:nvSpPr>
              <p:spPr bwMode="auto">
                <a:xfrm flipV="1">
                  <a:off x="1872711" y="1609286"/>
                  <a:ext cx="1124770" cy="289817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177">
                  <a:extLst>
                    <a:ext uri="{FF2B5EF4-FFF2-40B4-BE49-F238E27FC236}">
                      <a16:creationId xmlns:a16="http://schemas.microsoft.com/office/drawing/2014/main" id="{BF832855-4E7C-4862-8233-E6F3A4A9857A}"/>
                    </a:ext>
                  </a:extLst>
                </p:cNvPr>
                <p:cNvSpPr/>
                <p:nvPr/>
              </p:nvSpPr>
              <p:spPr bwMode="auto">
                <a:xfrm>
                  <a:off x="2159744" y="1675154"/>
                  <a:ext cx="550703" cy="15808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Freeform 178">
                  <a:extLst>
                    <a:ext uri="{FF2B5EF4-FFF2-40B4-BE49-F238E27FC236}">
                      <a16:creationId xmlns:a16="http://schemas.microsoft.com/office/drawing/2014/main" id="{C2DA4B7F-DC76-48F5-99AE-76504C467BE9}"/>
                    </a:ext>
                  </a:extLst>
                </p:cNvPr>
                <p:cNvSpPr/>
                <p:nvPr/>
              </p:nvSpPr>
              <p:spPr bwMode="auto">
                <a:xfrm>
                  <a:off x="2103004" y="1635633"/>
                  <a:ext cx="664183" cy="110657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Freeform 179">
                  <a:extLst>
                    <a:ext uri="{FF2B5EF4-FFF2-40B4-BE49-F238E27FC236}">
                      <a16:creationId xmlns:a16="http://schemas.microsoft.com/office/drawing/2014/main" id="{4ED18E69-6E2A-4813-A1BB-725B972E4658}"/>
                    </a:ext>
                  </a:extLst>
                </p:cNvPr>
                <p:cNvSpPr/>
                <p:nvPr/>
              </p:nvSpPr>
              <p:spPr bwMode="auto">
                <a:xfrm>
                  <a:off x="2536892" y="1730482"/>
                  <a:ext cx="243646" cy="97485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180">
                  <a:extLst>
                    <a:ext uri="{FF2B5EF4-FFF2-40B4-BE49-F238E27FC236}">
                      <a16:creationId xmlns:a16="http://schemas.microsoft.com/office/drawing/2014/main" id="{C9BDCBF5-0349-4E50-8FFC-E2AC4DBFEA26}"/>
                    </a:ext>
                  </a:extLst>
                </p:cNvPr>
                <p:cNvSpPr/>
                <p:nvPr/>
              </p:nvSpPr>
              <p:spPr bwMode="auto">
                <a:xfrm>
                  <a:off x="2092992" y="1733117"/>
                  <a:ext cx="240307" cy="9484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B549EF5F-C487-4ED1-81AA-56AC5642413F}"/>
                    </a:ext>
                  </a:extLst>
                </p:cNvPr>
                <p:cNvCxnSpPr>
                  <a:endCxn id="177" idx="2"/>
                </p:cNvCxnSpPr>
                <p:nvPr/>
              </p:nvCxnSpPr>
              <p:spPr bwMode="auto">
                <a:xfrm flipH="1" flipV="1">
                  <a:off x="1872711" y="1735751"/>
                  <a:ext cx="3337" cy="123832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03098381-F075-4294-8CE8-5BA9F4FEBB5A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7480" y="1735751"/>
                  <a:ext cx="3339" cy="121196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522" name="Group 171">
                <a:extLst>
                  <a:ext uri="{FF2B5EF4-FFF2-40B4-BE49-F238E27FC236}">
                    <a16:creationId xmlns:a16="http://schemas.microsoft.com/office/drawing/2014/main" id="{8D620545-F448-40DE-A93A-62B000E4C6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3416EBF0-5A0E-4C2D-BEC8-BA5A69388142}"/>
                    </a:ext>
                  </a:extLst>
                </p:cNvPr>
                <p:cNvSpPr/>
                <p:nvPr/>
              </p:nvSpPr>
              <p:spPr bwMode="auto">
                <a:xfrm>
                  <a:off x="725431" y="1787968"/>
                  <a:ext cx="356062" cy="23200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2524" name="TextBox 173">
                  <a:extLst>
                    <a:ext uri="{FF2B5EF4-FFF2-40B4-BE49-F238E27FC236}">
                      <a16:creationId xmlns:a16="http://schemas.microsoft.com/office/drawing/2014/main" id="{C6975B56-3908-452F-B145-E08FC01784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3d</a:t>
                  </a:r>
                </a:p>
              </p:txBody>
            </p:sp>
          </p:grpSp>
        </p:grpSp>
        <p:grpSp>
          <p:nvGrpSpPr>
            <p:cNvPr id="232487" name="Group 136">
              <a:extLst>
                <a:ext uri="{FF2B5EF4-FFF2-40B4-BE49-F238E27FC236}">
                  <a16:creationId xmlns:a16="http://schemas.microsoft.com/office/drawing/2014/main" id="{ECA4EE5C-BE6E-4A1E-B3F5-3713D76775B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1806" y="3485072"/>
              <a:ext cx="565150" cy="369332"/>
              <a:chOff x="1736090" y="2873352"/>
              <a:chExt cx="565150" cy="369332"/>
            </a:xfrm>
          </p:grpSpPr>
          <p:grpSp>
            <p:nvGrpSpPr>
              <p:cNvPr id="232508" name="Group 327">
                <a:extLst>
                  <a:ext uri="{FF2B5EF4-FFF2-40B4-BE49-F238E27FC236}">
                    <a16:creationId xmlns:a16="http://schemas.microsoft.com/office/drawing/2014/main" id="{8A78695A-7389-49AA-9B2D-9757341F7C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C113B554-2E15-45EB-AF02-FBCDDAAC48F8}"/>
                    </a:ext>
                  </a:extLst>
                </p:cNvPr>
                <p:cNvSpPr/>
                <p:nvPr/>
              </p:nvSpPr>
              <p:spPr bwMode="auto">
                <a:xfrm flipV="1">
                  <a:off x="1874878" y="1693149"/>
                  <a:ext cx="1124770" cy="3214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81F40E0A-65DC-4F34-A0BB-42CF13E413FA}"/>
                    </a:ext>
                  </a:extLst>
                </p:cNvPr>
                <p:cNvSpPr/>
                <p:nvPr/>
              </p:nvSpPr>
              <p:spPr bwMode="auto">
                <a:xfrm>
                  <a:off x="1871540" y="1740574"/>
                  <a:ext cx="1128108" cy="115927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Oval 163">
                  <a:extLst>
                    <a:ext uri="{FF2B5EF4-FFF2-40B4-BE49-F238E27FC236}">
                      <a16:creationId xmlns:a16="http://schemas.microsoft.com/office/drawing/2014/main" id="{F1B4DA33-8308-4680-8C33-822484B8B6C8}"/>
                    </a:ext>
                  </a:extLst>
                </p:cNvPr>
                <p:cNvSpPr/>
                <p:nvPr/>
              </p:nvSpPr>
              <p:spPr bwMode="auto">
                <a:xfrm flipV="1">
                  <a:off x="1871540" y="1577223"/>
                  <a:ext cx="1124772" cy="321433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12154059-D533-4E78-991F-61FF2A62D7E5}"/>
                    </a:ext>
                  </a:extLst>
                </p:cNvPr>
                <p:cNvSpPr/>
                <p:nvPr/>
              </p:nvSpPr>
              <p:spPr bwMode="auto">
                <a:xfrm>
                  <a:off x="2158573" y="1674706"/>
                  <a:ext cx="550705" cy="15808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165">
                  <a:extLst>
                    <a:ext uri="{FF2B5EF4-FFF2-40B4-BE49-F238E27FC236}">
                      <a16:creationId xmlns:a16="http://schemas.microsoft.com/office/drawing/2014/main" id="{8840DFFD-B19A-4A14-9BF4-276867E75B70}"/>
                    </a:ext>
                  </a:extLst>
                </p:cNvPr>
                <p:cNvSpPr/>
                <p:nvPr/>
              </p:nvSpPr>
              <p:spPr bwMode="auto">
                <a:xfrm>
                  <a:off x="2101835" y="1635186"/>
                  <a:ext cx="664181" cy="110657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 166">
                  <a:extLst>
                    <a:ext uri="{FF2B5EF4-FFF2-40B4-BE49-F238E27FC236}">
                      <a16:creationId xmlns:a16="http://schemas.microsoft.com/office/drawing/2014/main" id="{EE2970D1-3DD8-4AA3-BFE3-B613CCDDD862}"/>
                    </a:ext>
                  </a:extLst>
                </p:cNvPr>
                <p:cNvSpPr/>
                <p:nvPr/>
              </p:nvSpPr>
              <p:spPr bwMode="auto">
                <a:xfrm>
                  <a:off x="2535723" y="1730035"/>
                  <a:ext cx="243644" cy="9748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167">
                  <a:extLst>
                    <a:ext uri="{FF2B5EF4-FFF2-40B4-BE49-F238E27FC236}">
                      <a16:creationId xmlns:a16="http://schemas.microsoft.com/office/drawing/2014/main" id="{675978F3-9361-42E7-BB63-7D77F7C6543C}"/>
                    </a:ext>
                  </a:extLst>
                </p:cNvPr>
                <p:cNvSpPr/>
                <p:nvPr/>
              </p:nvSpPr>
              <p:spPr bwMode="auto">
                <a:xfrm>
                  <a:off x="2091821" y="1732669"/>
                  <a:ext cx="240307" cy="9484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420F82DC-C6D2-464F-81CA-FBBA88FA284D}"/>
                    </a:ext>
                  </a:extLst>
                </p:cNvPr>
                <p:cNvCxnSpPr>
                  <a:endCxn id="164" idx="2"/>
                </p:cNvCxnSpPr>
                <p:nvPr/>
              </p:nvCxnSpPr>
              <p:spPr bwMode="auto">
                <a:xfrm flipH="1" flipV="1">
                  <a:off x="1871540" y="1735305"/>
                  <a:ext cx="3339" cy="1238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3B0A8C30-632A-42DC-B6C2-F0A5FAFFC92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311" y="1735305"/>
                  <a:ext cx="3337" cy="121196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509" name="Group 158">
                <a:extLst>
                  <a:ext uri="{FF2B5EF4-FFF2-40B4-BE49-F238E27FC236}">
                    <a16:creationId xmlns:a16="http://schemas.microsoft.com/office/drawing/2014/main" id="{F4255286-A088-4567-8780-939D054A240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28460" cy="369332"/>
                <a:chOff x="667045" y="1708643"/>
                <a:chExt cx="428460" cy="369332"/>
              </a:xfrm>
            </p:grpSpPr>
            <p:sp>
              <p:nvSpPr>
                <p:cNvPr id="160" name="Oval 159">
                  <a:extLst>
                    <a:ext uri="{FF2B5EF4-FFF2-40B4-BE49-F238E27FC236}">
                      <a16:creationId xmlns:a16="http://schemas.microsoft.com/office/drawing/2014/main" id="{33C23606-9F31-4975-AC55-3DCC3F784325}"/>
                    </a:ext>
                  </a:extLst>
                </p:cNvPr>
                <p:cNvSpPr/>
                <p:nvPr/>
              </p:nvSpPr>
              <p:spPr bwMode="auto">
                <a:xfrm>
                  <a:off x="724846" y="1787669"/>
                  <a:ext cx="357734" cy="23200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2511" name="TextBox 160">
                  <a:extLst>
                    <a:ext uri="{FF2B5EF4-FFF2-40B4-BE49-F238E27FC236}">
                      <a16:creationId xmlns:a16="http://schemas.microsoft.com/office/drawing/2014/main" id="{CE12A94A-F6C0-49EE-B001-6025B488E0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28460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3c</a:t>
                  </a:r>
                </a:p>
              </p:txBody>
            </p:sp>
          </p:grpSp>
        </p:grpSp>
        <p:grpSp>
          <p:nvGrpSpPr>
            <p:cNvPr id="232488" name="Group 137">
              <a:extLst>
                <a:ext uri="{FF2B5EF4-FFF2-40B4-BE49-F238E27FC236}">
                  <a16:creationId xmlns:a16="http://schemas.microsoft.com/office/drawing/2014/main" id="{50E25EDC-0063-4D50-9A34-CB34236F50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3331" y="3478719"/>
              <a:ext cx="565150" cy="369332"/>
              <a:chOff x="1736090" y="2873352"/>
              <a:chExt cx="565150" cy="369332"/>
            </a:xfrm>
          </p:grpSpPr>
          <p:grpSp>
            <p:nvGrpSpPr>
              <p:cNvPr id="232495" name="Group 327">
                <a:extLst>
                  <a:ext uri="{FF2B5EF4-FFF2-40B4-BE49-F238E27FC236}">
                    <a16:creationId xmlns:a16="http://schemas.microsoft.com/office/drawing/2014/main" id="{F9BAD6BF-1251-46B2-A48A-8A75B647CD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49" name="Oval 148">
                  <a:extLst>
                    <a:ext uri="{FF2B5EF4-FFF2-40B4-BE49-F238E27FC236}">
                      <a16:creationId xmlns:a16="http://schemas.microsoft.com/office/drawing/2014/main" id="{ABABB9E8-4F13-4925-8C6C-D60232D61E6F}"/>
                    </a:ext>
                  </a:extLst>
                </p:cNvPr>
                <p:cNvSpPr/>
                <p:nvPr/>
              </p:nvSpPr>
              <p:spPr bwMode="auto">
                <a:xfrm flipV="1">
                  <a:off x="1874616" y="1692134"/>
                  <a:ext cx="1124770" cy="3556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FC6073F4-7F11-4EE7-B657-3AA146A84BAC}"/>
                    </a:ext>
                  </a:extLst>
                </p:cNvPr>
                <p:cNvSpPr/>
                <p:nvPr/>
              </p:nvSpPr>
              <p:spPr bwMode="auto">
                <a:xfrm>
                  <a:off x="1871277" y="1742192"/>
                  <a:ext cx="1128108" cy="113293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7B4BB9A5-5FF4-47A0-8836-F5A71FDD233F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207"/>
                  <a:ext cx="1124772" cy="355683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7D3D9D93-DB6A-464D-A020-E2D05E9474AE}"/>
                    </a:ext>
                  </a:extLst>
                </p:cNvPr>
                <p:cNvSpPr/>
                <p:nvPr/>
              </p:nvSpPr>
              <p:spPr bwMode="auto">
                <a:xfrm>
                  <a:off x="2158310" y="1673690"/>
                  <a:ext cx="550705" cy="160717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Freeform 152">
                  <a:extLst>
                    <a:ext uri="{FF2B5EF4-FFF2-40B4-BE49-F238E27FC236}">
                      <a16:creationId xmlns:a16="http://schemas.microsoft.com/office/drawing/2014/main" id="{CCAAB5D0-8E3E-4BA4-9A08-67562AB4C20C}"/>
                    </a:ext>
                  </a:extLst>
                </p:cNvPr>
                <p:cNvSpPr/>
                <p:nvPr/>
              </p:nvSpPr>
              <p:spPr bwMode="auto">
                <a:xfrm>
                  <a:off x="2101572" y="1634170"/>
                  <a:ext cx="664181" cy="110657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4" name="Freeform 153">
                  <a:extLst>
                    <a:ext uri="{FF2B5EF4-FFF2-40B4-BE49-F238E27FC236}">
                      <a16:creationId xmlns:a16="http://schemas.microsoft.com/office/drawing/2014/main" id="{6430C8F9-FA34-4078-A398-483B571DD133}"/>
                    </a:ext>
                  </a:extLst>
                </p:cNvPr>
                <p:cNvSpPr/>
                <p:nvPr/>
              </p:nvSpPr>
              <p:spPr bwMode="auto">
                <a:xfrm>
                  <a:off x="2535460" y="1729020"/>
                  <a:ext cx="243644" cy="9748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5" name="Freeform 154">
                  <a:extLst>
                    <a:ext uri="{FF2B5EF4-FFF2-40B4-BE49-F238E27FC236}">
                      <a16:creationId xmlns:a16="http://schemas.microsoft.com/office/drawing/2014/main" id="{3C7F9E85-0490-4AEC-AB62-488091764361}"/>
                    </a:ext>
                  </a:extLst>
                </p:cNvPr>
                <p:cNvSpPr/>
                <p:nvPr/>
              </p:nvSpPr>
              <p:spPr bwMode="auto">
                <a:xfrm>
                  <a:off x="2091558" y="1731653"/>
                  <a:ext cx="240307" cy="94849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EA6A07B5-0B8A-4D79-8F6F-7515A229EF5B}"/>
                    </a:ext>
                  </a:extLst>
                </p:cNvPr>
                <p:cNvCxnSpPr>
                  <a:endCxn id="151" idx="2"/>
                </p:cNvCxnSpPr>
                <p:nvPr/>
              </p:nvCxnSpPr>
              <p:spPr bwMode="auto">
                <a:xfrm flipH="1" flipV="1">
                  <a:off x="1871277" y="1736923"/>
                  <a:ext cx="3339" cy="123832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E6C3F5C1-DCFB-43C7-97C5-66C2FC139184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049" y="1734289"/>
                  <a:ext cx="3337" cy="1238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496" name="Group 145">
                <a:extLst>
                  <a:ext uri="{FF2B5EF4-FFF2-40B4-BE49-F238E27FC236}">
                    <a16:creationId xmlns:a16="http://schemas.microsoft.com/office/drawing/2014/main" id="{E05F3538-7702-490E-9DFF-379DF9D0DB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EEA657AD-3CE6-4D90-8FB7-8940912A4FC6}"/>
                    </a:ext>
                  </a:extLst>
                </p:cNvPr>
                <p:cNvSpPr/>
                <p:nvPr/>
              </p:nvSpPr>
              <p:spPr bwMode="auto">
                <a:xfrm>
                  <a:off x="704654" y="1786991"/>
                  <a:ext cx="356061" cy="23200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2498" name="TextBox 147">
                  <a:extLst>
                    <a:ext uri="{FF2B5EF4-FFF2-40B4-BE49-F238E27FC236}">
                      <a16:creationId xmlns:a16="http://schemas.microsoft.com/office/drawing/2014/main" id="{5DDAB635-947B-45DA-90CD-F2BCF40DFE0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3a</a:t>
                  </a:r>
                </a:p>
              </p:txBody>
            </p:sp>
          </p:grpSp>
        </p:grpSp>
        <p:cxnSp>
          <p:nvCxnSpPr>
            <p:cNvPr id="232489" name="Straight Connector 138">
              <a:extLst>
                <a:ext uri="{FF2B5EF4-FFF2-40B4-BE49-F238E27FC236}">
                  <a16:creationId xmlns:a16="http://schemas.microsoft.com/office/drawing/2014/main" id="{736F776F-68C6-4044-842F-1B6831472549}"/>
                </a:ext>
              </a:extLst>
            </p:cNvPr>
            <p:cNvCxnSpPr>
              <a:cxnSpLocks noChangeShapeType="1"/>
              <a:stCxn id="232537" idx="2"/>
              <a:endCxn id="232524" idx="0"/>
            </p:cNvCxnSpPr>
            <p:nvPr/>
          </p:nvCxnSpPr>
          <p:spPr bwMode="auto">
            <a:xfrm>
              <a:off x="1991073" y="3242684"/>
              <a:ext cx="4230" cy="851985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2490" name="Straight Connector 139">
              <a:extLst>
                <a:ext uri="{FF2B5EF4-FFF2-40B4-BE49-F238E27FC236}">
                  <a16:creationId xmlns:a16="http://schemas.microsoft.com/office/drawing/2014/main" id="{6E3B49D6-8C4D-40FB-BD02-CAF3CA494D3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407477" y="3648621"/>
              <a:ext cx="1204913" cy="6353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2491" name="Straight Connector 140">
              <a:extLst>
                <a:ext uri="{FF2B5EF4-FFF2-40B4-BE49-F238E27FC236}">
                  <a16:creationId xmlns:a16="http://schemas.microsoft.com/office/drawing/2014/main" id="{16E48AB0-94D7-4244-9A4C-897546E27542}"/>
                </a:ext>
              </a:extLst>
            </p:cNvPr>
            <p:cNvCxnSpPr>
              <a:cxnSpLocks noChangeShapeType="1"/>
              <a:stCxn id="188" idx="7"/>
            </p:cNvCxnSpPr>
            <p:nvPr/>
          </p:nvCxnSpPr>
          <p:spPr bwMode="auto">
            <a:xfrm>
              <a:off x="2218708" y="3154477"/>
              <a:ext cx="480042" cy="369773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2492" name="Straight Connector 141">
              <a:extLst>
                <a:ext uri="{FF2B5EF4-FFF2-40B4-BE49-F238E27FC236}">
                  <a16:creationId xmlns:a16="http://schemas.microsoft.com/office/drawing/2014/main" id="{E9FE7885-41A1-4980-AE67-26314E0BB74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300073" y="3786304"/>
              <a:ext cx="477927" cy="357071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2493" name="Straight Connector 142">
              <a:extLst>
                <a:ext uri="{FF2B5EF4-FFF2-40B4-BE49-F238E27FC236}">
                  <a16:creationId xmlns:a16="http://schemas.microsoft.com/office/drawing/2014/main" id="{E3D1520E-2D02-4AEA-A205-7E89B61C172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196042" y="3783542"/>
              <a:ext cx="508002" cy="34925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2494" name="Straight Connector 143">
              <a:extLst>
                <a:ext uri="{FF2B5EF4-FFF2-40B4-BE49-F238E27FC236}">
                  <a16:creationId xmlns:a16="http://schemas.microsoft.com/office/drawing/2014/main" id="{F01B1D33-4CFA-41F4-8CA5-7B87004A41E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87553" y="3166946"/>
              <a:ext cx="508002" cy="34925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32458" name="Straight Connector 127">
            <a:extLst>
              <a:ext uri="{FF2B5EF4-FFF2-40B4-BE49-F238E27FC236}">
                <a16:creationId xmlns:a16="http://schemas.microsoft.com/office/drawing/2014/main" id="{F5DB2FB5-49FE-437B-A7CD-34F8B31D1F52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046413" y="4899025"/>
            <a:ext cx="481012" cy="744538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2459" name="Straight Connector 128">
            <a:extLst>
              <a:ext uri="{FF2B5EF4-FFF2-40B4-BE49-F238E27FC236}">
                <a16:creationId xmlns:a16="http://schemas.microsoft.com/office/drawing/2014/main" id="{91732F7C-8E73-4656-B8C3-DC3FF07A568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2913" y="4840288"/>
            <a:ext cx="338137" cy="823912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2460" name="TextBox 129">
            <a:extLst>
              <a:ext uri="{FF2B5EF4-FFF2-40B4-BE49-F238E27FC236}">
                <a16:creationId xmlns:a16="http://schemas.microsoft.com/office/drawing/2014/main" id="{8BC3055A-A7B9-4F58-9709-B1D7A4240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00" y="4997450"/>
            <a:ext cx="7540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 2</a:t>
            </a:r>
          </a:p>
        </p:txBody>
      </p:sp>
      <p:sp>
        <p:nvSpPr>
          <p:cNvPr id="232461" name="TextBox 130">
            <a:extLst>
              <a:ext uri="{FF2B5EF4-FFF2-40B4-BE49-F238E27FC236}">
                <a16:creationId xmlns:a16="http://schemas.microsoft.com/office/drawing/2014/main" id="{DBE805B3-3C42-48CD-B673-145391EC7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550" y="3911600"/>
            <a:ext cx="7540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 3</a:t>
            </a:r>
          </a:p>
        </p:txBody>
      </p:sp>
      <p:sp>
        <p:nvSpPr>
          <p:cNvPr id="232462" name="TextBox 131">
            <a:extLst>
              <a:ext uri="{FF2B5EF4-FFF2-40B4-BE49-F238E27FC236}">
                <a16:creationId xmlns:a16="http://schemas.microsoft.com/office/drawing/2014/main" id="{F324EF5E-22CC-4F0B-9965-B67719CFA9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650" y="4121150"/>
            <a:ext cx="7540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 1</a:t>
            </a:r>
          </a:p>
        </p:txBody>
      </p:sp>
      <p:grpSp>
        <p:nvGrpSpPr>
          <p:cNvPr id="117772" name="Group 10">
            <a:extLst>
              <a:ext uri="{FF2B5EF4-FFF2-40B4-BE49-F238E27FC236}">
                <a16:creationId xmlns:a16="http://schemas.microsoft.com/office/drawing/2014/main" id="{7D350F26-7DD8-4D9D-8334-D0F411A2876F}"/>
              </a:ext>
            </a:extLst>
          </p:cNvPr>
          <p:cNvGrpSpPr>
            <a:grpSpLocks/>
          </p:cNvGrpSpPr>
          <p:nvPr/>
        </p:nvGrpSpPr>
        <p:grpSpPr bwMode="auto">
          <a:xfrm>
            <a:off x="7070725" y="4972050"/>
            <a:ext cx="1701800" cy="617538"/>
            <a:chOff x="7073692" y="5469792"/>
            <a:chExt cx="1701734" cy="616172"/>
          </a:xfrm>
        </p:grpSpPr>
        <p:grpSp>
          <p:nvGrpSpPr>
            <p:cNvPr id="232469" name="Group 9">
              <a:extLst>
                <a:ext uri="{FF2B5EF4-FFF2-40B4-BE49-F238E27FC236}">
                  <a16:creationId xmlns:a16="http://schemas.microsoft.com/office/drawing/2014/main" id="{31F754C2-EB61-432B-B5DE-8A6BC1ACA7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3692" y="5469792"/>
              <a:ext cx="1701734" cy="616172"/>
              <a:chOff x="6946249" y="5096269"/>
              <a:chExt cx="1701734" cy="616172"/>
            </a:xfrm>
          </p:grpSpPr>
          <p:sp>
            <p:nvSpPr>
              <p:cNvPr id="232471" name="Freeform 2">
                <a:extLst>
                  <a:ext uri="{FF2B5EF4-FFF2-40B4-BE49-F238E27FC236}">
                    <a16:creationId xmlns:a16="http://schemas.microsoft.com/office/drawing/2014/main" id="{181BF066-0775-40DF-A447-FAC52C2F38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46249" y="5096269"/>
                <a:ext cx="1701734" cy="616172"/>
              </a:xfrm>
              <a:custGeom>
                <a:avLst/>
                <a:gdLst>
                  <a:gd name="T0" fmla="*/ 2147483646 w 11293"/>
                  <a:gd name="T1" fmla="*/ 2147483646 h 11127"/>
                  <a:gd name="T2" fmla="*/ 2147483646 w 11293"/>
                  <a:gd name="T3" fmla="*/ 2147483646 h 11127"/>
                  <a:gd name="T4" fmla="*/ 2147483646 w 11293"/>
                  <a:gd name="T5" fmla="*/ 2147483646 h 11127"/>
                  <a:gd name="T6" fmla="*/ 2147483646 w 11293"/>
                  <a:gd name="T7" fmla="*/ 2147483646 h 11127"/>
                  <a:gd name="T8" fmla="*/ 2147483646 w 11293"/>
                  <a:gd name="T9" fmla="*/ 2147483646 h 11127"/>
                  <a:gd name="T10" fmla="*/ 2147483646 w 11293"/>
                  <a:gd name="T11" fmla="*/ 2147483646 h 11127"/>
                  <a:gd name="T12" fmla="*/ 2147483646 w 11293"/>
                  <a:gd name="T13" fmla="*/ 2147483646 h 11127"/>
                  <a:gd name="T14" fmla="*/ 2147483646 w 11293"/>
                  <a:gd name="T15" fmla="*/ 2147483646 h 1112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293"/>
                  <a:gd name="T25" fmla="*/ 0 h 11127"/>
                  <a:gd name="T26" fmla="*/ 11293 w 11293"/>
                  <a:gd name="T27" fmla="*/ 11127 h 11127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293" h="11127">
                    <a:moveTo>
                      <a:pt x="40" y="9082"/>
                    </a:moveTo>
                    <a:cubicBezTo>
                      <a:pt x="352" y="7566"/>
                      <a:pt x="3280" y="1761"/>
                      <a:pt x="4577" y="470"/>
                    </a:cubicBezTo>
                    <a:cubicBezTo>
                      <a:pt x="5874" y="-821"/>
                      <a:pt x="6795" y="914"/>
                      <a:pt x="7822" y="1336"/>
                    </a:cubicBezTo>
                    <a:cubicBezTo>
                      <a:pt x="8849" y="1758"/>
                      <a:pt x="10193" y="1947"/>
                      <a:pt x="10740" y="3004"/>
                    </a:cubicBezTo>
                    <a:cubicBezTo>
                      <a:pt x="11287" y="4061"/>
                      <a:pt x="11468" y="6337"/>
                      <a:pt x="11102" y="7683"/>
                    </a:cubicBezTo>
                    <a:cubicBezTo>
                      <a:pt x="10736" y="9030"/>
                      <a:pt x="9940" y="10771"/>
                      <a:pt x="8541" y="11085"/>
                    </a:cubicBezTo>
                    <a:cubicBezTo>
                      <a:pt x="7141" y="11398"/>
                      <a:pt x="4122" y="9898"/>
                      <a:pt x="2705" y="9564"/>
                    </a:cubicBezTo>
                    <a:cubicBezTo>
                      <a:pt x="1288" y="9230"/>
                      <a:pt x="-272" y="10598"/>
                      <a:pt x="40" y="9082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32472" name="Group 327">
                <a:extLst>
                  <a:ext uri="{FF2B5EF4-FFF2-40B4-BE49-F238E27FC236}">
                    <a16:creationId xmlns:a16="http://schemas.microsoft.com/office/drawing/2014/main" id="{98E58B0B-02F7-48D5-A791-3A302A0EF2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08175" y="5241780"/>
                <a:ext cx="536554" cy="263548"/>
                <a:chOff x="1871277" y="1576300"/>
                <a:chExt cx="1128371" cy="437861"/>
              </a:xfrm>
            </p:grpSpPr>
            <p:sp>
              <p:nvSpPr>
                <p:cNvPr id="374" name="Oval 373">
                  <a:extLst>
                    <a:ext uri="{FF2B5EF4-FFF2-40B4-BE49-F238E27FC236}">
                      <a16:creationId xmlns:a16="http://schemas.microsoft.com/office/drawing/2014/main" id="{5781A9F8-7AE9-402A-9BC2-22F44787B59E}"/>
                    </a:ext>
                  </a:extLst>
                </p:cNvPr>
                <p:cNvSpPr/>
                <p:nvPr/>
              </p:nvSpPr>
              <p:spPr bwMode="auto">
                <a:xfrm flipV="1">
                  <a:off x="1874747" y="1692451"/>
                  <a:ext cx="1125032" cy="32106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5" name="Rectangle 374">
                  <a:extLst>
                    <a:ext uri="{FF2B5EF4-FFF2-40B4-BE49-F238E27FC236}">
                      <a16:creationId xmlns:a16="http://schemas.microsoft.com/office/drawing/2014/main" id="{3C3FAC0F-1755-4FEE-9B36-83900AFACDFC}"/>
                    </a:ext>
                  </a:extLst>
                </p:cNvPr>
                <p:cNvSpPr/>
                <p:nvPr/>
              </p:nvSpPr>
              <p:spPr bwMode="auto">
                <a:xfrm>
                  <a:off x="1871407" y="1739821"/>
                  <a:ext cx="1128371" cy="115793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1B0F1107-8FCF-4BEE-A06F-E588D48F36A3}"/>
                    </a:ext>
                  </a:extLst>
                </p:cNvPr>
                <p:cNvSpPr/>
                <p:nvPr/>
              </p:nvSpPr>
              <p:spPr bwMode="auto">
                <a:xfrm flipV="1">
                  <a:off x="1871407" y="1576658"/>
                  <a:ext cx="1125034" cy="321062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Freeform 376">
                  <a:extLst>
                    <a:ext uri="{FF2B5EF4-FFF2-40B4-BE49-F238E27FC236}">
                      <a16:creationId xmlns:a16="http://schemas.microsoft.com/office/drawing/2014/main" id="{6F097516-E766-4187-811C-EFEB16C568AB}"/>
                    </a:ext>
                  </a:extLst>
                </p:cNvPr>
                <p:cNvSpPr/>
                <p:nvPr/>
              </p:nvSpPr>
              <p:spPr bwMode="auto">
                <a:xfrm>
                  <a:off x="2158508" y="1674030"/>
                  <a:ext cx="550833" cy="15789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8" name="Freeform 377">
                  <a:extLst>
                    <a:ext uri="{FF2B5EF4-FFF2-40B4-BE49-F238E27FC236}">
                      <a16:creationId xmlns:a16="http://schemas.microsoft.com/office/drawing/2014/main" id="{F6C47F84-CAB6-467D-B70C-5BA39A3670EC}"/>
                    </a:ext>
                  </a:extLst>
                </p:cNvPr>
                <p:cNvSpPr/>
                <p:nvPr/>
              </p:nvSpPr>
              <p:spPr bwMode="auto">
                <a:xfrm>
                  <a:off x="2101756" y="1634554"/>
                  <a:ext cx="664336" cy="110530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9" name="Freeform 378">
                  <a:extLst>
                    <a:ext uri="{FF2B5EF4-FFF2-40B4-BE49-F238E27FC236}">
                      <a16:creationId xmlns:a16="http://schemas.microsoft.com/office/drawing/2014/main" id="{99972D9B-4045-4932-ACEF-24D3879067AA}"/>
                    </a:ext>
                  </a:extLst>
                </p:cNvPr>
                <p:cNvSpPr/>
                <p:nvPr/>
              </p:nvSpPr>
              <p:spPr bwMode="auto">
                <a:xfrm>
                  <a:off x="2535745" y="1729294"/>
                  <a:ext cx="243700" cy="97372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0" name="Freeform 379">
                  <a:extLst>
                    <a:ext uri="{FF2B5EF4-FFF2-40B4-BE49-F238E27FC236}">
                      <a16:creationId xmlns:a16="http://schemas.microsoft.com/office/drawing/2014/main" id="{3352B51B-48F0-4D87-A1AE-E841C9DC00B8}"/>
                    </a:ext>
                  </a:extLst>
                </p:cNvPr>
                <p:cNvSpPr/>
                <p:nvPr/>
              </p:nvSpPr>
              <p:spPr bwMode="auto">
                <a:xfrm>
                  <a:off x="2091740" y="1731927"/>
                  <a:ext cx="240363" cy="94740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1" name="Straight Connector 380">
                  <a:extLst>
                    <a:ext uri="{FF2B5EF4-FFF2-40B4-BE49-F238E27FC236}">
                      <a16:creationId xmlns:a16="http://schemas.microsoft.com/office/drawing/2014/main" id="{D68B86D8-F092-460A-B930-79258EC8278B}"/>
                    </a:ext>
                  </a:extLst>
                </p:cNvPr>
                <p:cNvCxnSpPr>
                  <a:endCxn id="376" idx="2"/>
                </p:cNvCxnSpPr>
                <p:nvPr/>
              </p:nvCxnSpPr>
              <p:spPr bwMode="auto">
                <a:xfrm flipH="1" flipV="1">
                  <a:off x="1871407" y="1734557"/>
                  <a:ext cx="3339" cy="123689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2" name="Straight Connector 381">
                  <a:extLst>
                    <a:ext uri="{FF2B5EF4-FFF2-40B4-BE49-F238E27FC236}">
                      <a16:creationId xmlns:a16="http://schemas.microsoft.com/office/drawing/2014/main" id="{1066F690-8CF9-4EA7-B96F-96FD36CC7788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41" y="1734557"/>
                  <a:ext cx="3337" cy="121056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473" name="Group 370">
                <a:extLst>
                  <a:ext uri="{FF2B5EF4-FFF2-40B4-BE49-F238E27FC236}">
                    <a16:creationId xmlns:a16="http://schemas.microsoft.com/office/drawing/2014/main" id="{5C3DA2BB-27E6-49A6-8443-9B8A147FDFF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876581" y="5223365"/>
                <a:ext cx="466894" cy="369332"/>
                <a:chOff x="599495" y="1708643"/>
                <a:chExt cx="491778" cy="409344"/>
              </a:xfrm>
            </p:grpSpPr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234392B2-689D-4CDC-BA25-01399D0D2281}"/>
                    </a:ext>
                  </a:extLst>
                </p:cNvPr>
                <p:cNvSpPr/>
                <p:nvPr/>
              </p:nvSpPr>
              <p:spPr bwMode="auto">
                <a:xfrm>
                  <a:off x="724801" y="1787227"/>
                  <a:ext cx="356145" cy="231738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2475" name="TextBox 372">
                  <a:extLst>
                    <a:ext uri="{FF2B5EF4-FFF2-40B4-BE49-F238E27FC236}">
                      <a16:creationId xmlns:a16="http://schemas.microsoft.com/office/drawing/2014/main" id="{3FC73AAA-D7CB-47F6-9FA6-A63A47A973C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99495" y="1708643"/>
                  <a:ext cx="491778" cy="40934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X</a:t>
                  </a:r>
                </a:p>
              </p:txBody>
            </p:sp>
          </p:grpSp>
        </p:grpSp>
        <p:cxnSp>
          <p:nvCxnSpPr>
            <p:cNvPr id="232470" name="Straight Connector 401">
              <a:extLst>
                <a:ext uri="{FF2B5EF4-FFF2-40B4-BE49-F238E27FC236}">
                  <a16:creationId xmlns:a16="http://schemas.microsoft.com/office/drawing/2014/main" id="{19E7AE17-6B1E-4601-BBE6-B4E0BB4EDB9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133690" y="5764030"/>
              <a:ext cx="870024" cy="9999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17776" name="Group 117">
            <a:extLst>
              <a:ext uri="{FF2B5EF4-FFF2-40B4-BE49-F238E27FC236}">
                <a16:creationId xmlns:a16="http://schemas.microsoft.com/office/drawing/2014/main" id="{3FD7708C-86ED-4D6B-A8E4-EC6BCFAE69E3}"/>
              </a:ext>
            </a:extLst>
          </p:cNvPr>
          <p:cNvGrpSpPr>
            <a:grpSpLocks/>
          </p:cNvGrpSpPr>
          <p:nvPr/>
        </p:nvGrpSpPr>
        <p:grpSpPr bwMode="auto">
          <a:xfrm>
            <a:off x="5713413" y="4938713"/>
            <a:ext cx="2590800" cy="1117600"/>
            <a:chOff x="2244" y="2236"/>
            <a:chExt cx="1632" cy="704"/>
          </a:xfrm>
        </p:grpSpPr>
        <p:sp>
          <p:nvSpPr>
            <p:cNvPr id="232467" name="AutoShape 118">
              <a:extLst>
                <a:ext uri="{FF2B5EF4-FFF2-40B4-BE49-F238E27FC236}">
                  <a16:creationId xmlns:a16="http://schemas.microsoft.com/office/drawing/2014/main" id="{1751CF74-3A57-4886-B2AA-6C0B6AC094F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4002035">
              <a:off x="2089" y="2391"/>
              <a:ext cx="484" cy="174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32468" name="Text Box 119">
              <a:extLst>
                <a:ext uri="{FF2B5EF4-FFF2-40B4-BE49-F238E27FC236}">
                  <a16:creationId xmlns:a16="http://schemas.microsoft.com/office/drawing/2014/main" id="{8CA0D20B-EC72-40B3-A404-F210FE8DAF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25" y="2614"/>
              <a:ext cx="1551" cy="3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BGP advertisement: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AS3, X</a:t>
              </a:r>
            </a:p>
          </p:txBody>
        </p:sp>
      </p:grpSp>
      <p:sp>
        <p:nvSpPr>
          <p:cNvPr id="232465" name="Slide Number Placeholder 5">
            <a:extLst>
              <a:ext uri="{FF2B5EF4-FFF2-40B4-BE49-F238E27FC236}">
                <a16:creationId xmlns:a16="http://schemas.microsoft.com/office/drawing/2014/main" id="{5FCC8B32-B0E4-497F-8E81-CA37A2DB5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CEBF60ED-8F72-4368-8899-24EEA408E25D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2466" name="Footer Placeholder 2">
            <a:extLst>
              <a:ext uri="{FF2B5EF4-FFF2-40B4-BE49-F238E27FC236}">
                <a16:creationId xmlns:a16="http://schemas.microsoft.com/office/drawing/2014/main" id="{ADA3A450-4344-4C36-98A4-6B40431C4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7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6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6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7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2" name="Rectangle 2">
            <a:extLst>
              <a:ext uri="{FF2B5EF4-FFF2-40B4-BE49-F238E27FC236}">
                <a16:creationId xmlns:a16="http://schemas.microsoft.com/office/drawing/2014/main" id="{040D93DA-60F1-45F6-A125-E806D01874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7825" y="150813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Path attributes and BGP routes</a:t>
            </a:r>
          </a:p>
        </p:txBody>
      </p:sp>
      <p:sp>
        <p:nvSpPr>
          <p:cNvPr id="234499" name="Rectangle 3">
            <a:extLst>
              <a:ext uri="{FF2B5EF4-FFF2-40B4-BE49-F238E27FC236}">
                <a16:creationId xmlns:a16="http://schemas.microsoft.com/office/drawing/2014/main" id="{C641562C-248F-4D6B-981F-A6C6BB16E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66725" y="1422400"/>
            <a:ext cx="8247063" cy="4648200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advertised prefix includes BGP attributes </a:t>
            </a:r>
          </a:p>
          <a:p>
            <a:pPr lvl="1"/>
            <a:r>
              <a:rPr lang="en-US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prefix + attributes = </a:t>
            </a:r>
            <a:r>
              <a:rPr lang="ja-JP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route</a:t>
            </a:r>
            <a:r>
              <a:rPr lang="ja-JP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”</a:t>
            </a:r>
            <a:endParaRPr lang="en-US" altLang="ja-JP" dirty="0">
              <a:solidFill>
                <a:srgbClr val="0070C0"/>
              </a:solidFill>
              <a:ea typeface="ＭＳ Ｐゴシック" panose="020B0600070205080204" pitchFamily="34" charset="-128"/>
            </a:endParaRPr>
          </a:p>
          <a:p>
            <a:r>
              <a:rPr lang="en-US" altLang="en-US" dirty="0">
                <a:ea typeface="ＭＳ Ｐゴシック" panose="020B0600070205080204" pitchFamily="34" charset="-128"/>
              </a:rPr>
              <a:t>two important attributes:</a:t>
            </a:r>
          </a:p>
          <a:p>
            <a:pPr lvl="1"/>
            <a:r>
              <a:rPr lang="en-US" altLang="en-US" dirty="0">
                <a:solidFill>
                  <a:srgbClr val="000090"/>
                </a:solidFill>
                <a:ea typeface="ＭＳ Ｐゴシック" panose="020B0600070205080204" pitchFamily="34" charset="-128"/>
              </a:rPr>
              <a:t>AS-PATH: </a:t>
            </a:r>
            <a:r>
              <a:rPr lang="en-US" altLang="en-US" dirty="0">
                <a:ea typeface="ＭＳ Ｐゴシック" panose="020B0600070205080204" pitchFamily="34" charset="-128"/>
              </a:rPr>
              <a:t>list of </a:t>
            </a:r>
            <a:r>
              <a:rPr lang="en-US" altLang="en-US" dirty="0" err="1">
                <a:ea typeface="ＭＳ Ｐゴシック" panose="020B0600070205080204" pitchFamily="34" charset="-128"/>
              </a:rPr>
              <a:t>ASes</a:t>
            </a:r>
            <a:r>
              <a:rPr lang="en-US" altLang="en-US" dirty="0">
                <a:ea typeface="ＭＳ Ｐゴシック" panose="020B0600070205080204" pitchFamily="34" charset="-128"/>
              </a:rPr>
              <a:t> through which prefix advertisement has passed</a:t>
            </a:r>
          </a:p>
          <a:p>
            <a:pPr lvl="1"/>
            <a:r>
              <a:rPr lang="en-US" altLang="en-US" dirty="0">
                <a:solidFill>
                  <a:srgbClr val="000090"/>
                </a:solidFill>
                <a:ea typeface="ＭＳ Ｐゴシック" panose="020B0600070205080204" pitchFamily="34" charset="-128"/>
              </a:rPr>
              <a:t>NEXT-HOP</a:t>
            </a:r>
            <a:r>
              <a:rPr lang="en-US" altLang="en-US" dirty="0">
                <a:ea typeface="ＭＳ Ｐゴシック" panose="020B0600070205080204" pitchFamily="34" charset="-128"/>
              </a:rPr>
              <a:t>: </a:t>
            </a:r>
            <a:r>
              <a:rPr lang="en-US" altLang="ja-JP" dirty="0">
                <a:ea typeface="ＭＳ Ｐゴシック" panose="020B0600070205080204" pitchFamily="34" charset="-128"/>
              </a:rPr>
              <a:t>IP address of the router interface that begins the AS PATH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Policy-based routing: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gateway receiving route advertisement uses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import policy</a:t>
            </a:r>
            <a:r>
              <a:rPr lang="en-US" altLang="en-US" i="1" dirty="0"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to accept/decline path (e.g., never route through AS Y).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AS policy also determines whether to </a:t>
            </a:r>
            <a:r>
              <a:rPr lang="en-US" altLang="en-US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advertise</a:t>
            </a:r>
            <a:r>
              <a:rPr lang="en-US" altLang="en-US" dirty="0">
                <a:ea typeface="ＭＳ Ｐゴシック" panose="020B0600070205080204" pitchFamily="34" charset="-128"/>
              </a:rPr>
              <a:t> path to other neighboring </a:t>
            </a:r>
            <a:r>
              <a:rPr lang="en-US" altLang="en-US" dirty="0" err="1">
                <a:ea typeface="ＭＳ Ｐゴシック" panose="020B0600070205080204" pitchFamily="34" charset="-128"/>
              </a:rPr>
              <a:t>ASes</a:t>
            </a:r>
            <a:endParaRPr lang="en-US" altLang="en-US" dirty="0">
              <a:ea typeface="ＭＳ Ｐゴシック" panose="020B0600070205080204" pitchFamily="34" charset="-128"/>
            </a:endParaRPr>
          </a:p>
          <a:p>
            <a:pPr lvl="1"/>
            <a:endParaRPr lang="en-US" altLang="en-US" dirty="0">
              <a:ea typeface="ＭＳ Ｐゴシック" panose="020B0600070205080204" pitchFamily="34" charset="-128"/>
            </a:endParaRPr>
          </a:p>
        </p:txBody>
      </p:sp>
      <p:pic>
        <p:nvPicPr>
          <p:cNvPr id="234500" name="Picture 5" descr="underline_base">
            <a:extLst>
              <a:ext uri="{FF2B5EF4-FFF2-40B4-BE49-F238E27FC236}">
                <a16:creationId xmlns:a16="http://schemas.microsoft.com/office/drawing/2014/main" id="{C9F0805F-1D06-4E2F-85B7-DE1D7047652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88" y="993775"/>
            <a:ext cx="7313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4501" name="Slide Number Placeholder 5">
            <a:extLst>
              <a:ext uri="{FF2B5EF4-FFF2-40B4-BE49-F238E27FC236}">
                <a16:creationId xmlns:a16="http://schemas.microsoft.com/office/drawing/2014/main" id="{1D7457D5-6A6C-4A76-997F-FAF665273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3BD2796B-5EC0-4E9E-BBD6-311F772B8E12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4502" name="Footer Placeholder 2">
            <a:extLst>
              <a:ext uri="{FF2B5EF4-FFF2-40B4-BE49-F238E27FC236}">
                <a16:creationId xmlns:a16="http://schemas.microsoft.com/office/drawing/2014/main" id="{0A96B153-8E95-49A9-B0E0-7F6DB838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594" name="Rectangle 2">
            <a:extLst>
              <a:ext uri="{FF2B5EF4-FFF2-40B4-BE49-F238E27FC236}">
                <a16:creationId xmlns:a16="http://schemas.microsoft.com/office/drawing/2014/main" id="{4D0AC208-F8E7-49E0-A8AF-29F2F32123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000" dirty="0">
                <a:ea typeface="ＭＳ Ｐゴシック" panose="020B0600070205080204" pitchFamily="34" charset="-128"/>
              </a:rPr>
              <a:t>BGP messages</a:t>
            </a:r>
            <a:endParaRPr lang="en-US" altLang="en-US" sz="3200" dirty="0">
              <a:ea typeface="ＭＳ Ｐゴシック" panose="020B0600070205080204" pitchFamily="34" charset="-128"/>
            </a:endParaRPr>
          </a:p>
        </p:txBody>
      </p:sp>
      <p:sp>
        <p:nvSpPr>
          <p:cNvPr id="238595" name="Rectangle 3">
            <a:extLst>
              <a:ext uri="{FF2B5EF4-FFF2-40B4-BE49-F238E27FC236}">
                <a16:creationId xmlns:a16="http://schemas.microsoft.com/office/drawing/2014/main" id="{DDEFE165-EA78-42E6-979D-5E7ED9DBC9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524000"/>
            <a:ext cx="8229600" cy="5029200"/>
          </a:xfrm>
        </p:spPr>
        <p:txBody>
          <a:bodyPr/>
          <a:lstStyle/>
          <a:p>
            <a:pPr marL="293688" indent="-293688"/>
            <a:r>
              <a:rPr lang="en-US" altLang="en-US" sz="2400" dirty="0">
                <a:ea typeface="ＭＳ Ｐゴシック" panose="020B0600070205080204" pitchFamily="34" charset="-128"/>
              </a:rPr>
              <a:t>BGP messages exchanged between peers </a:t>
            </a:r>
            <a:r>
              <a:rPr lang="en-US" altLang="en-US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over TCP connection</a:t>
            </a:r>
          </a:p>
          <a:p>
            <a:pPr marL="293688" indent="-293688"/>
            <a:r>
              <a:rPr lang="en-US" altLang="en-US" sz="2400" dirty="0">
                <a:ea typeface="ＭＳ Ｐゴシック" panose="020B0600070205080204" pitchFamily="34" charset="-128"/>
              </a:rPr>
              <a:t>BGP messages:</a:t>
            </a:r>
          </a:p>
          <a:p>
            <a:pPr marL="684213" lvl="1" indent="-227013">
              <a:lnSpc>
                <a:spcPct val="100000"/>
              </a:lnSpc>
            </a:pP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OPEN:</a:t>
            </a:r>
            <a:r>
              <a:rPr lang="en-US" altLang="en-US" dirty="0">
                <a:ea typeface="ＭＳ Ｐゴシック" panose="020B0600070205080204" pitchFamily="34" charset="-128"/>
              </a:rPr>
              <a:t> opens TCP connection to remote BGP peer and authenticates sending BGP peer</a:t>
            </a:r>
          </a:p>
          <a:p>
            <a:pPr marL="684213" lvl="1" indent="-227013">
              <a:lnSpc>
                <a:spcPct val="100000"/>
              </a:lnSpc>
            </a:pP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UPDATE:</a:t>
            </a:r>
            <a:r>
              <a:rPr lang="en-US" altLang="en-US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US" dirty="0">
                <a:ea typeface="ＭＳ Ｐゴシック" panose="020B0600070205080204" pitchFamily="34" charset="-128"/>
              </a:rPr>
              <a:t>advertises new path (or withdraws old)</a:t>
            </a:r>
          </a:p>
          <a:p>
            <a:pPr marL="684213" lvl="1" indent="-227013">
              <a:lnSpc>
                <a:spcPct val="100000"/>
              </a:lnSpc>
            </a:pP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KEEPALIVE:</a:t>
            </a:r>
            <a:r>
              <a:rPr lang="en-US" altLang="en-US" dirty="0">
                <a:ea typeface="ＭＳ Ｐゴシック" panose="020B0600070205080204" pitchFamily="34" charset="-128"/>
              </a:rPr>
              <a:t> keeps connection alive in absence of UPDATES; also ACKs OPEN request</a:t>
            </a:r>
          </a:p>
          <a:p>
            <a:pPr marL="684213" lvl="1" indent="-227013">
              <a:lnSpc>
                <a:spcPct val="100000"/>
              </a:lnSpc>
            </a:pPr>
            <a:r>
              <a:rPr lang="en-US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NOTIFICATION:</a:t>
            </a:r>
            <a:r>
              <a:rPr lang="en-US" altLang="en-US" dirty="0">
                <a:ea typeface="ＭＳ Ｐゴシック" panose="020B0600070205080204" pitchFamily="34" charset="-128"/>
              </a:rPr>
              <a:t> reports errors in previous msg; also used to close connection</a:t>
            </a:r>
            <a:endParaRPr lang="en-US" altLang="en-US" sz="2800" dirty="0">
              <a:ea typeface="ＭＳ Ｐゴシック" panose="020B0600070205080204" pitchFamily="34" charset="-128"/>
            </a:endParaRPr>
          </a:p>
        </p:txBody>
      </p:sp>
      <p:pic>
        <p:nvPicPr>
          <p:cNvPr id="238596" name="Picture 4" descr="underline_base">
            <a:extLst>
              <a:ext uri="{FF2B5EF4-FFF2-40B4-BE49-F238E27FC236}">
                <a16:creationId xmlns:a16="http://schemas.microsoft.com/office/drawing/2014/main" id="{92DB02D8-E88F-41D5-AC88-0C1F81DD30DC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13" y="1044575"/>
            <a:ext cx="3016250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8597" name="Slide Number Placeholder 5">
            <a:extLst>
              <a:ext uri="{FF2B5EF4-FFF2-40B4-BE49-F238E27FC236}">
                <a16:creationId xmlns:a16="http://schemas.microsoft.com/office/drawing/2014/main" id="{2469E32E-B98E-47FA-879E-A660149F0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CED91A6B-1351-410E-9049-CD7DC18F22EB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8598" name="Footer Placeholder 2">
            <a:extLst>
              <a:ext uri="{FF2B5EF4-FFF2-40B4-BE49-F238E27FC236}">
                <a16:creationId xmlns:a16="http://schemas.microsoft.com/office/drawing/2014/main" id="{6ED2A2DB-F383-4C95-8FB4-79FA61C41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11171781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5" name="Rectangle 3">
            <a:extLst>
              <a:ext uri="{FF2B5EF4-FFF2-40B4-BE49-F238E27FC236}">
                <a16:creationId xmlns:a16="http://schemas.microsoft.com/office/drawing/2014/main" id="{9EC3FFCF-526F-4869-B280-54E70231F2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BGP path advertisement</a:t>
            </a:r>
          </a:p>
        </p:txBody>
      </p:sp>
      <p:sp>
        <p:nvSpPr>
          <p:cNvPr id="753668" name="Rectangle 4">
            <a:extLst>
              <a:ext uri="{FF2B5EF4-FFF2-40B4-BE49-F238E27FC236}">
                <a16:creationId xmlns:a16="http://schemas.microsoft.com/office/drawing/2014/main" id="{52CCAE17-52B6-4EE6-BAE5-F29942B6AE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00050" y="4976813"/>
            <a:ext cx="8505825" cy="846137"/>
          </a:xfrm>
        </p:spPr>
        <p:txBody>
          <a:bodyPr/>
          <a:lstStyle/>
          <a:p>
            <a:pPr marL="293688" indent="-293688">
              <a:lnSpc>
                <a:spcPts val="2140"/>
              </a:lnSpc>
              <a:buFont typeface="Wingdings" charset="2"/>
              <a:buChar char="§"/>
              <a:defRPr/>
            </a:pPr>
            <a:r>
              <a:rPr lang="en-US" sz="2200" dirty="0"/>
              <a:t>Based on AS2 policy, AS2 router 2c accepts path AS3,X, propagates (via </a:t>
            </a:r>
            <a:r>
              <a:rPr lang="en-US" sz="2200" dirty="0">
                <a:solidFill>
                  <a:srgbClr val="0070C0"/>
                </a:solidFill>
              </a:rPr>
              <a:t>iBGP</a:t>
            </a:r>
            <a:r>
              <a:rPr lang="en-US" sz="2200" dirty="0"/>
              <a:t>) to all AS2 routers</a:t>
            </a:r>
          </a:p>
          <a:p>
            <a:pPr>
              <a:buFont typeface="Wingdings" charset="2"/>
              <a:buChar char="§"/>
              <a:defRPr/>
            </a:pPr>
            <a:endParaRPr lang="en-US" sz="2000" dirty="0"/>
          </a:p>
        </p:txBody>
      </p:sp>
      <p:pic>
        <p:nvPicPr>
          <p:cNvPr id="235524" name="Picture 121" descr="underline_base">
            <a:extLst>
              <a:ext uri="{FF2B5EF4-FFF2-40B4-BE49-F238E27FC236}">
                <a16:creationId xmlns:a16="http://schemas.microsoft.com/office/drawing/2014/main" id="{ADE0611D-4D60-422E-AA52-01DE4A4DD62F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800100"/>
            <a:ext cx="5602287" cy="176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5525" name="Group 124">
            <a:extLst>
              <a:ext uri="{FF2B5EF4-FFF2-40B4-BE49-F238E27FC236}">
                <a16:creationId xmlns:a16="http://schemas.microsoft.com/office/drawing/2014/main" id="{C96F692C-611C-435C-A7BD-69C11292AAAD}"/>
              </a:ext>
            </a:extLst>
          </p:cNvPr>
          <p:cNvGrpSpPr>
            <a:grpSpLocks/>
          </p:cNvGrpSpPr>
          <p:nvPr/>
        </p:nvGrpSpPr>
        <p:grpSpPr bwMode="auto">
          <a:xfrm>
            <a:off x="625475" y="1450975"/>
            <a:ext cx="2557463" cy="1719263"/>
            <a:chOff x="-2170772" y="2784954"/>
            <a:chExt cx="2712783" cy="1853712"/>
          </a:xfrm>
        </p:grpSpPr>
        <p:sp>
          <p:nvSpPr>
            <p:cNvPr id="235691" name="Freeform 2">
              <a:extLst>
                <a:ext uri="{FF2B5EF4-FFF2-40B4-BE49-F238E27FC236}">
                  <a16:creationId xmlns:a16="http://schemas.microsoft.com/office/drawing/2014/main" id="{B6CB213F-44AA-4000-84CD-4E656EC04B0E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5692" name="Group 261">
              <a:extLst>
                <a:ext uri="{FF2B5EF4-FFF2-40B4-BE49-F238E27FC236}">
                  <a16:creationId xmlns:a16="http://schemas.microsoft.com/office/drawing/2014/main" id="{D7DC6ED5-0246-4A59-A48F-9033CB5D64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5693" name="Group 262">
                <a:extLst>
                  <a:ext uri="{FF2B5EF4-FFF2-40B4-BE49-F238E27FC236}">
                    <a16:creationId xmlns:a16="http://schemas.microsoft.com/office/drawing/2014/main" id="{76FB8A6E-661C-42F9-90AB-175BA3FBADE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742" name="Group 327">
                  <a:extLst>
                    <a:ext uri="{FF2B5EF4-FFF2-40B4-BE49-F238E27FC236}">
                      <a16:creationId xmlns:a16="http://schemas.microsoft.com/office/drawing/2014/main" id="{A60F3DFC-D13E-4106-BCF8-43E824F71B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16" name="Oval 315">
                    <a:extLst>
                      <a:ext uri="{FF2B5EF4-FFF2-40B4-BE49-F238E27FC236}">
                        <a16:creationId xmlns:a16="http://schemas.microsoft.com/office/drawing/2014/main" id="{DF508292-8A75-400D-A1E1-C807A5D4497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966" y="1694164"/>
                    <a:ext cx="1126293" cy="32072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Rectangle 316">
                    <a:extLst>
                      <a:ext uri="{FF2B5EF4-FFF2-40B4-BE49-F238E27FC236}">
                        <a16:creationId xmlns:a16="http://schemas.microsoft.com/office/drawing/2014/main" id="{1CE3146B-C404-4338-B72D-B537C6FDD2E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603" y="1740347"/>
                    <a:ext cx="1129657" cy="115460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8" name="Oval 317">
                    <a:extLst>
                      <a:ext uri="{FF2B5EF4-FFF2-40B4-BE49-F238E27FC236}">
                        <a16:creationId xmlns:a16="http://schemas.microsoft.com/office/drawing/2014/main" id="{7F3FD6AE-D64A-442D-AC25-0A854418894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603" y="1576138"/>
                    <a:ext cx="1126296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9" name="Freeform 318">
                    <a:extLst>
                      <a:ext uri="{FF2B5EF4-FFF2-40B4-BE49-F238E27FC236}">
                        <a16:creationId xmlns:a16="http://schemas.microsoft.com/office/drawing/2014/main" id="{671F17DA-F63F-4F24-AEE4-613E77C2A5E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741" y="1673637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0" name="Freeform 319">
                    <a:extLst>
                      <a:ext uri="{FF2B5EF4-FFF2-40B4-BE49-F238E27FC236}">
                        <a16:creationId xmlns:a16="http://schemas.microsoft.com/office/drawing/2014/main" id="{33788333-07F0-455A-AD50-3E0762E1335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587" y="1632585"/>
                    <a:ext cx="662327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1" name="Freeform 320">
                    <a:extLst>
                      <a:ext uri="{FF2B5EF4-FFF2-40B4-BE49-F238E27FC236}">
                        <a16:creationId xmlns:a16="http://schemas.microsoft.com/office/drawing/2014/main" id="{8527724B-4259-4E32-B765-D8BC8059465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294" y="1727519"/>
                    <a:ext cx="245432" cy="10006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834EAB70-8894-4EA0-8F84-E91930B2807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139" y="1730084"/>
                    <a:ext cx="242069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9F73E036-9BE2-48F6-8119-06690FABA763}"/>
                      </a:ext>
                    </a:extLst>
                  </p:cNvPr>
                  <p:cNvCxnSpPr>
                    <a:endCxn id="318" idx="2"/>
                  </p:cNvCxnSpPr>
                  <p:nvPr/>
                </p:nvCxnSpPr>
                <p:spPr bwMode="auto">
                  <a:xfrm flipH="1" flipV="1">
                    <a:off x="1871603" y="1735216"/>
                    <a:ext cx="3363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62786205-8658-4687-868D-BC24A58B1AFB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899" y="1732651"/>
                    <a:ext cx="3361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743" name="Group 312">
                  <a:extLst>
                    <a:ext uri="{FF2B5EF4-FFF2-40B4-BE49-F238E27FC236}">
                      <a16:creationId xmlns:a16="http://schemas.microsoft.com/office/drawing/2014/main" id="{4D8C0629-A9B0-4AE8-8849-33F7F37DDA2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14" name="Oval 313">
                    <a:extLst>
                      <a:ext uri="{FF2B5EF4-FFF2-40B4-BE49-F238E27FC236}">
                        <a16:creationId xmlns:a16="http://schemas.microsoft.com/office/drawing/2014/main" id="{B027FCB7-FA53-4465-93A1-123AA1B2311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552" y="1787141"/>
                    <a:ext cx="377196" cy="23278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745" name="TextBox 314">
                    <a:extLst>
                      <a:ext uri="{FF2B5EF4-FFF2-40B4-BE49-F238E27FC236}">
                        <a16:creationId xmlns:a16="http://schemas.microsoft.com/office/drawing/2014/main" id="{786C7999-B075-4614-B22F-F5B1728A69D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1b</a:t>
                    </a:r>
                  </a:p>
                </p:txBody>
              </p:sp>
            </p:grpSp>
          </p:grpSp>
          <p:grpSp>
            <p:nvGrpSpPr>
              <p:cNvPr id="235694" name="Group 263">
                <a:extLst>
                  <a:ext uri="{FF2B5EF4-FFF2-40B4-BE49-F238E27FC236}">
                    <a16:creationId xmlns:a16="http://schemas.microsoft.com/office/drawing/2014/main" id="{5CB14AD8-735D-4CD6-B884-A4E2AF5226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729" name="Group 327">
                  <a:extLst>
                    <a:ext uri="{FF2B5EF4-FFF2-40B4-BE49-F238E27FC236}">
                      <a16:creationId xmlns:a16="http://schemas.microsoft.com/office/drawing/2014/main" id="{4B1F33DF-B811-46FB-A15B-760930E972D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03" name="Oval 302">
                    <a:extLst>
                      <a:ext uri="{FF2B5EF4-FFF2-40B4-BE49-F238E27FC236}">
                        <a16:creationId xmlns:a16="http://schemas.microsoft.com/office/drawing/2014/main" id="{396ED60A-DEE2-4CFA-9214-E9D047A425D7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6950" y="1662005"/>
                    <a:ext cx="1082588" cy="35150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4" name="Rectangle 303">
                    <a:extLst>
                      <a:ext uri="{FF2B5EF4-FFF2-40B4-BE49-F238E27FC236}">
                        <a16:creationId xmlns:a16="http://schemas.microsoft.com/office/drawing/2014/main" id="{721F4ED1-0E9B-4CDB-B9B2-A02D16552C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913589" y="1738978"/>
                    <a:ext cx="1085949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5" name="Oval 304">
                    <a:extLst>
                      <a:ext uri="{FF2B5EF4-FFF2-40B4-BE49-F238E27FC236}">
                        <a16:creationId xmlns:a16="http://schemas.microsoft.com/office/drawing/2014/main" id="{FCB6D044-3602-4E04-8663-B62CC2B7F694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3589" y="1543980"/>
                    <a:ext cx="1082588" cy="351509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8EE48ABA-9EF9-42A9-88DD-7A7DE7FCE4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2383" y="1641479"/>
                    <a:ext cx="544656" cy="18986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11C318BA-FDB3-46D9-8929-DEC682EA9E5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5226" y="1600427"/>
                    <a:ext cx="658966" cy="143683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ED58779A-C78B-4E64-B0F8-6F671BE456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8935" y="1726149"/>
                    <a:ext cx="242069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8254613B-788E-4F39-ACC8-891A31E4066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1778" y="1728715"/>
                    <a:ext cx="238708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548E58D2-FDC4-4E7E-B298-C40495F5CCC9}"/>
                      </a:ext>
                    </a:extLst>
                  </p:cNvPr>
                  <p:cNvCxnSpPr>
                    <a:endCxn id="305" idx="2"/>
                  </p:cNvCxnSpPr>
                  <p:nvPr/>
                </p:nvCxnSpPr>
                <p:spPr bwMode="auto">
                  <a:xfrm flipH="1" flipV="1">
                    <a:off x="1913589" y="1733847"/>
                    <a:ext cx="3361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7BDB8210-F26F-44EF-A7B3-FAE65DF8912F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177" y="1731280"/>
                    <a:ext cx="3361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730" name="Group 299">
                  <a:extLst>
                    <a:ext uri="{FF2B5EF4-FFF2-40B4-BE49-F238E27FC236}">
                      <a16:creationId xmlns:a16="http://schemas.microsoft.com/office/drawing/2014/main" id="{9AD6F542-C6DB-4355-9B04-45611CCEEBA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01" name="Oval 300">
                    <a:extLst>
                      <a:ext uri="{FF2B5EF4-FFF2-40B4-BE49-F238E27FC236}">
                        <a16:creationId xmlns:a16="http://schemas.microsoft.com/office/drawing/2014/main" id="{9CF67EAA-80A3-4066-AE69-CA398BA326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6373" y="1765688"/>
                    <a:ext cx="355306" cy="25332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732" name="TextBox 301">
                    <a:extLst>
                      <a:ext uri="{FF2B5EF4-FFF2-40B4-BE49-F238E27FC236}">
                        <a16:creationId xmlns:a16="http://schemas.microsoft.com/office/drawing/2014/main" id="{EB6090E4-F0E6-4108-97D5-1CDEBD58C0E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1d</a:t>
                    </a:r>
                  </a:p>
                </p:txBody>
              </p:sp>
            </p:grpSp>
          </p:grpSp>
          <p:grpSp>
            <p:nvGrpSpPr>
              <p:cNvPr id="235695" name="Group 264">
                <a:extLst>
                  <a:ext uri="{FF2B5EF4-FFF2-40B4-BE49-F238E27FC236}">
                    <a16:creationId xmlns:a16="http://schemas.microsoft.com/office/drawing/2014/main" id="{D98C498A-AB6F-4644-8A11-F63714E27F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716" name="Group 327">
                  <a:extLst>
                    <a:ext uri="{FF2B5EF4-FFF2-40B4-BE49-F238E27FC236}">
                      <a16:creationId xmlns:a16="http://schemas.microsoft.com/office/drawing/2014/main" id="{A8825BBC-9FEF-47DF-A10F-11F2789A384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90" name="Oval 289">
                    <a:extLst>
                      <a:ext uri="{FF2B5EF4-FFF2-40B4-BE49-F238E27FC236}">
                        <a16:creationId xmlns:a16="http://schemas.microsoft.com/office/drawing/2014/main" id="{6AA1DA7F-5507-447E-AEAD-A911774C0AF5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98" y="1693171"/>
                    <a:ext cx="1126293" cy="320720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1" name="Rectangle 290">
                    <a:extLst>
                      <a:ext uri="{FF2B5EF4-FFF2-40B4-BE49-F238E27FC236}">
                        <a16:creationId xmlns:a16="http://schemas.microsoft.com/office/drawing/2014/main" id="{8DDEBE8B-E861-4437-B21F-96DA14C48E6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35" y="1739355"/>
                    <a:ext cx="1129657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2" name="Oval 291">
                    <a:extLst>
                      <a:ext uri="{FF2B5EF4-FFF2-40B4-BE49-F238E27FC236}">
                        <a16:creationId xmlns:a16="http://schemas.microsoft.com/office/drawing/2014/main" id="{B1716B45-C647-43C6-A407-E15ECC09AE5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35" y="1575146"/>
                    <a:ext cx="1126296" cy="320720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3" name="Freeform 292">
                    <a:extLst>
                      <a:ext uri="{FF2B5EF4-FFF2-40B4-BE49-F238E27FC236}">
                        <a16:creationId xmlns:a16="http://schemas.microsoft.com/office/drawing/2014/main" id="{CDB2A87D-F4EB-4815-B2C7-15CE496224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373" y="1672645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4" name="Freeform 293">
                    <a:extLst>
                      <a:ext uri="{FF2B5EF4-FFF2-40B4-BE49-F238E27FC236}">
                        <a16:creationId xmlns:a16="http://schemas.microsoft.com/office/drawing/2014/main" id="{4C758C77-DCB4-46AF-B205-FAC99303C73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219" y="1631593"/>
                    <a:ext cx="662327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5" name="Freeform 294">
                    <a:extLst>
                      <a:ext uri="{FF2B5EF4-FFF2-40B4-BE49-F238E27FC236}">
                        <a16:creationId xmlns:a16="http://schemas.microsoft.com/office/drawing/2014/main" id="{0949B394-3848-492F-A4DD-6264EA3CB29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925" y="1726525"/>
                    <a:ext cx="245432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6" name="Freeform 295">
                    <a:extLst>
                      <a:ext uri="{FF2B5EF4-FFF2-40B4-BE49-F238E27FC236}">
                        <a16:creationId xmlns:a16="http://schemas.microsoft.com/office/drawing/2014/main" id="{D7012D64-4032-410E-A91A-3794B12FC78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770" y="1729092"/>
                    <a:ext cx="242069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027AC844-D519-4C3A-A23C-580BCFE17E5C}"/>
                      </a:ext>
                    </a:extLst>
                  </p:cNvPr>
                  <p:cNvCxnSpPr>
                    <a:endCxn id="292" idx="2"/>
                  </p:cNvCxnSpPr>
                  <p:nvPr/>
                </p:nvCxnSpPr>
                <p:spPr bwMode="auto">
                  <a:xfrm flipH="1" flipV="1">
                    <a:off x="1871235" y="1734223"/>
                    <a:ext cx="3363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B65FC012-05C2-464F-B93D-446CF11A8AF5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530" y="1731657"/>
                    <a:ext cx="3361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717" name="Group 286">
                  <a:extLst>
                    <a:ext uri="{FF2B5EF4-FFF2-40B4-BE49-F238E27FC236}">
                      <a16:creationId xmlns:a16="http://schemas.microsoft.com/office/drawing/2014/main" id="{C10A4741-7FC0-4992-9C16-D747BE00DC0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88" name="Oval 287">
                    <a:extLst>
                      <a:ext uri="{FF2B5EF4-FFF2-40B4-BE49-F238E27FC236}">
                        <a16:creationId xmlns:a16="http://schemas.microsoft.com/office/drawing/2014/main" id="{4B05AE36-C044-478A-B0EC-6BA7282FAD0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367" y="1786479"/>
                    <a:ext cx="356989" cy="23278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719" name="TextBox 288">
                    <a:extLst>
                      <a:ext uri="{FF2B5EF4-FFF2-40B4-BE49-F238E27FC236}">
                        <a16:creationId xmlns:a16="http://schemas.microsoft.com/office/drawing/2014/main" id="{02A56CEC-B151-4BFF-821F-6CE9B4EA940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1c</a:t>
                    </a:r>
                  </a:p>
                </p:txBody>
              </p:sp>
            </p:grpSp>
          </p:grpSp>
          <p:grpSp>
            <p:nvGrpSpPr>
              <p:cNvPr id="235696" name="Group 265">
                <a:extLst>
                  <a:ext uri="{FF2B5EF4-FFF2-40B4-BE49-F238E27FC236}">
                    <a16:creationId xmlns:a16="http://schemas.microsoft.com/office/drawing/2014/main" id="{F540C424-C98D-4EDA-AF8E-3712E2E1826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703" name="Group 327">
                  <a:extLst>
                    <a:ext uri="{FF2B5EF4-FFF2-40B4-BE49-F238E27FC236}">
                      <a16:creationId xmlns:a16="http://schemas.microsoft.com/office/drawing/2014/main" id="{02A828DC-0DD4-4E7E-90BC-FC2154927B0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2D57F1CF-93DA-40FA-8E75-B70E07D83A45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5331" y="1692431"/>
                    <a:ext cx="1166638" cy="320720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8" name="Rectangle 277">
                    <a:extLst>
                      <a:ext uri="{FF2B5EF4-FFF2-40B4-BE49-F238E27FC236}">
                        <a16:creationId xmlns:a16="http://schemas.microsoft.com/office/drawing/2014/main" id="{F2900865-FDCA-486F-BB6F-181600D5521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967" y="1741180"/>
                    <a:ext cx="1170001" cy="11289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9" name="Oval 278">
                    <a:extLst>
                      <a:ext uri="{FF2B5EF4-FFF2-40B4-BE49-F238E27FC236}">
                        <a16:creationId xmlns:a16="http://schemas.microsoft.com/office/drawing/2014/main" id="{D25F8459-576E-49CD-8841-B6FFC909345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967" y="1576971"/>
                    <a:ext cx="1166640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Freeform 279">
                    <a:extLst>
                      <a:ext uri="{FF2B5EF4-FFF2-40B4-BE49-F238E27FC236}">
                        <a16:creationId xmlns:a16="http://schemas.microsoft.com/office/drawing/2014/main" id="{F1FDA76B-A18A-4EB3-9624-BBF4757818A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1106" y="1674470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1" name="Freeform 280">
                    <a:extLst>
                      <a:ext uri="{FF2B5EF4-FFF2-40B4-BE49-F238E27FC236}">
                        <a16:creationId xmlns:a16="http://schemas.microsoft.com/office/drawing/2014/main" id="{E394292F-F07D-4CA0-BC03-9DA810B125C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952" y="1633418"/>
                    <a:ext cx="702672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2" name="Freeform 281">
                    <a:extLst>
                      <a:ext uri="{FF2B5EF4-FFF2-40B4-BE49-F238E27FC236}">
                        <a16:creationId xmlns:a16="http://schemas.microsoft.com/office/drawing/2014/main" id="{EA108894-DCC0-4604-A5F2-F5BF5D190B4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658" y="1728352"/>
                    <a:ext cx="285777" cy="97499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3" name="Freeform 282">
                    <a:extLst>
                      <a:ext uri="{FF2B5EF4-FFF2-40B4-BE49-F238E27FC236}">
                        <a16:creationId xmlns:a16="http://schemas.microsoft.com/office/drawing/2014/main" id="{5D508276-79E8-414F-AB54-A9754357BC9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03" y="1730917"/>
                    <a:ext cx="242069" cy="9493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68F236D9-C21D-44D0-9EDC-13A22A013C6D}"/>
                      </a:ext>
                    </a:extLst>
                  </p:cNvPr>
                  <p:cNvCxnSpPr>
                    <a:endCxn id="279" idx="2"/>
                  </p:cNvCxnSpPr>
                  <p:nvPr/>
                </p:nvCxnSpPr>
                <p:spPr bwMode="auto">
                  <a:xfrm flipH="1" flipV="1">
                    <a:off x="1871967" y="1736048"/>
                    <a:ext cx="3363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56FBA5E9-927E-4750-B219-6B9A5323AB65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038608" y="1733483"/>
                    <a:ext cx="3361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704" name="Group 273">
                  <a:extLst>
                    <a:ext uri="{FF2B5EF4-FFF2-40B4-BE49-F238E27FC236}">
                      <a16:creationId xmlns:a16="http://schemas.microsoft.com/office/drawing/2014/main" id="{90E52EC5-BFD1-48C2-9751-B05FD5317BF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75" name="Oval 274">
                    <a:extLst>
                      <a:ext uri="{FF2B5EF4-FFF2-40B4-BE49-F238E27FC236}">
                        <a16:creationId xmlns:a16="http://schemas.microsoft.com/office/drawing/2014/main" id="{B982114C-2352-4903-B0AC-DB7FEA193E6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34" y="1787697"/>
                    <a:ext cx="377196" cy="231072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706" name="TextBox 275">
                    <a:extLst>
                      <a:ext uri="{FF2B5EF4-FFF2-40B4-BE49-F238E27FC236}">
                        <a16:creationId xmlns:a16="http://schemas.microsoft.com/office/drawing/2014/main" id="{BBBC54D4-D830-467E-9B45-FE384467915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1a</a:t>
                    </a:r>
                  </a:p>
                </p:txBody>
              </p:sp>
            </p:grpSp>
          </p:grpSp>
          <p:cxnSp>
            <p:nvCxnSpPr>
              <p:cNvPr id="235697" name="Straight Connector 266">
                <a:extLst>
                  <a:ext uri="{FF2B5EF4-FFF2-40B4-BE49-F238E27FC236}">
                    <a16:creationId xmlns:a16="http://schemas.microsoft.com/office/drawing/2014/main" id="{8149F520-7774-4843-81F0-AE60C866A9C3}"/>
                  </a:ext>
                </a:extLst>
              </p:cNvPr>
              <p:cNvCxnSpPr>
                <a:cxnSpLocks noChangeShapeType="1"/>
                <a:stCxn id="235745" idx="2"/>
                <a:endCxn id="235732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98" name="Straight Connector 267">
                <a:extLst>
                  <a:ext uri="{FF2B5EF4-FFF2-40B4-BE49-F238E27FC236}">
                    <a16:creationId xmlns:a16="http://schemas.microsoft.com/office/drawing/2014/main" id="{30BD16E0-6C97-4556-B500-BE2710156AA5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99" name="Straight Connector 268">
                <a:extLst>
                  <a:ext uri="{FF2B5EF4-FFF2-40B4-BE49-F238E27FC236}">
                    <a16:creationId xmlns:a16="http://schemas.microsoft.com/office/drawing/2014/main" id="{6DA33BC7-BD07-479D-8B4C-96131D7B7247}"/>
                  </a:ext>
                </a:extLst>
              </p:cNvPr>
              <p:cNvCxnSpPr>
                <a:cxnSpLocks noChangeShapeType="1"/>
                <a:stCxn id="316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700" name="Straight Connector 269">
                <a:extLst>
                  <a:ext uri="{FF2B5EF4-FFF2-40B4-BE49-F238E27FC236}">
                    <a16:creationId xmlns:a16="http://schemas.microsoft.com/office/drawing/2014/main" id="{0FADDC12-3B1C-47E1-A9D4-97606971943F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701" name="Straight Connector 270">
                <a:extLst>
                  <a:ext uri="{FF2B5EF4-FFF2-40B4-BE49-F238E27FC236}">
                    <a16:creationId xmlns:a16="http://schemas.microsoft.com/office/drawing/2014/main" id="{2B535C9C-3742-44EB-8F52-81DC201C200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702" name="Straight Connector 271">
                <a:extLst>
                  <a:ext uri="{FF2B5EF4-FFF2-40B4-BE49-F238E27FC236}">
                    <a16:creationId xmlns:a16="http://schemas.microsoft.com/office/drawing/2014/main" id="{4E7357C6-271D-43C5-A07E-470AD078A11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35526" name="Group 125">
            <a:extLst>
              <a:ext uri="{FF2B5EF4-FFF2-40B4-BE49-F238E27FC236}">
                <a16:creationId xmlns:a16="http://schemas.microsoft.com/office/drawing/2014/main" id="{2520193D-502C-42DD-B9C8-CD4CB1D20E7F}"/>
              </a:ext>
            </a:extLst>
          </p:cNvPr>
          <p:cNvGrpSpPr>
            <a:grpSpLocks/>
          </p:cNvGrpSpPr>
          <p:nvPr/>
        </p:nvGrpSpPr>
        <p:grpSpPr bwMode="auto">
          <a:xfrm>
            <a:off x="3286125" y="2378075"/>
            <a:ext cx="2544763" cy="1720850"/>
            <a:chOff x="-2170772" y="2784954"/>
            <a:chExt cx="2712783" cy="1853712"/>
          </a:xfrm>
        </p:grpSpPr>
        <p:sp>
          <p:nvSpPr>
            <p:cNvPr id="235627" name="Freeform 2">
              <a:extLst>
                <a:ext uri="{FF2B5EF4-FFF2-40B4-BE49-F238E27FC236}">
                  <a16:creationId xmlns:a16="http://schemas.microsoft.com/office/drawing/2014/main" id="{3D276C7E-2F26-4AD2-9C87-6BC9B3DF5340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5628" name="Group 197">
              <a:extLst>
                <a:ext uri="{FF2B5EF4-FFF2-40B4-BE49-F238E27FC236}">
                  <a16:creationId xmlns:a16="http://schemas.microsoft.com/office/drawing/2014/main" id="{A4674A12-D6BF-4B0D-A3C0-E4B24D0EA1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5629" name="Group 198">
                <a:extLst>
                  <a:ext uri="{FF2B5EF4-FFF2-40B4-BE49-F238E27FC236}">
                    <a16:creationId xmlns:a16="http://schemas.microsoft.com/office/drawing/2014/main" id="{67FFF556-C2C9-47C7-B610-5DAFAE94A8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678" name="Group 327">
                  <a:extLst>
                    <a:ext uri="{FF2B5EF4-FFF2-40B4-BE49-F238E27FC236}">
                      <a16:creationId xmlns:a16="http://schemas.microsoft.com/office/drawing/2014/main" id="{E7A0B57D-C3E5-4BD7-A5BD-DF0F1BE493A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52" name="Oval 251">
                    <a:extLst>
                      <a:ext uri="{FF2B5EF4-FFF2-40B4-BE49-F238E27FC236}">
                        <a16:creationId xmlns:a16="http://schemas.microsoft.com/office/drawing/2014/main" id="{2FEB757B-502C-4E0C-9C5E-84222C3E7DE0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2265" y="1693820"/>
                    <a:ext cx="1165703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013565ED-7B18-4675-BDC2-06773F71A07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28885" y="1739961"/>
                    <a:ext cx="1169083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B15440F5-E1B3-402B-8467-694E1903721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28885" y="1575903"/>
                    <a:ext cx="1165705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5" name="Freeform 254">
                    <a:extLst>
                      <a:ext uri="{FF2B5EF4-FFF2-40B4-BE49-F238E27FC236}">
                        <a16:creationId xmlns:a16="http://schemas.microsoft.com/office/drawing/2014/main" id="{2FD6EB5E-FD93-4186-A297-3F852834878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16089" y="1673312"/>
                    <a:ext cx="550752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6" name="Freeform 255">
                    <a:extLst>
                      <a:ext uri="{FF2B5EF4-FFF2-40B4-BE49-F238E27FC236}">
                        <a16:creationId xmlns:a16="http://schemas.microsoft.com/office/drawing/2014/main" id="{1BE89A4A-5083-4973-9E7A-A3718251C32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58647" y="1632298"/>
                    <a:ext cx="665635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7" name="Freeform 256">
                    <a:extLst>
                      <a:ext uri="{FF2B5EF4-FFF2-40B4-BE49-F238E27FC236}">
                        <a16:creationId xmlns:a16="http://schemas.microsoft.com/office/drawing/2014/main" id="{23B0508F-4A8B-4290-A1A9-1927D7564C3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4521" y="1727145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8" name="Freeform 257">
                    <a:extLst>
                      <a:ext uri="{FF2B5EF4-FFF2-40B4-BE49-F238E27FC236}">
                        <a16:creationId xmlns:a16="http://schemas.microsoft.com/office/drawing/2014/main" id="{600E0EE8-190C-44F6-BF2E-10F844131FE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48512" y="1729707"/>
                    <a:ext cx="239898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59" name="Straight Connector 258">
                    <a:extLst>
                      <a:ext uri="{FF2B5EF4-FFF2-40B4-BE49-F238E27FC236}">
                        <a16:creationId xmlns:a16="http://schemas.microsoft.com/office/drawing/2014/main" id="{BF7B1AEC-BAE3-45E1-84BB-789287D9BB7B}"/>
                      </a:ext>
                    </a:extLst>
                  </p:cNvPr>
                  <p:cNvCxnSpPr>
                    <a:endCxn id="254" idx="2"/>
                  </p:cNvCxnSpPr>
                  <p:nvPr/>
                </p:nvCxnSpPr>
                <p:spPr bwMode="auto">
                  <a:xfrm flipH="1" flipV="1">
                    <a:off x="1828885" y="1734834"/>
                    <a:ext cx="3380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7FC04A52-2A27-4F58-853A-D6B75AC6355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4591" y="1732272"/>
                    <a:ext cx="3378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679" name="Group 248">
                  <a:extLst>
                    <a:ext uri="{FF2B5EF4-FFF2-40B4-BE49-F238E27FC236}">
                      <a16:creationId xmlns:a16="http://schemas.microsoft.com/office/drawing/2014/main" id="{05412710-1FDA-45FC-9CA8-10CE0D8A8C8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50" name="Oval 249">
                    <a:extLst>
                      <a:ext uri="{FF2B5EF4-FFF2-40B4-BE49-F238E27FC236}">
                        <a16:creationId xmlns:a16="http://schemas.microsoft.com/office/drawing/2014/main" id="{6504A23B-ED1D-4E8F-99EA-7127B179DA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04619" y="1786930"/>
                    <a:ext cx="355386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681" name="TextBox 250">
                    <a:extLst>
                      <a:ext uri="{FF2B5EF4-FFF2-40B4-BE49-F238E27FC236}">
                        <a16:creationId xmlns:a16="http://schemas.microsoft.com/office/drawing/2014/main" id="{948998FA-3E37-45A5-8411-ECD06D98B616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2b</a:t>
                    </a:r>
                  </a:p>
                </p:txBody>
              </p:sp>
            </p:grpSp>
          </p:grpSp>
          <p:grpSp>
            <p:nvGrpSpPr>
              <p:cNvPr id="235630" name="Group 199">
                <a:extLst>
                  <a:ext uri="{FF2B5EF4-FFF2-40B4-BE49-F238E27FC236}">
                    <a16:creationId xmlns:a16="http://schemas.microsoft.com/office/drawing/2014/main" id="{2C4EBCD4-CA25-4E8F-B731-A58B0AE0753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665" name="Group 327">
                  <a:extLst>
                    <a:ext uri="{FF2B5EF4-FFF2-40B4-BE49-F238E27FC236}">
                      <a16:creationId xmlns:a16="http://schemas.microsoft.com/office/drawing/2014/main" id="{01FF96CD-0281-49D4-B709-41099E02D59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39" name="Oval 238">
                    <a:extLst>
                      <a:ext uri="{FF2B5EF4-FFF2-40B4-BE49-F238E27FC236}">
                        <a16:creationId xmlns:a16="http://schemas.microsoft.com/office/drawing/2014/main" id="{B6A2F5BF-BAA2-4209-A8B5-3690BFDDCBD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02" y="1693325"/>
                    <a:ext cx="1125159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459E62A2-AB68-4D92-825F-BAB6358A94D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124" y="1739467"/>
                    <a:ext cx="1128537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1" name="Oval 240">
                    <a:extLst>
                      <a:ext uri="{FF2B5EF4-FFF2-40B4-BE49-F238E27FC236}">
                        <a16:creationId xmlns:a16="http://schemas.microsoft.com/office/drawing/2014/main" id="{1C2E1DA7-3FC7-41DB-BFD3-75F33338137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124" y="1575409"/>
                    <a:ext cx="1125157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" name="Freeform 241">
                    <a:extLst>
                      <a:ext uri="{FF2B5EF4-FFF2-40B4-BE49-F238E27FC236}">
                        <a16:creationId xmlns:a16="http://schemas.microsoft.com/office/drawing/2014/main" id="{7BE675C4-C1B5-486C-A5DF-D8AF4C4F22D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325" y="1672818"/>
                    <a:ext cx="550754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3" name="Freeform 242">
                    <a:extLst>
                      <a:ext uri="{FF2B5EF4-FFF2-40B4-BE49-F238E27FC236}">
                        <a16:creationId xmlns:a16="http://schemas.microsoft.com/office/drawing/2014/main" id="{7AC2C7CE-FBF6-456A-8D99-B49AA0107C1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886" y="1631804"/>
                    <a:ext cx="665633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4" name="Freeform 243">
                    <a:extLst>
                      <a:ext uri="{FF2B5EF4-FFF2-40B4-BE49-F238E27FC236}">
                        <a16:creationId xmlns:a16="http://schemas.microsoft.com/office/drawing/2014/main" id="{786D7963-7299-40E2-97E7-1CE63D35074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757" y="1726651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5" name="Freeform 244">
                    <a:extLst>
                      <a:ext uri="{FF2B5EF4-FFF2-40B4-BE49-F238E27FC236}">
                        <a16:creationId xmlns:a16="http://schemas.microsoft.com/office/drawing/2014/main" id="{04462535-EAE2-4390-8DE6-C069783062B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748" y="1729213"/>
                    <a:ext cx="239900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07389093-9939-48F5-80F3-1D28A7206D4D}"/>
                      </a:ext>
                    </a:extLst>
                  </p:cNvPr>
                  <p:cNvCxnSpPr>
                    <a:endCxn id="241" idx="2"/>
                  </p:cNvCxnSpPr>
                  <p:nvPr/>
                </p:nvCxnSpPr>
                <p:spPr bwMode="auto">
                  <a:xfrm flipH="1" flipV="1">
                    <a:off x="1871124" y="1734340"/>
                    <a:ext cx="3378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7" name="Straight Connector 246">
                    <a:extLst>
                      <a:ext uri="{FF2B5EF4-FFF2-40B4-BE49-F238E27FC236}">
                        <a16:creationId xmlns:a16="http://schemas.microsoft.com/office/drawing/2014/main" id="{1007BEEA-B6BB-4DDF-950A-B76440BDD45F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281" y="1731777"/>
                    <a:ext cx="3380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666" name="Group 235">
                  <a:extLst>
                    <a:ext uri="{FF2B5EF4-FFF2-40B4-BE49-F238E27FC236}">
                      <a16:creationId xmlns:a16="http://schemas.microsoft.com/office/drawing/2014/main" id="{B926A572-8132-4999-B825-DA7605B56C7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37" name="Oval 236">
                    <a:extLst>
                      <a:ext uri="{FF2B5EF4-FFF2-40B4-BE49-F238E27FC236}">
                        <a16:creationId xmlns:a16="http://schemas.microsoft.com/office/drawing/2014/main" id="{80A72D92-0085-43CC-A08D-2EA9B8581A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73" y="1786600"/>
                    <a:ext cx="355386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668" name="TextBox 237">
                    <a:extLst>
                      <a:ext uri="{FF2B5EF4-FFF2-40B4-BE49-F238E27FC236}">
                        <a16:creationId xmlns:a16="http://schemas.microsoft.com/office/drawing/2014/main" id="{65EE3948-6A71-4748-A8B0-8AE6E87E08F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2d</a:t>
                    </a:r>
                  </a:p>
                </p:txBody>
              </p:sp>
            </p:grpSp>
          </p:grpSp>
          <p:grpSp>
            <p:nvGrpSpPr>
              <p:cNvPr id="235631" name="Group 200">
                <a:extLst>
                  <a:ext uri="{FF2B5EF4-FFF2-40B4-BE49-F238E27FC236}">
                    <a16:creationId xmlns:a16="http://schemas.microsoft.com/office/drawing/2014/main" id="{C3E7B984-B945-40D9-B87B-D2B81CDCC8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652" name="Group 327">
                  <a:extLst>
                    <a:ext uri="{FF2B5EF4-FFF2-40B4-BE49-F238E27FC236}">
                      <a16:creationId xmlns:a16="http://schemas.microsoft.com/office/drawing/2014/main" id="{0899CC1B-031E-48BD-820C-B117E4AD796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26" name="Oval 225">
                    <a:extLst>
                      <a:ext uri="{FF2B5EF4-FFF2-40B4-BE49-F238E27FC236}">
                        <a16:creationId xmlns:a16="http://schemas.microsoft.com/office/drawing/2014/main" id="{28975C97-32F0-435B-9EA4-8B2BD9E028B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08" y="1694545"/>
                    <a:ext cx="1125157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2612BD45-200C-41C8-BD96-0087E36465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928" y="1740686"/>
                    <a:ext cx="1128537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8" name="Oval 227">
                    <a:extLst>
                      <a:ext uri="{FF2B5EF4-FFF2-40B4-BE49-F238E27FC236}">
                        <a16:creationId xmlns:a16="http://schemas.microsoft.com/office/drawing/2014/main" id="{5115ADF2-ABE5-4407-9479-262EAF73DFB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928" y="1576628"/>
                    <a:ext cx="1125159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9" name="Freeform 228">
                    <a:extLst>
                      <a:ext uri="{FF2B5EF4-FFF2-40B4-BE49-F238E27FC236}">
                        <a16:creationId xmlns:a16="http://schemas.microsoft.com/office/drawing/2014/main" id="{41D6F0D5-33DA-4667-8BD8-4F83539BB47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132" y="1674037"/>
                    <a:ext cx="550752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0" name="Freeform 229">
                    <a:extLst>
                      <a:ext uri="{FF2B5EF4-FFF2-40B4-BE49-F238E27FC236}">
                        <a16:creationId xmlns:a16="http://schemas.microsoft.com/office/drawing/2014/main" id="{1BCF14FC-0691-442E-89E9-CFBCCAE5A3C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690" y="1633023"/>
                    <a:ext cx="665635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" name="Freeform 230">
                    <a:extLst>
                      <a:ext uri="{FF2B5EF4-FFF2-40B4-BE49-F238E27FC236}">
                        <a16:creationId xmlns:a16="http://schemas.microsoft.com/office/drawing/2014/main" id="{2887FE35-2C24-4BAC-9F4D-AE0992F634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563" y="1727870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" name="Freeform 231">
                    <a:extLst>
                      <a:ext uri="{FF2B5EF4-FFF2-40B4-BE49-F238E27FC236}">
                        <a16:creationId xmlns:a16="http://schemas.microsoft.com/office/drawing/2014/main" id="{80D02A3B-E18B-4DC6-92FA-98A90C5A44F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54" y="1730432"/>
                    <a:ext cx="239898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33" name="Straight Connector 232">
                    <a:extLst>
                      <a:ext uri="{FF2B5EF4-FFF2-40B4-BE49-F238E27FC236}">
                        <a16:creationId xmlns:a16="http://schemas.microsoft.com/office/drawing/2014/main" id="{78DB1DA9-A25C-4183-95C1-56B4F16F8D3D}"/>
                      </a:ext>
                    </a:extLst>
                  </p:cNvPr>
                  <p:cNvCxnSpPr>
                    <a:endCxn id="228" idx="2"/>
                  </p:cNvCxnSpPr>
                  <p:nvPr/>
                </p:nvCxnSpPr>
                <p:spPr bwMode="auto">
                  <a:xfrm flipH="1" flipV="1">
                    <a:off x="1870928" y="1735559"/>
                    <a:ext cx="3380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7827ED5F-ADE6-403C-B9BC-C923C6EA9F03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087" y="1732997"/>
                    <a:ext cx="3378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653" name="Group 222">
                  <a:extLst>
                    <a:ext uri="{FF2B5EF4-FFF2-40B4-BE49-F238E27FC236}">
                      <a16:creationId xmlns:a16="http://schemas.microsoft.com/office/drawing/2014/main" id="{8B4FFF28-07A1-4942-B386-88E2606BA8C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24" name="Oval 223">
                    <a:extLst>
                      <a:ext uri="{FF2B5EF4-FFF2-40B4-BE49-F238E27FC236}">
                        <a16:creationId xmlns:a16="http://schemas.microsoft.com/office/drawing/2014/main" id="{C297DA77-C33C-4777-9516-2EBC53D4760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3984" y="1787414"/>
                    <a:ext cx="336771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655" name="TextBox 224">
                    <a:extLst>
                      <a:ext uri="{FF2B5EF4-FFF2-40B4-BE49-F238E27FC236}">
                        <a16:creationId xmlns:a16="http://schemas.microsoft.com/office/drawing/2014/main" id="{77683E35-E61B-4670-ACB5-DFACD14BE88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2c</a:t>
                    </a:r>
                  </a:p>
                </p:txBody>
              </p:sp>
            </p:grpSp>
          </p:grpSp>
          <p:grpSp>
            <p:nvGrpSpPr>
              <p:cNvPr id="235632" name="Group 201">
                <a:extLst>
                  <a:ext uri="{FF2B5EF4-FFF2-40B4-BE49-F238E27FC236}">
                    <a16:creationId xmlns:a16="http://schemas.microsoft.com/office/drawing/2014/main" id="{8B881292-BE86-4A99-9316-8F820C7A0F0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5639" name="Group 327">
                  <a:extLst>
                    <a:ext uri="{FF2B5EF4-FFF2-40B4-BE49-F238E27FC236}">
                      <a16:creationId xmlns:a16="http://schemas.microsoft.com/office/drawing/2014/main" id="{6C8EE361-0213-41EA-98AD-8092FA1CB3B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13" name="Oval 212">
                    <a:extLst>
                      <a:ext uri="{FF2B5EF4-FFF2-40B4-BE49-F238E27FC236}">
                        <a16:creationId xmlns:a16="http://schemas.microsoft.com/office/drawing/2014/main" id="{DDD357DE-F139-484B-9026-EFA24A5E9AC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16" y="1693815"/>
                    <a:ext cx="1125159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4" name="Rectangle 213">
                    <a:extLst>
                      <a:ext uri="{FF2B5EF4-FFF2-40B4-BE49-F238E27FC236}">
                        <a16:creationId xmlns:a16="http://schemas.microsoft.com/office/drawing/2014/main" id="{82115EE4-AF24-4D6B-8315-EB940683AFB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939" y="1739956"/>
                    <a:ext cx="1128537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5" name="Oval 214">
                    <a:extLst>
                      <a:ext uri="{FF2B5EF4-FFF2-40B4-BE49-F238E27FC236}">
                        <a16:creationId xmlns:a16="http://schemas.microsoft.com/office/drawing/2014/main" id="{E742AFE7-DEB8-4CFD-ABD0-C986CB2D913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939" y="1575898"/>
                    <a:ext cx="1125157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6" name="Freeform 215">
                    <a:extLst>
                      <a:ext uri="{FF2B5EF4-FFF2-40B4-BE49-F238E27FC236}">
                        <a16:creationId xmlns:a16="http://schemas.microsoft.com/office/drawing/2014/main" id="{512E0393-290D-43D9-9154-9C877B1005E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140" y="1673307"/>
                    <a:ext cx="550754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7" name="Freeform 216">
                    <a:extLst>
                      <a:ext uri="{FF2B5EF4-FFF2-40B4-BE49-F238E27FC236}">
                        <a16:creationId xmlns:a16="http://schemas.microsoft.com/office/drawing/2014/main" id="{BBB6C635-1301-4E66-9AF2-78FC734BB99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701" y="1632293"/>
                    <a:ext cx="665633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8" name="Freeform 217">
                    <a:extLst>
                      <a:ext uri="{FF2B5EF4-FFF2-40B4-BE49-F238E27FC236}">
                        <a16:creationId xmlns:a16="http://schemas.microsoft.com/office/drawing/2014/main" id="{3923D500-1CF1-44EA-BAD2-D960CFCE4A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572" y="1727140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9" name="Freeform 218">
                    <a:extLst>
                      <a:ext uri="{FF2B5EF4-FFF2-40B4-BE49-F238E27FC236}">
                        <a16:creationId xmlns:a16="http://schemas.microsoft.com/office/drawing/2014/main" id="{9972A8FB-957F-4DF9-95CB-79F2AFA7929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63" y="1729702"/>
                    <a:ext cx="239900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20" name="Straight Connector 219">
                    <a:extLst>
                      <a:ext uri="{FF2B5EF4-FFF2-40B4-BE49-F238E27FC236}">
                        <a16:creationId xmlns:a16="http://schemas.microsoft.com/office/drawing/2014/main" id="{07FC9A55-E37D-4788-8B85-D213D69B0BF0}"/>
                      </a:ext>
                    </a:extLst>
                  </p:cNvPr>
                  <p:cNvCxnSpPr>
                    <a:endCxn id="215" idx="2"/>
                  </p:cNvCxnSpPr>
                  <p:nvPr/>
                </p:nvCxnSpPr>
                <p:spPr bwMode="auto">
                  <a:xfrm flipH="1" flipV="1">
                    <a:off x="1870939" y="1734829"/>
                    <a:ext cx="3378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1" name="Straight Connector 220">
                    <a:extLst>
                      <a:ext uri="{FF2B5EF4-FFF2-40B4-BE49-F238E27FC236}">
                        <a16:creationId xmlns:a16="http://schemas.microsoft.com/office/drawing/2014/main" id="{29DB0AD8-2867-456A-9DE3-DA2E6BDE386C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096" y="1732267"/>
                    <a:ext cx="3380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5640" name="Group 209">
                  <a:extLst>
                    <a:ext uri="{FF2B5EF4-FFF2-40B4-BE49-F238E27FC236}">
                      <a16:creationId xmlns:a16="http://schemas.microsoft.com/office/drawing/2014/main" id="{36E1D2E9-31C3-49C5-86D6-E2D0E665217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11" name="Oval 210">
                    <a:extLst>
                      <a:ext uri="{FF2B5EF4-FFF2-40B4-BE49-F238E27FC236}">
                        <a16:creationId xmlns:a16="http://schemas.microsoft.com/office/drawing/2014/main" id="{976F4C6E-C635-4674-B7BF-71718394398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681" y="1786927"/>
                    <a:ext cx="355386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5642" name="TextBox 211">
                    <a:extLst>
                      <a:ext uri="{FF2B5EF4-FFF2-40B4-BE49-F238E27FC236}">
                        <a16:creationId xmlns:a16="http://schemas.microsoft.com/office/drawing/2014/main" id="{F837F5D8-6D5B-4C46-8894-D275DEDA012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2a</a:t>
                    </a:r>
                  </a:p>
                </p:txBody>
              </p:sp>
            </p:grpSp>
          </p:grpSp>
          <p:cxnSp>
            <p:nvCxnSpPr>
              <p:cNvPr id="235633" name="Straight Connector 202">
                <a:extLst>
                  <a:ext uri="{FF2B5EF4-FFF2-40B4-BE49-F238E27FC236}">
                    <a16:creationId xmlns:a16="http://schemas.microsoft.com/office/drawing/2014/main" id="{1C997B47-C3D0-4AF1-8C71-236D5C0F01B8}"/>
                  </a:ext>
                </a:extLst>
              </p:cNvPr>
              <p:cNvCxnSpPr>
                <a:cxnSpLocks noChangeShapeType="1"/>
                <a:stCxn id="235681" idx="2"/>
                <a:endCxn id="235668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34" name="Straight Connector 203">
                <a:extLst>
                  <a:ext uri="{FF2B5EF4-FFF2-40B4-BE49-F238E27FC236}">
                    <a16:creationId xmlns:a16="http://schemas.microsoft.com/office/drawing/2014/main" id="{77A07A43-078A-4D11-A5AA-87923B7CCB5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35" name="Straight Connector 204">
                <a:extLst>
                  <a:ext uri="{FF2B5EF4-FFF2-40B4-BE49-F238E27FC236}">
                    <a16:creationId xmlns:a16="http://schemas.microsoft.com/office/drawing/2014/main" id="{6BA13A31-4BEA-4B03-A547-FA26BDD3C821}"/>
                  </a:ext>
                </a:extLst>
              </p:cNvPr>
              <p:cNvCxnSpPr>
                <a:cxnSpLocks noChangeShapeType="1"/>
                <a:stCxn id="252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36" name="Straight Connector 205">
                <a:extLst>
                  <a:ext uri="{FF2B5EF4-FFF2-40B4-BE49-F238E27FC236}">
                    <a16:creationId xmlns:a16="http://schemas.microsoft.com/office/drawing/2014/main" id="{28D92C21-26C9-4A6A-AD89-B8F6FECE226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37" name="Straight Connector 206">
                <a:extLst>
                  <a:ext uri="{FF2B5EF4-FFF2-40B4-BE49-F238E27FC236}">
                    <a16:creationId xmlns:a16="http://schemas.microsoft.com/office/drawing/2014/main" id="{CBD9F542-9C32-4085-83EC-6A71593CC008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5638" name="Straight Connector 207">
                <a:extLst>
                  <a:ext uri="{FF2B5EF4-FFF2-40B4-BE49-F238E27FC236}">
                    <a16:creationId xmlns:a16="http://schemas.microsoft.com/office/drawing/2014/main" id="{D84E2910-FD54-497A-BAEA-C1FD9410A56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235527" name="Freeform 2">
            <a:extLst>
              <a:ext uri="{FF2B5EF4-FFF2-40B4-BE49-F238E27FC236}">
                <a16:creationId xmlns:a16="http://schemas.microsoft.com/office/drawing/2014/main" id="{9ED85047-3D0C-4B57-99E4-9EDC66D8A008}"/>
              </a:ext>
            </a:extLst>
          </p:cNvPr>
          <p:cNvSpPr>
            <a:spLocks/>
          </p:cNvSpPr>
          <p:nvPr/>
        </p:nvSpPr>
        <p:spPr bwMode="auto">
          <a:xfrm>
            <a:off x="5507038" y="1309688"/>
            <a:ext cx="2576512" cy="1673225"/>
          </a:xfrm>
          <a:custGeom>
            <a:avLst/>
            <a:gdLst>
              <a:gd name="T0" fmla="*/ 2147483646 w 10000"/>
              <a:gd name="T1" fmla="*/ 2147483646 h 10795"/>
              <a:gd name="T2" fmla="*/ 2147483646 w 10000"/>
              <a:gd name="T3" fmla="*/ 2147483646 h 10795"/>
              <a:gd name="T4" fmla="*/ 2147483646 w 10000"/>
              <a:gd name="T5" fmla="*/ 2147483646 h 10795"/>
              <a:gd name="T6" fmla="*/ 2147483646 w 10000"/>
              <a:gd name="T7" fmla="*/ 2147483646 h 10795"/>
              <a:gd name="T8" fmla="*/ 2147483646 w 10000"/>
              <a:gd name="T9" fmla="*/ 2147483646 h 10795"/>
              <a:gd name="T10" fmla="*/ 2147483646 w 10000"/>
              <a:gd name="T11" fmla="*/ 2147483646 h 10795"/>
              <a:gd name="T12" fmla="*/ 2147483646 w 10000"/>
              <a:gd name="T13" fmla="*/ 2147483646 h 10795"/>
              <a:gd name="T14" fmla="*/ 2147483646 w 10000"/>
              <a:gd name="T15" fmla="*/ 2147483646 h 10795"/>
              <a:gd name="T16" fmla="*/ 2147483646 w 10000"/>
              <a:gd name="T17" fmla="*/ 2147483646 h 10795"/>
              <a:gd name="T18" fmla="*/ 2147483646 w 10000"/>
              <a:gd name="T19" fmla="*/ 2147483646 h 107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000"/>
              <a:gd name="T31" fmla="*/ 0 h 10795"/>
              <a:gd name="T32" fmla="*/ 10000 w 10000"/>
              <a:gd name="T33" fmla="*/ 10795 h 10795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5528" name="Group 133">
            <a:extLst>
              <a:ext uri="{FF2B5EF4-FFF2-40B4-BE49-F238E27FC236}">
                <a16:creationId xmlns:a16="http://schemas.microsoft.com/office/drawing/2014/main" id="{51C0F561-BC05-46EF-BA2F-A874441060E8}"/>
              </a:ext>
            </a:extLst>
          </p:cNvPr>
          <p:cNvGrpSpPr>
            <a:grpSpLocks/>
          </p:cNvGrpSpPr>
          <p:nvPr/>
        </p:nvGrpSpPr>
        <p:grpSpPr bwMode="auto">
          <a:xfrm>
            <a:off x="5730875" y="1446213"/>
            <a:ext cx="2216150" cy="1435100"/>
            <a:chOff x="833331" y="2873352"/>
            <a:chExt cx="2333625" cy="1590649"/>
          </a:xfrm>
        </p:grpSpPr>
        <p:grpSp>
          <p:nvGrpSpPr>
            <p:cNvPr id="235565" name="Group 134">
              <a:extLst>
                <a:ext uri="{FF2B5EF4-FFF2-40B4-BE49-F238E27FC236}">
                  <a16:creationId xmlns:a16="http://schemas.microsoft.com/office/drawing/2014/main" id="{FDF78A18-8AA9-4ACB-A1A1-63F8B84205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73352"/>
              <a:ext cx="565150" cy="369332"/>
              <a:chOff x="1736090" y="2873352"/>
              <a:chExt cx="565150" cy="369332"/>
            </a:xfrm>
          </p:grpSpPr>
          <p:grpSp>
            <p:nvGrpSpPr>
              <p:cNvPr id="235614" name="Group 327">
                <a:extLst>
                  <a:ext uri="{FF2B5EF4-FFF2-40B4-BE49-F238E27FC236}">
                    <a16:creationId xmlns:a16="http://schemas.microsoft.com/office/drawing/2014/main" id="{4D5FF90B-E548-449A-BB21-272505E58FE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88" name="Oval 187">
                  <a:extLst>
                    <a:ext uri="{FF2B5EF4-FFF2-40B4-BE49-F238E27FC236}">
                      <a16:creationId xmlns:a16="http://schemas.microsoft.com/office/drawing/2014/main" id="{EE3F7A41-43CF-4BB6-A322-5ADBB6649314}"/>
                    </a:ext>
                  </a:extLst>
                </p:cNvPr>
                <p:cNvSpPr/>
                <p:nvPr/>
              </p:nvSpPr>
              <p:spPr bwMode="auto">
                <a:xfrm flipV="1">
                  <a:off x="1874481" y="1693411"/>
                  <a:ext cx="1124770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F0EF3111-A2A8-4F22-A586-5C14D7DAC23B}"/>
                    </a:ext>
                  </a:extLst>
                </p:cNvPr>
                <p:cNvSpPr/>
                <p:nvPr/>
              </p:nvSpPr>
              <p:spPr bwMode="auto">
                <a:xfrm>
                  <a:off x="1871142" y="1740888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Oval 189">
                  <a:extLst>
                    <a:ext uri="{FF2B5EF4-FFF2-40B4-BE49-F238E27FC236}">
                      <a16:creationId xmlns:a16="http://schemas.microsoft.com/office/drawing/2014/main" id="{EC5DF2A1-5A87-4CA4-80B4-8903367FBF94}"/>
                    </a:ext>
                  </a:extLst>
                </p:cNvPr>
                <p:cNvSpPr/>
                <p:nvPr/>
              </p:nvSpPr>
              <p:spPr bwMode="auto">
                <a:xfrm flipV="1">
                  <a:off x="1871142" y="1577357"/>
                  <a:ext cx="1124772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F5592298-7C69-40E6-A5CB-C9EA221ADE34}"/>
                    </a:ext>
                  </a:extLst>
                </p:cNvPr>
                <p:cNvSpPr/>
                <p:nvPr/>
              </p:nvSpPr>
              <p:spPr bwMode="auto">
                <a:xfrm>
                  <a:off x="2158176" y="1674947"/>
                  <a:ext cx="550705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91">
                  <a:extLst>
                    <a:ext uri="{FF2B5EF4-FFF2-40B4-BE49-F238E27FC236}">
                      <a16:creationId xmlns:a16="http://schemas.microsoft.com/office/drawing/2014/main" id="{B620E951-35C0-45A7-AA73-3B7A752F7047}"/>
                    </a:ext>
                  </a:extLst>
                </p:cNvPr>
                <p:cNvSpPr/>
                <p:nvPr/>
              </p:nvSpPr>
              <p:spPr bwMode="auto">
                <a:xfrm>
                  <a:off x="2101438" y="1635384"/>
                  <a:ext cx="664181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92">
                  <a:extLst>
                    <a:ext uri="{FF2B5EF4-FFF2-40B4-BE49-F238E27FC236}">
                      <a16:creationId xmlns:a16="http://schemas.microsoft.com/office/drawing/2014/main" id="{A1A8DF3D-AEEB-4FD9-ADA9-DEB304F5A8BA}"/>
                    </a:ext>
                  </a:extLst>
                </p:cNvPr>
                <p:cNvSpPr/>
                <p:nvPr/>
              </p:nvSpPr>
              <p:spPr bwMode="auto">
                <a:xfrm>
                  <a:off x="2535326" y="1730338"/>
                  <a:ext cx="243644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4" name="Freeform 193">
                  <a:extLst>
                    <a:ext uri="{FF2B5EF4-FFF2-40B4-BE49-F238E27FC236}">
                      <a16:creationId xmlns:a16="http://schemas.microsoft.com/office/drawing/2014/main" id="{66B3FCD3-C9AF-4BB9-83FB-F331673FB969}"/>
                    </a:ext>
                  </a:extLst>
                </p:cNvPr>
                <p:cNvSpPr/>
                <p:nvPr/>
              </p:nvSpPr>
              <p:spPr bwMode="auto">
                <a:xfrm>
                  <a:off x="2091424" y="1732975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ECA9F2D6-B7DA-4013-99A2-AFDFE7EB8805}"/>
                    </a:ext>
                  </a:extLst>
                </p:cNvPr>
                <p:cNvCxnSpPr>
                  <a:endCxn id="190" idx="2"/>
                </p:cNvCxnSpPr>
                <p:nvPr/>
              </p:nvCxnSpPr>
              <p:spPr bwMode="auto">
                <a:xfrm flipH="1" flipV="1">
                  <a:off x="1871142" y="1735613"/>
                  <a:ext cx="3339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449F69C7-7011-4DC9-A5E2-4755C6CDDD7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5914" y="1735613"/>
                  <a:ext cx="3337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5615" name="Group 184">
                <a:extLst>
                  <a:ext uri="{FF2B5EF4-FFF2-40B4-BE49-F238E27FC236}">
                    <a16:creationId xmlns:a16="http://schemas.microsoft.com/office/drawing/2014/main" id="{9CF76087-BF17-41ED-BFD0-18E322B4FC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86" name="Oval 185">
                  <a:extLst>
                    <a:ext uri="{FF2B5EF4-FFF2-40B4-BE49-F238E27FC236}">
                      <a16:creationId xmlns:a16="http://schemas.microsoft.com/office/drawing/2014/main" id="{60B1F2AE-40E8-438C-A0CB-FD36230C7B2E}"/>
                    </a:ext>
                  </a:extLst>
                </p:cNvPr>
                <p:cNvSpPr/>
                <p:nvPr/>
              </p:nvSpPr>
              <p:spPr bwMode="auto">
                <a:xfrm>
                  <a:off x="704587" y="1787823"/>
                  <a:ext cx="356061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5617" name="TextBox 186">
                  <a:extLst>
                    <a:ext uri="{FF2B5EF4-FFF2-40B4-BE49-F238E27FC236}">
                      <a16:creationId xmlns:a16="http://schemas.microsoft.com/office/drawing/2014/main" id="{A878787E-7682-4E0C-9125-50BEB10F896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3b</a:t>
                  </a:r>
                </a:p>
              </p:txBody>
            </p:sp>
          </p:grpSp>
        </p:grpSp>
        <p:grpSp>
          <p:nvGrpSpPr>
            <p:cNvPr id="235566" name="Group 135">
              <a:extLst>
                <a:ext uri="{FF2B5EF4-FFF2-40B4-BE49-F238E27FC236}">
                  <a16:creationId xmlns:a16="http://schemas.microsoft.com/office/drawing/2014/main" id="{F8DB4B79-3DC1-4572-A889-B7CC74CC451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40320" y="4094669"/>
              <a:ext cx="565150" cy="369332"/>
              <a:chOff x="1736090" y="2873352"/>
              <a:chExt cx="565150" cy="369332"/>
            </a:xfrm>
          </p:grpSpPr>
          <p:grpSp>
            <p:nvGrpSpPr>
              <p:cNvPr id="235601" name="Group 327">
                <a:extLst>
                  <a:ext uri="{FF2B5EF4-FFF2-40B4-BE49-F238E27FC236}">
                    <a16:creationId xmlns:a16="http://schemas.microsoft.com/office/drawing/2014/main" id="{755EFBA2-8DD7-4B87-AB5D-80FD223AD0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2029FA19-9372-4BC5-80A6-CA58EF830225}"/>
                    </a:ext>
                  </a:extLst>
                </p:cNvPr>
                <p:cNvSpPr/>
                <p:nvPr/>
              </p:nvSpPr>
              <p:spPr bwMode="auto">
                <a:xfrm flipV="1">
                  <a:off x="1876047" y="1693146"/>
                  <a:ext cx="1124772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EBA63D87-2C2C-4C50-85E8-F9EA3097B4FD}"/>
                    </a:ext>
                  </a:extLst>
                </p:cNvPr>
                <p:cNvSpPr/>
                <p:nvPr/>
              </p:nvSpPr>
              <p:spPr bwMode="auto">
                <a:xfrm>
                  <a:off x="1872711" y="1740622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Oval 176">
                  <a:extLst>
                    <a:ext uri="{FF2B5EF4-FFF2-40B4-BE49-F238E27FC236}">
                      <a16:creationId xmlns:a16="http://schemas.microsoft.com/office/drawing/2014/main" id="{615F7E7B-9065-4196-9710-967BD83C905F}"/>
                    </a:ext>
                  </a:extLst>
                </p:cNvPr>
                <p:cNvSpPr/>
                <p:nvPr/>
              </p:nvSpPr>
              <p:spPr bwMode="auto">
                <a:xfrm flipV="1">
                  <a:off x="1872711" y="1577091"/>
                  <a:ext cx="1124770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177">
                  <a:extLst>
                    <a:ext uri="{FF2B5EF4-FFF2-40B4-BE49-F238E27FC236}">
                      <a16:creationId xmlns:a16="http://schemas.microsoft.com/office/drawing/2014/main" id="{226730A5-372A-4D28-821F-B1FD981CEB3B}"/>
                    </a:ext>
                  </a:extLst>
                </p:cNvPr>
                <p:cNvSpPr/>
                <p:nvPr/>
              </p:nvSpPr>
              <p:spPr bwMode="auto">
                <a:xfrm>
                  <a:off x="2159744" y="1674681"/>
                  <a:ext cx="550703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Freeform 178">
                  <a:extLst>
                    <a:ext uri="{FF2B5EF4-FFF2-40B4-BE49-F238E27FC236}">
                      <a16:creationId xmlns:a16="http://schemas.microsoft.com/office/drawing/2014/main" id="{2499C3DC-8417-4D13-AE35-3D6A5A76FCA9}"/>
                    </a:ext>
                  </a:extLst>
                </p:cNvPr>
                <p:cNvSpPr/>
                <p:nvPr/>
              </p:nvSpPr>
              <p:spPr bwMode="auto">
                <a:xfrm>
                  <a:off x="2103004" y="1635118"/>
                  <a:ext cx="664183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Freeform 179">
                  <a:extLst>
                    <a:ext uri="{FF2B5EF4-FFF2-40B4-BE49-F238E27FC236}">
                      <a16:creationId xmlns:a16="http://schemas.microsoft.com/office/drawing/2014/main" id="{C6CC1BCE-AF71-4F43-8205-A209300EEBC3}"/>
                    </a:ext>
                  </a:extLst>
                </p:cNvPr>
                <p:cNvSpPr/>
                <p:nvPr/>
              </p:nvSpPr>
              <p:spPr bwMode="auto">
                <a:xfrm>
                  <a:off x="2536892" y="1730072"/>
                  <a:ext cx="243646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180">
                  <a:extLst>
                    <a:ext uri="{FF2B5EF4-FFF2-40B4-BE49-F238E27FC236}">
                      <a16:creationId xmlns:a16="http://schemas.microsoft.com/office/drawing/2014/main" id="{1B8BDF51-EED8-49ED-85EF-C0B15924CF03}"/>
                    </a:ext>
                  </a:extLst>
                </p:cNvPr>
                <p:cNvSpPr/>
                <p:nvPr/>
              </p:nvSpPr>
              <p:spPr bwMode="auto">
                <a:xfrm>
                  <a:off x="2092992" y="1732709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EB091FAB-81CF-4A3A-AFAF-628F99A08921}"/>
                    </a:ext>
                  </a:extLst>
                </p:cNvPr>
                <p:cNvCxnSpPr>
                  <a:endCxn id="177" idx="2"/>
                </p:cNvCxnSpPr>
                <p:nvPr/>
              </p:nvCxnSpPr>
              <p:spPr bwMode="auto">
                <a:xfrm flipH="1" flipV="1">
                  <a:off x="1872711" y="1735347"/>
                  <a:ext cx="3337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0763C9BC-C530-4B26-BA74-4FEBBD5874B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7480" y="1735347"/>
                  <a:ext cx="3339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5602" name="Group 171">
                <a:extLst>
                  <a:ext uri="{FF2B5EF4-FFF2-40B4-BE49-F238E27FC236}">
                    <a16:creationId xmlns:a16="http://schemas.microsoft.com/office/drawing/2014/main" id="{71F92DA5-B3AF-4986-88D3-939D98752C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DBBBED95-28FE-4601-9F6D-D5AD6EF59B41}"/>
                    </a:ext>
                  </a:extLst>
                </p:cNvPr>
                <p:cNvSpPr/>
                <p:nvPr/>
              </p:nvSpPr>
              <p:spPr bwMode="auto">
                <a:xfrm>
                  <a:off x="725431" y="1787646"/>
                  <a:ext cx="356062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5604" name="TextBox 173">
                  <a:extLst>
                    <a:ext uri="{FF2B5EF4-FFF2-40B4-BE49-F238E27FC236}">
                      <a16:creationId xmlns:a16="http://schemas.microsoft.com/office/drawing/2014/main" id="{FDD173EF-29A3-45C2-810B-582DB83863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3d</a:t>
                  </a:r>
                </a:p>
              </p:txBody>
            </p:sp>
          </p:grpSp>
        </p:grpSp>
        <p:grpSp>
          <p:nvGrpSpPr>
            <p:cNvPr id="235567" name="Group 136">
              <a:extLst>
                <a:ext uri="{FF2B5EF4-FFF2-40B4-BE49-F238E27FC236}">
                  <a16:creationId xmlns:a16="http://schemas.microsoft.com/office/drawing/2014/main" id="{B9A025DB-D4D6-4C4B-A704-9DEE19BD75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1806" y="3485072"/>
              <a:ext cx="565150" cy="369332"/>
              <a:chOff x="1736090" y="2873352"/>
              <a:chExt cx="565150" cy="369332"/>
            </a:xfrm>
          </p:grpSpPr>
          <p:grpSp>
            <p:nvGrpSpPr>
              <p:cNvPr id="235588" name="Group 327">
                <a:extLst>
                  <a:ext uri="{FF2B5EF4-FFF2-40B4-BE49-F238E27FC236}">
                    <a16:creationId xmlns:a16="http://schemas.microsoft.com/office/drawing/2014/main" id="{D97901E6-F67C-4D46-9310-1830DC20BEC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D9E4FDF8-E5C1-4318-859F-A38AF1F17985}"/>
                    </a:ext>
                  </a:extLst>
                </p:cNvPr>
                <p:cNvSpPr/>
                <p:nvPr/>
              </p:nvSpPr>
              <p:spPr bwMode="auto">
                <a:xfrm flipV="1">
                  <a:off x="1874878" y="1725976"/>
                  <a:ext cx="1124770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D53E86F9-0020-4551-A186-C96FBD957B2D}"/>
                    </a:ext>
                  </a:extLst>
                </p:cNvPr>
                <p:cNvSpPr/>
                <p:nvPr/>
              </p:nvSpPr>
              <p:spPr bwMode="auto">
                <a:xfrm>
                  <a:off x="1871540" y="1773453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Oval 163">
                  <a:extLst>
                    <a:ext uri="{FF2B5EF4-FFF2-40B4-BE49-F238E27FC236}">
                      <a16:creationId xmlns:a16="http://schemas.microsoft.com/office/drawing/2014/main" id="{AA16E551-F2D5-4B32-9EEE-F17F028A0E15}"/>
                    </a:ext>
                  </a:extLst>
                </p:cNvPr>
                <p:cNvSpPr/>
                <p:nvPr/>
              </p:nvSpPr>
              <p:spPr bwMode="auto">
                <a:xfrm flipV="1">
                  <a:off x="1871540" y="1609922"/>
                  <a:ext cx="1124772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41F61EAF-E947-45D5-A64A-183FF85802D8}"/>
                    </a:ext>
                  </a:extLst>
                </p:cNvPr>
                <p:cNvSpPr/>
                <p:nvPr/>
              </p:nvSpPr>
              <p:spPr bwMode="auto">
                <a:xfrm>
                  <a:off x="2158573" y="1707512"/>
                  <a:ext cx="550705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165">
                  <a:extLst>
                    <a:ext uri="{FF2B5EF4-FFF2-40B4-BE49-F238E27FC236}">
                      <a16:creationId xmlns:a16="http://schemas.microsoft.com/office/drawing/2014/main" id="{77B51BB4-83CF-43A3-93A9-10D92A5FC9FD}"/>
                    </a:ext>
                  </a:extLst>
                </p:cNvPr>
                <p:cNvSpPr/>
                <p:nvPr/>
              </p:nvSpPr>
              <p:spPr bwMode="auto">
                <a:xfrm>
                  <a:off x="2101835" y="1667949"/>
                  <a:ext cx="664181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 166">
                  <a:extLst>
                    <a:ext uri="{FF2B5EF4-FFF2-40B4-BE49-F238E27FC236}">
                      <a16:creationId xmlns:a16="http://schemas.microsoft.com/office/drawing/2014/main" id="{879013DB-566D-4DB7-B9EB-F96EFC0D05B2}"/>
                    </a:ext>
                  </a:extLst>
                </p:cNvPr>
                <p:cNvSpPr/>
                <p:nvPr/>
              </p:nvSpPr>
              <p:spPr bwMode="auto">
                <a:xfrm>
                  <a:off x="2535723" y="1762903"/>
                  <a:ext cx="243644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167">
                  <a:extLst>
                    <a:ext uri="{FF2B5EF4-FFF2-40B4-BE49-F238E27FC236}">
                      <a16:creationId xmlns:a16="http://schemas.microsoft.com/office/drawing/2014/main" id="{AF3F4A97-1E48-4C4A-A84E-E6AD6599C502}"/>
                    </a:ext>
                  </a:extLst>
                </p:cNvPr>
                <p:cNvSpPr/>
                <p:nvPr/>
              </p:nvSpPr>
              <p:spPr bwMode="auto">
                <a:xfrm>
                  <a:off x="2091821" y="1765540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83DFD915-2D6A-4D91-BCDA-43711B2EC665}"/>
                    </a:ext>
                  </a:extLst>
                </p:cNvPr>
                <p:cNvCxnSpPr>
                  <a:endCxn id="164" idx="2"/>
                </p:cNvCxnSpPr>
                <p:nvPr/>
              </p:nvCxnSpPr>
              <p:spPr bwMode="auto">
                <a:xfrm flipH="1" flipV="1">
                  <a:off x="1871540" y="1768178"/>
                  <a:ext cx="3339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1F86ECF3-4555-4220-9BDF-DEBEB48B5DA4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311" y="1768178"/>
                  <a:ext cx="3337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5589" name="Group 158">
                <a:extLst>
                  <a:ext uri="{FF2B5EF4-FFF2-40B4-BE49-F238E27FC236}">
                    <a16:creationId xmlns:a16="http://schemas.microsoft.com/office/drawing/2014/main" id="{F1D0D8A9-7A02-4DF4-8D9C-DAE8F45F19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28460" cy="369332"/>
                <a:chOff x="667045" y="1708643"/>
                <a:chExt cx="428460" cy="369332"/>
              </a:xfrm>
            </p:grpSpPr>
            <p:sp>
              <p:nvSpPr>
                <p:cNvPr id="160" name="Oval 159">
                  <a:extLst>
                    <a:ext uri="{FF2B5EF4-FFF2-40B4-BE49-F238E27FC236}">
                      <a16:creationId xmlns:a16="http://schemas.microsoft.com/office/drawing/2014/main" id="{9FFF42BD-9656-4809-AFB8-29448CBCAE0B}"/>
                    </a:ext>
                  </a:extLst>
                </p:cNvPr>
                <p:cNvSpPr/>
                <p:nvPr/>
              </p:nvSpPr>
              <p:spPr bwMode="auto">
                <a:xfrm>
                  <a:off x="724846" y="1788433"/>
                  <a:ext cx="357734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5591" name="TextBox 160">
                  <a:extLst>
                    <a:ext uri="{FF2B5EF4-FFF2-40B4-BE49-F238E27FC236}">
                      <a16:creationId xmlns:a16="http://schemas.microsoft.com/office/drawing/2014/main" id="{D29BC671-D646-4CF2-B032-3F9098BE3E4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28460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3c</a:t>
                  </a:r>
                </a:p>
              </p:txBody>
            </p:sp>
          </p:grpSp>
        </p:grpSp>
        <p:grpSp>
          <p:nvGrpSpPr>
            <p:cNvPr id="235568" name="Group 137">
              <a:extLst>
                <a:ext uri="{FF2B5EF4-FFF2-40B4-BE49-F238E27FC236}">
                  <a16:creationId xmlns:a16="http://schemas.microsoft.com/office/drawing/2014/main" id="{528D67BE-BC67-4BAE-BDDC-E19597D38CB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3331" y="3478719"/>
              <a:ext cx="565150" cy="369332"/>
              <a:chOff x="1736090" y="2873352"/>
              <a:chExt cx="565150" cy="369332"/>
            </a:xfrm>
          </p:grpSpPr>
          <p:grpSp>
            <p:nvGrpSpPr>
              <p:cNvPr id="235575" name="Group 327">
                <a:extLst>
                  <a:ext uri="{FF2B5EF4-FFF2-40B4-BE49-F238E27FC236}">
                    <a16:creationId xmlns:a16="http://schemas.microsoft.com/office/drawing/2014/main" id="{9906D836-A0B4-4B74-AE87-345620803C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49" name="Oval 148">
                  <a:extLst>
                    <a:ext uri="{FF2B5EF4-FFF2-40B4-BE49-F238E27FC236}">
                      <a16:creationId xmlns:a16="http://schemas.microsoft.com/office/drawing/2014/main" id="{39C3B66C-A8D7-4C77-BABC-A0FE4364856E}"/>
                    </a:ext>
                  </a:extLst>
                </p:cNvPr>
                <p:cNvSpPr/>
                <p:nvPr/>
              </p:nvSpPr>
              <p:spPr bwMode="auto">
                <a:xfrm flipV="1">
                  <a:off x="1874616" y="1693298"/>
                  <a:ext cx="1124770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A705E031-CB70-4E3A-839D-67411E86603B}"/>
                    </a:ext>
                  </a:extLst>
                </p:cNvPr>
                <p:cNvSpPr/>
                <p:nvPr/>
              </p:nvSpPr>
              <p:spPr bwMode="auto">
                <a:xfrm>
                  <a:off x="1871277" y="1740775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62CB1FB2-F4BE-412F-8E4F-F091CDCA7E7C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7244"/>
                  <a:ext cx="1124772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D60CFB4A-4B8E-436B-B952-CC9AE6B36FCD}"/>
                    </a:ext>
                  </a:extLst>
                </p:cNvPr>
                <p:cNvSpPr/>
                <p:nvPr/>
              </p:nvSpPr>
              <p:spPr bwMode="auto">
                <a:xfrm>
                  <a:off x="2158310" y="1674834"/>
                  <a:ext cx="550705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Freeform 152">
                  <a:extLst>
                    <a:ext uri="{FF2B5EF4-FFF2-40B4-BE49-F238E27FC236}">
                      <a16:creationId xmlns:a16="http://schemas.microsoft.com/office/drawing/2014/main" id="{C2806945-3AEF-4822-BA3A-7DC7080544F9}"/>
                    </a:ext>
                  </a:extLst>
                </p:cNvPr>
                <p:cNvSpPr/>
                <p:nvPr/>
              </p:nvSpPr>
              <p:spPr bwMode="auto">
                <a:xfrm>
                  <a:off x="2101572" y="1635271"/>
                  <a:ext cx="664181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4" name="Freeform 153">
                  <a:extLst>
                    <a:ext uri="{FF2B5EF4-FFF2-40B4-BE49-F238E27FC236}">
                      <a16:creationId xmlns:a16="http://schemas.microsoft.com/office/drawing/2014/main" id="{58883B53-0FF7-4039-A074-7A5A51DE65C0}"/>
                    </a:ext>
                  </a:extLst>
                </p:cNvPr>
                <p:cNvSpPr/>
                <p:nvPr/>
              </p:nvSpPr>
              <p:spPr bwMode="auto">
                <a:xfrm>
                  <a:off x="2535460" y="1730225"/>
                  <a:ext cx="243644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5" name="Freeform 154">
                  <a:extLst>
                    <a:ext uri="{FF2B5EF4-FFF2-40B4-BE49-F238E27FC236}">
                      <a16:creationId xmlns:a16="http://schemas.microsoft.com/office/drawing/2014/main" id="{36627D8F-D07C-4E4A-96FF-FA98D7F2B639}"/>
                    </a:ext>
                  </a:extLst>
                </p:cNvPr>
                <p:cNvSpPr/>
                <p:nvPr/>
              </p:nvSpPr>
              <p:spPr bwMode="auto">
                <a:xfrm>
                  <a:off x="2091558" y="1732862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84899F30-082E-4449-A376-C90C7DB84FCF}"/>
                    </a:ext>
                  </a:extLst>
                </p:cNvPr>
                <p:cNvCxnSpPr>
                  <a:endCxn id="151" idx="2"/>
                </p:cNvCxnSpPr>
                <p:nvPr/>
              </p:nvCxnSpPr>
              <p:spPr bwMode="auto">
                <a:xfrm flipH="1" flipV="1">
                  <a:off x="1871277" y="1735500"/>
                  <a:ext cx="3339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97BD915D-1D84-44D7-9441-59845A41F96E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049" y="1735500"/>
                  <a:ext cx="3337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5576" name="Group 145">
                <a:extLst>
                  <a:ext uri="{FF2B5EF4-FFF2-40B4-BE49-F238E27FC236}">
                    <a16:creationId xmlns:a16="http://schemas.microsoft.com/office/drawing/2014/main" id="{5B8470C8-6846-4D33-8D9C-DE24C4F735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4549A245-739B-4D96-8B7C-60FCC27491BE}"/>
                    </a:ext>
                  </a:extLst>
                </p:cNvPr>
                <p:cNvSpPr/>
                <p:nvPr/>
              </p:nvSpPr>
              <p:spPr bwMode="auto">
                <a:xfrm>
                  <a:off x="704654" y="1787748"/>
                  <a:ext cx="356061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5578" name="TextBox 147">
                  <a:extLst>
                    <a:ext uri="{FF2B5EF4-FFF2-40B4-BE49-F238E27FC236}">
                      <a16:creationId xmlns:a16="http://schemas.microsoft.com/office/drawing/2014/main" id="{DA8E4717-12FF-4267-A335-00B06059048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3a</a:t>
                  </a:r>
                </a:p>
              </p:txBody>
            </p:sp>
          </p:grpSp>
        </p:grpSp>
        <p:cxnSp>
          <p:nvCxnSpPr>
            <p:cNvPr id="235569" name="Straight Connector 138">
              <a:extLst>
                <a:ext uri="{FF2B5EF4-FFF2-40B4-BE49-F238E27FC236}">
                  <a16:creationId xmlns:a16="http://schemas.microsoft.com/office/drawing/2014/main" id="{855CF7D5-C8CE-441E-8343-C1C7BCD67C17}"/>
                </a:ext>
              </a:extLst>
            </p:cNvPr>
            <p:cNvCxnSpPr>
              <a:cxnSpLocks noChangeShapeType="1"/>
              <a:stCxn id="235617" idx="2"/>
              <a:endCxn id="235604" idx="0"/>
            </p:cNvCxnSpPr>
            <p:nvPr/>
          </p:nvCxnSpPr>
          <p:spPr bwMode="auto">
            <a:xfrm>
              <a:off x="1991073" y="3242684"/>
              <a:ext cx="4230" cy="851985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70" name="Straight Connector 139">
              <a:extLst>
                <a:ext uri="{FF2B5EF4-FFF2-40B4-BE49-F238E27FC236}">
                  <a16:creationId xmlns:a16="http://schemas.microsoft.com/office/drawing/2014/main" id="{6E77C9C2-9FF1-4E8C-B21F-8678E117597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407477" y="3648621"/>
              <a:ext cx="1204913" cy="6353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71" name="Straight Connector 140">
              <a:extLst>
                <a:ext uri="{FF2B5EF4-FFF2-40B4-BE49-F238E27FC236}">
                  <a16:creationId xmlns:a16="http://schemas.microsoft.com/office/drawing/2014/main" id="{75C05F0C-8FBF-442A-9D5E-C33BDB1418B5}"/>
                </a:ext>
              </a:extLst>
            </p:cNvPr>
            <p:cNvCxnSpPr>
              <a:cxnSpLocks noChangeShapeType="1"/>
              <a:stCxn id="188" idx="7"/>
            </p:cNvCxnSpPr>
            <p:nvPr/>
          </p:nvCxnSpPr>
          <p:spPr bwMode="auto">
            <a:xfrm>
              <a:off x="2218708" y="3154477"/>
              <a:ext cx="480042" cy="369773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72" name="Straight Connector 141">
              <a:extLst>
                <a:ext uri="{FF2B5EF4-FFF2-40B4-BE49-F238E27FC236}">
                  <a16:creationId xmlns:a16="http://schemas.microsoft.com/office/drawing/2014/main" id="{9069AE1A-3932-43FF-995A-21B9F3FB2CA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300073" y="3786304"/>
              <a:ext cx="477927" cy="357071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73" name="Straight Connector 142">
              <a:extLst>
                <a:ext uri="{FF2B5EF4-FFF2-40B4-BE49-F238E27FC236}">
                  <a16:creationId xmlns:a16="http://schemas.microsoft.com/office/drawing/2014/main" id="{6EB2C2D7-F2B5-4399-9508-C28A5C9A29E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196042" y="3783542"/>
              <a:ext cx="508002" cy="34925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74" name="Straight Connector 143">
              <a:extLst>
                <a:ext uri="{FF2B5EF4-FFF2-40B4-BE49-F238E27FC236}">
                  <a16:creationId xmlns:a16="http://schemas.microsoft.com/office/drawing/2014/main" id="{0B9807F5-9C85-4A74-9A63-EB5E43573D6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87553" y="3166946"/>
              <a:ext cx="508002" cy="34925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35529" name="Straight Connector 127">
            <a:extLst>
              <a:ext uri="{FF2B5EF4-FFF2-40B4-BE49-F238E27FC236}">
                <a16:creationId xmlns:a16="http://schemas.microsoft.com/office/drawing/2014/main" id="{A73EEF67-8176-459D-8C6F-2BDC70BFCBC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046413" y="2339975"/>
            <a:ext cx="481012" cy="744538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5530" name="Straight Connector 128">
            <a:extLst>
              <a:ext uri="{FF2B5EF4-FFF2-40B4-BE49-F238E27FC236}">
                <a16:creationId xmlns:a16="http://schemas.microsoft.com/office/drawing/2014/main" id="{614D24AA-D088-4E51-BB22-C6B4DD8853B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2913" y="2281238"/>
            <a:ext cx="338137" cy="822325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5531" name="TextBox 129">
            <a:extLst>
              <a:ext uri="{FF2B5EF4-FFF2-40B4-BE49-F238E27FC236}">
                <a16:creationId xmlns:a16="http://schemas.microsoft.com/office/drawing/2014/main" id="{970C54AC-707B-4BA3-9025-8C637B7C7D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00" y="2438400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AS2</a:t>
            </a:r>
          </a:p>
        </p:txBody>
      </p:sp>
      <p:sp>
        <p:nvSpPr>
          <p:cNvPr id="235532" name="TextBox 130">
            <a:extLst>
              <a:ext uri="{FF2B5EF4-FFF2-40B4-BE49-F238E27FC236}">
                <a16:creationId xmlns:a16="http://schemas.microsoft.com/office/drawing/2014/main" id="{BE1AF05B-59A7-4DAC-89BD-AA037BB6AD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550" y="1350963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AS3</a:t>
            </a:r>
          </a:p>
        </p:txBody>
      </p:sp>
      <p:sp>
        <p:nvSpPr>
          <p:cNvPr id="235533" name="TextBox 131">
            <a:extLst>
              <a:ext uri="{FF2B5EF4-FFF2-40B4-BE49-F238E27FC236}">
                <a16:creationId xmlns:a16="http://schemas.microsoft.com/office/drawing/2014/main" id="{21982424-2888-4590-89E7-441B70EA41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438" y="1562100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AS1</a:t>
            </a:r>
          </a:p>
        </p:txBody>
      </p:sp>
      <p:grpSp>
        <p:nvGrpSpPr>
          <p:cNvPr id="235534" name="Group 10">
            <a:extLst>
              <a:ext uri="{FF2B5EF4-FFF2-40B4-BE49-F238E27FC236}">
                <a16:creationId xmlns:a16="http://schemas.microsoft.com/office/drawing/2014/main" id="{AECF4D29-715C-4F1B-92A6-4C36651D6A9C}"/>
              </a:ext>
            </a:extLst>
          </p:cNvPr>
          <p:cNvGrpSpPr>
            <a:grpSpLocks/>
          </p:cNvGrpSpPr>
          <p:nvPr/>
        </p:nvGrpSpPr>
        <p:grpSpPr bwMode="auto">
          <a:xfrm>
            <a:off x="7070725" y="2413000"/>
            <a:ext cx="1701800" cy="615950"/>
            <a:chOff x="7073692" y="5469792"/>
            <a:chExt cx="1701734" cy="616172"/>
          </a:xfrm>
        </p:grpSpPr>
        <p:grpSp>
          <p:nvGrpSpPr>
            <p:cNvPr id="235549" name="Group 9">
              <a:extLst>
                <a:ext uri="{FF2B5EF4-FFF2-40B4-BE49-F238E27FC236}">
                  <a16:creationId xmlns:a16="http://schemas.microsoft.com/office/drawing/2014/main" id="{92FD2714-4C5E-4773-A93A-B981AA6906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3692" y="5469792"/>
              <a:ext cx="1701734" cy="616172"/>
              <a:chOff x="6946249" y="5096269"/>
              <a:chExt cx="1701734" cy="616172"/>
            </a:xfrm>
          </p:grpSpPr>
          <p:sp>
            <p:nvSpPr>
              <p:cNvPr id="235551" name="Freeform 2">
                <a:extLst>
                  <a:ext uri="{FF2B5EF4-FFF2-40B4-BE49-F238E27FC236}">
                    <a16:creationId xmlns:a16="http://schemas.microsoft.com/office/drawing/2014/main" id="{20B8BD46-0CA1-4237-B918-CBD7EEBA8C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46249" y="5096269"/>
                <a:ext cx="1701734" cy="616172"/>
              </a:xfrm>
              <a:custGeom>
                <a:avLst/>
                <a:gdLst>
                  <a:gd name="T0" fmla="*/ 2147483646 w 11293"/>
                  <a:gd name="T1" fmla="*/ 2147483646 h 11127"/>
                  <a:gd name="T2" fmla="*/ 2147483646 w 11293"/>
                  <a:gd name="T3" fmla="*/ 2147483646 h 11127"/>
                  <a:gd name="T4" fmla="*/ 2147483646 w 11293"/>
                  <a:gd name="T5" fmla="*/ 2147483646 h 11127"/>
                  <a:gd name="T6" fmla="*/ 2147483646 w 11293"/>
                  <a:gd name="T7" fmla="*/ 2147483646 h 11127"/>
                  <a:gd name="T8" fmla="*/ 2147483646 w 11293"/>
                  <a:gd name="T9" fmla="*/ 2147483646 h 11127"/>
                  <a:gd name="T10" fmla="*/ 2147483646 w 11293"/>
                  <a:gd name="T11" fmla="*/ 2147483646 h 11127"/>
                  <a:gd name="T12" fmla="*/ 2147483646 w 11293"/>
                  <a:gd name="T13" fmla="*/ 2147483646 h 11127"/>
                  <a:gd name="T14" fmla="*/ 2147483646 w 11293"/>
                  <a:gd name="T15" fmla="*/ 2147483646 h 1112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293"/>
                  <a:gd name="T25" fmla="*/ 0 h 11127"/>
                  <a:gd name="T26" fmla="*/ 11293 w 11293"/>
                  <a:gd name="T27" fmla="*/ 11127 h 11127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293" h="11127">
                    <a:moveTo>
                      <a:pt x="40" y="9082"/>
                    </a:moveTo>
                    <a:cubicBezTo>
                      <a:pt x="352" y="7566"/>
                      <a:pt x="3280" y="1761"/>
                      <a:pt x="4577" y="470"/>
                    </a:cubicBezTo>
                    <a:cubicBezTo>
                      <a:pt x="5874" y="-821"/>
                      <a:pt x="6795" y="914"/>
                      <a:pt x="7822" y="1336"/>
                    </a:cubicBezTo>
                    <a:cubicBezTo>
                      <a:pt x="8849" y="1758"/>
                      <a:pt x="10193" y="1947"/>
                      <a:pt x="10740" y="3004"/>
                    </a:cubicBezTo>
                    <a:cubicBezTo>
                      <a:pt x="11287" y="4061"/>
                      <a:pt x="11468" y="6337"/>
                      <a:pt x="11102" y="7683"/>
                    </a:cubicBezTo>
                    <a:cubicBezTo>
                      <a:pt x="10736" y="9030"/>
                      <a:pt x="9940" y="10771"/>
                      <a:pt x="8541" y="11085"/>
                    </a:cubicBezTo>
                    <a:cubicBezTo>
                      <a:pt x="7141" y="11398"/>
                      <a:pt x="4122" y="9898"/>
                      <a:pt x="2705" y="9564"/>
                    </a:cubicBezTo>
                    <a:cubicBezTo>
                      <a:pt x="1288" y="9230"/>
                      <a:pt x="-272" y="10598"/>
                      <a:pt x="40" y="9082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35552" name="Group 327">
                <a:extLst>
                  <a:ext uri="{FF2B5EF4-FFF2-40B4-BE49-F238E27FC236}">
                    <a16:creationId xmlns:a16="http://schemas.microsoft.com/office/drawing/2014/main" id="{7F38E730-3F06-42DE-9175-079412EA5E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08175" y="5241780"/>
                <a:ext cx="536554" cy="263548"/>
                <a:chOff x="1871277" y="1576300"/>
                <a:chExt cx="1128371" cy="437861"/>
              </a:xfrm>
            </p:grpSpPr>
            <p:sp>
              <p:nvSpPr>
                <p:cNvPr id="374" name="Oval 373">
                  <a:extLst>
                    <a:ext uri="{FF2B5EF4-FFF2-40B4-BE49-F238E27FC236}">
                      <a16:creationId xmlns:a16="http://schemas.microsoft.com/office/drawing/2014/main" id="{DD96865E-917E-4375-A5E2-F3FBFC55E5FD}"/>
                    </a:ext>
                  </a:extLst>
                </p:cNvPr>
                <p:cNvSpPr/>
                <p:nvPr/>
              </p:nvSpPr>
              <p:spPr bwMode="auto">
                <a:xfrm flipV="1">
                  <a:off x="1874747" y="1693374"/>
                  <a:ext cx="1125032" cy="3218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5" name="Rectangle 374">
                  <a:extLst>
                    <a:ext uri="{FF2B5EF4-FFF2-40B4-BE49-F238E27FC236}">
                      <a16:creationId xmlns:a16="http://schemas.microsoft.com/office/drawing/2014/main" id="{34A6551E-B76C-460C-BBB9-D7D10FB09B9B}"/>
                    </a:ext>
                  </a:extLst>
                </p:cNvPr>
                <p:cNvSpPr/>
                <p:nvPr/>
              </p:nvSpPr>
              <p:spPr bwMode="auto">
                <a:xfrm>
                  <a:off x="1871407" y="1740865"/>
                  <a:ext cx="1128371" cy="116091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A76ED381-4416-4FE9-BDE3-BFFB71D909D5}"/>
                    </a:ext>
                  </a:extLst>
                </p:cNvPr>
                <p:cNvSpPr/>
                <p:nvPr/>
              </p:nvSpPr>
              <p:spPr bwMode="auto">
                <a:xfrm flipV="1">
                  <a:off x="1871407" y="1577282"/>
                  <a:ext cx="1125034" cy="321889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Freeform 376">
                  <a:extLst>
                    <a:ext uri="{FF2B5EF4-FFF2-40B4-BE49-F238E27FC236}">
                      <a16:creationId xmlns:a16="http://schemas.microsoft.com/office/drawing/2014/main" id="{A6A1BE1D-8C8A-4207-99E4-2CF490E47E46}"/>
                    </a:ext>
                  </a:extLst>
                </p:cNvPr>
                <p:cNvSpPr/>
                <p:nvPr/>
              </p:nvSpPr>
              <p:spPr bwMode="auto">
                <a:xfrm>
                  <a:off x="2158508" y="1674905"/>
                  <a:ext cx="550833" cy="15830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8" name="Freeform 377">
                  <a:extLst>
                    <a:ext uri="{FF2B5EF4-FFF2-40B4-BE49-F238E27FC236}">
                      <a16:creationId xmlns:a16="http://schemas.microsoft.com/office/drawing/2014/main" id="{065969F3-9BCC-422F-85CB-8541C058E51E}"/>
                    </a:ext>
                  </a:extLst>
                </p:cNvPr>
                <p:cNvSpPr/>
                <p:nvPr/>
              </p:nvSpPr>
              <p:spPr bwMode="auto">
                <a:xfrm>
                  <a:off x="2101756" y="1635328"/>
                  <a:ext cx="664336" cy="11081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9" name="Freeform 378">
                  <a:extLst>
                    <a:ext uri="{FF2B5EF4-FFF2-40B4-BE49-F238E27FC236}">
                      <a16:creationId xmlns:a16="http://schemas.microsoft.com/office/drawing/2014/main" id="{4B1CEA6F-2C4D-4755-B393-8AFA4DF9F122}"/>
                    </a:ext>
                  </a:extLst>
                </p:cNvPr>
                <p:cNvSpPr/>
                <p:nvPr/>
              </p:nvSpPr>
              <p:spPr bwMode="auto">
                <a:xfrm>
                  <a:off x="2535745" y="1730312"/>
                  <a:ext cx="243700" cy="9762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0" name="Freeform 379">
                  <a:extLst>
                    <a:ext uri="{FF2B5EF4-FFF2-40B4-BE49-F238E27FC236}">
                      <a16:creationId xmlns:a16="http://schemas.microsoft.com/office/drawing/2014/main" id="{BF5659EC-6D11-4ED5-BD4D-B4082E2F18F2}"/>
                    </a:ext>
                  </a:extLst>
                </p:cNvPr>
                <p:cNvSpPr/>
                <p:nvPr/>
              </p:nvSpPr>
              <p:spPr bwMode="auto">
                <a:xfrm>
                  <a:off x="2091740" y="1732951"/>
                  <a:ext cx="240363" cy="9498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1" name="Straight Connector 380">
                  <a:extLst>
                    <a:ext uri="{FF2B5EF4-FFF2-40B4-BE49-F238E27FC236}">
                      <a16:creationId xmlns:a16="http://schemas.microsoft.com/office/drawing/2014/main" id="{20183CDE-EF1F-4BA3-A8C3-29348DFD66FC}"/>
                    </a:ext>
                  </a:extLst>
                </p:cNvPr>
                <p:cNvCxnSpPr>
                  <a:endCxn id="376" idx="2"/>
                </p:cNvCxnSpPr>
                <p:nvPr/>
              </p:nvCxnSpPr>
              <p:spPr bwMode="auto">
                <a:xfrm flipH="1" flipV="1">
                  <a:off x="1871407" y="1735589"/>
                  <a:ext cx="3339" cy="12400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2" name="Straight Connector 381">
                  <a:extLst>
                    <a:ext uri="{FF2B5EF4-FFF2-40B4-BE49-F238E27FC236}">
                      <a16:creationId xmlns:a16="http://schemas.microsoft.com/office/drawing/2014/main" id="{3A2042D1-E093-4E29-B648-DB4BC766F962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41" y="1735589"/>
                  <a:ext cx="3337" cy="121368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5553" name="Group 370">
                <a:extLst>
                  <a:ext uri="{FF2B5EF4-FFF2-40B4-BE49-F238E27FC236}">
                    <a16:creationId xmlns:a16="http://schemas.microsoft.com/office/drawing/2014/main" id="{4B083B3E-D375-4C5A-9242-471996CBF5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876581" y="5223365"/>
                <a:ext cx="466894" cy="369332"/>
                <a:chOff x="599495" y="1708643"/>
                <a:chExt cx="491778" cy="409344"/>
              </a:xfrm>
            </p:grpSpPr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50EC1E6A-809F-4B35-AB99-00AACEEF4EF6}"/>
                    </a:ext>
                  </a:extLst>
                </p:cNvPr>
                <p:cNvSpPr/>
                <p:nvPr/>
              </p:nvSpPr>
              <p:spPr bwMode="auto">
                <a:xfrm>
                  <a:off x="724801" y="1787793"/>
                  <a:ext cx="356145" cy="23233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5555" name="TextBox 372">
                  <a:extLst>
                    <a:ext uri="{FF2B5EF4-FFF2-40B4-BE49-F238E27FC236}">
                      <a16:creationId xmlns:a16="http://schemas.microsoft.com/office/drawing/2014/main" id="{C35AF2AF-E1AB-4588-8626-B6C00AF5F3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99495" y="1708643"/>
                  <a:ext cx="491778" cy="40934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X</a:t>
                  </a:r>
                </a:p>
              </p:txBody>
            </p:sp>
          </p:grpSp>
        </p:grpSp>
        <p:cxnSp>
          <p:nvCxnSpPr>
            <p:cNvPr id="235550" name="Straight Connector 401">
              <a:extLst>
                <a:ext uri="{FF2B5EF4-FFF2-40B4-BE49-F238E27FC236}">
                  <a16:creationId xmlns:a16="http://schemas.microsoft.com/office/drawing/2014/main" id="{1586A43F-3023-4263-87A9-5C336A21A9B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133690" y="5764030"/>
              <a:ext cx="870024" cy="9999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17776" name="Group 6">
            <a:extLst>
              <a:ext uri="{FF2B5EF4-FFF2-40B4-BE49-F238E27FC236}">
                <a16:creationId xmlns:a16="http://schemas.microsoft.com/office/drawing/2014/main" id="{7900EA5E-7CDF-43E4-A80B-4AD2AA462904}"/>
              </a:ext>
            </a:extLst>
          </p:cNvPr>
          <p:cNvGrpSpPr>
            <a:grpSpLocks/>
          </p:cNvGrpSpPr>
          <p:nvPr/>
        </p:nvGrpSpPr>
        <p:grpSpPr bwMode="auto">
          <a:xfrm>
            <a:off x="5713413" y="2379663"/>
            <a:ext cx="1009650" cy="768350"/>
            <a:chOff x="5713444" y="2379268"/>
            <a:chExt cx="1009362" cy="768350"/>
          </a:xfrm>
        </p:grpSpPr>
        <p:sp>
          <p:nvSpPr>
            <p:cNvPr id="235547" name="AutoShape 118">
              <a:extLst>
                <a:ext uri="{FF2B5EF4-FFF2-40B4-BE49-F238E27FC236}">
                  <a16:creationId xmlns:a16="http://schemas.microsoft.com/office/drawing/2014/main" id="{2F63F1F6-C636-4F6E-939B-E905C30EB28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4002035">
              <a:off x="5467382" y="2625330"/>
              <a:ext cx="768350" cy="276226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35548" name="Text Box 119">
              <a:extLst>
                <a:ext uri="{FF2B5EF4-FFF2-40B4-BE49-F238E27FC236}">
                  <a16:creationId xmlns:a16="http://schemas.microsoft.com/office/drawing/2014/main" id="{37AAAF07-CE7D-4BF7-ACC9-3E9FBA7B8D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06829" y="2784958"/>
              <a:ext cx="815977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AS3,X </a:t>
              </a:r>
            </a:p>
          </p:txBody>
        </p:sp>
      </p:grpSp>
      <p:grpSp>
        <p:nvGrpSpPr>
          <p:cNvPr id="117777" name="Group 5">
            <a:extLst>
              <a:ext uri="{FF2B5EF4-FFF2-40B4-BE49-F238E27FC236}">
                <a16:creationId xmlns:a16="http://schemas.microsoft.com/office/drawing/2014/main" id="{8B812D0B-A85A-4A8C-BB0B-379E6C60AB6C}"/>
              </a:ext>
            </a:extLst>
          </p:cNvPr>
          <p:cNvGrpSpPr>
            <a:grpSpLocks/>
          </p:cNvGrpSpPr>
          <p:nvPr/>
        </p:nvGrpSpPr>
        <p:grpSpPr bwMode="auto">
          <a:xfrm>
            <a:off x="2028825" y="2438400"/>
            <a:ext cx="1260475" cy="889000"/>
            <a:chOff x="2028828" y="2438604"/>
            <a:chExt cx="1260153" cy="888605"/>
          </a:xfrm>
        </p:grpSpPr>
        <p:sp>
          <p:nvSpPr>
            <p:cNvPr id="235545" name="Text Box 119">
              <a:extLst>
                <a:ext uri="{FF2B5EF4-FFF2-40B4-BE49-F238E27FC236}">
                  <a16:creationId xmlns:a16="http://schemas.microsoft.com/office/drawing/2014/main" id="{B7E54A65-C5F5-41FF-8C29-522E9B5440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28828" y="3019432"/>
              <a:ext cx="126015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AS2,AS3,X </a:t>
              </a:r>
            </a:p>
          </p:txBody>
        </p:sp>
        <p:sp>
          <p:nvSpPr>
            <p:cNvPr id="235546" name="AutoShape 118">
              <a:extLst>
                <a:ext uri="{FF2B5EF4-FFF2-40B4-BE49-F238E27FC236}">
                  <a16:creationId xmlns:a16="http://schemas.microsoft.com/office/drawing/2014/main" id="{6002AD4E-A82A-45F4-B8D1-9498B22E802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3445218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26" name="Rectangle 4">
            <a:extLst>
              <a:ext uri="{FF2B5EF4-FFF2-40B4-BE49-F238E27FC236}">
                <a16:creationId xmlns:a16="http://schemas.microsoft.com/office/drawing/2014/main" id="{5639A86C-45A3-40DA-8229-7FF58A84F6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925" y="4289425"/>
            <a:ext cx="8505825" cy="849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93688" indent="-293688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ts val="2138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AS2 router 2c receives path advertisement </a:t>
            </a:r>
            <a:r>
              <a: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AS3,X </a:t>
            </a:r>
            <a:r>
              <a:rPr kumimoji="0" lang="en-US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(via </a:t>
            </a:r>
            <a:r>
              <a:rPr kumimoji="0" lang="en-US" alt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eBGP</a:t>
            </a:r>
            <a:r>
              <a:rPr kumimoji="0" lang="en-US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) from AS3 router 3a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 panose="020B0502020104020203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328" name="Rectangle 4">
            <a:extLst>
              <a:ext uri="{FF2B5EF4-FFF2-40B4-BE49-F238E27FC236}">
                <a16:creationId xmlns:a16="http://schemas.microsoft.com/office/drawing/2014/main" id="{143810D9-998F-459B-AE3C-EBAA20C50A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163" y="5664200"/>
            <a:ext cx="8505825" cy="50958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ts val="214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Based on AS2 policy,  AS2 router 2a advertises (via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eBGP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)  path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AS2, AS3, X 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 to AS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1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 router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1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c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</p:txBody>
      </p:sp>
      <p:grpSp>
        <p:nvGrpSpPr>
          <p:cNvPr id="117778" name="Group 4">
            <a:extLst>
              <a:ext uri="{FF2B5EF4-FFF2-40B4-BE49-F238E27FC236}">
                <a16:creationId xmlns:a16="http://schemas.microsoft.com/office/drawing/2014/main" id="{5C9113EB-6414-481F-A0CF-19FB54CEFDEB}"/>
              </a:ext>
            </a:extLst>
          </p:cNvPr>
          <p:cNvGrpSpPr>
            <a:grpSpLocks/>
          </p:cNvGrpSpPr>
          <p:nvPr/>
        </p:nvGrpSpPr>
        <p:grpSpPr bwMode="auto">
          <a:xfrm>
            <a:off x="4051300" y="2820988"/>
            <a:ext cx="1119188" cy="825500"/>
            <a:chOff x="4052000" y="2820739"/>
            <a:chExt cx="1118837" cy="826267"/>
          </a:xfrm>
        </p:grpSpPr>
        <p:cxnSp>
          <p:nvCxnSpPr>
            <p:cNvPr id="235542" name="Straight Arrow Connector 2">
              <a:extLst>
                <a:ext uri="{FF2B5EF4-FFF2-40B4-BE49-F238E27FC236}">
                  <a16:creationId xmlns:a16="http://schemas.microsoft.com/office/drawing/2014/main" id="{FA8C17D8-89C3-4BAC-847F-A150F5A161E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4769093" y="2820739"/>
              <a:ext cx="401744" cy="302376"/>
            </a:xfrm>
            <a:prstGeom prst="straightConnector1">
              <a:avLst/>
            </a:prstGeom>
            <a:noFill/>
            <a:ln w="25400" algn="ctr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43" name="Straight Arrow Connector 329">
              <a:extLst>
                <a:ext uri="{FF2B5EF4-FFF2-40B4-BE49-F238E27FC236}">
                  <a16:creationId xmlns:a16="http://schemas.microsoft.com/office/drawing/2014/main" id="{B85DEADF-D310-4851-8AEB-0617BE46DF3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4052000" y="3192229"/>
              <a:ext cx="1059565" cy="14171"/>
            </a:xfrm>
            <a:prstGeom prst="straightConnector1">
              <a:avLst/>
            </a:prstGeom>
            <a:noFill/>
            <a:ln w="25400" algn="ctr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5544" name="Straight Arrow Connector 330">
              <a:extLst>
                <a:ext uri="{FF2B5EF4-FFF2-40B4-BE49-F238E27FC236}">
                  <a16:creationId xmlns:a16="http://schemas.microsoft.com/office/drawing/2014/main" id="{2D155E65-47CE-44F5-983F-933199EDB8C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748700" y="3344630"/>
              <a:ext cx="401744" cy="302376"/>
            </a:xfrm>
            <a:prstGeom prst="straightConnector1">
              <a:avLst/>
            </a:prstGeom>
            <a:noFill/>
            <a:ln w="25400" algn="ctr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35540" name="Slide Number Placeholder 5">
            <a:extLst>
              <a:ext uri="{FF2B5EF4-FFF2-40B4-BE49-F238E27FC236}">
                <a16:creationId xmlns:a16="http://schemas.microsoft.com/office/drawing/2014/main" id="{C53D4C53-84D5-4D12-ABBA-4D3B78F5A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93FA9C27-7F89-4382-B2CE-2A8D9111D137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5541" name="Footer Placeholder 2">
            <a:extLst>
              <a:ext uri="{FF2B5EF4-FFF2-40B4-BE49-F238E27FC236}">
                <a16:creationId xmlns:a16="http://schemas.microsoft.com/office/drawing/2014/main" id="{E60CFDA6-93DA-4B81-9B3A-743CF8F77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7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10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7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6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536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177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668" grpId="0" build="p"/>
      <p:bldP spid="326" grpId="0"/>
      <p:bldP spid="32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5" name="Rectangle 3">
            <a:extLst>
              <a:ext uri="{FF2B5EF4-FFF2-40B4-BE49-F238E27FC236}">
                <a16:creationId xmlns:a16="http://schemas.microsoft.com/office/drawing/2014/main" id="{8F1E37BD-96C1-46F9-B55C-B66053A9F0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BGP path advertisement</a:t>
            </a:r>
          </a:p>
        </p:txBody>
      </p:sp>
      <p:sp>
        <p:nvSpPr>
          <p:cNvPr id="753668" name="Rectangle 4">
            <a:extLst>
              <a:ext uri="{FF2B5EF4-FFF2-40B4-BE49-F238E27FC236}">
                <a16:creationId xmlns:a16="http://schemas.microsoft.com/office/drawing/2014/main" id="{BD0DDE8D-4755-4391-A090-78A2B85B44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38175" y="4743450"/>
            <a:ext cx="8505825" cy="550863"/>
          </a:xfrm>
        </p:spPr>
        <p:txBody>
          <a:bodyPr/>
          <a:lstStyle/>
          <a:p>
            <a:pPr marL="293688" indent="-293688">
              <a:lnSpc>
                <a:spcPts val="2140"/>
              </a:lnSpc>
              <a:buFont typeface="Wingdings" charset="2"/>
              <a:buChar char="§"/>
              <a:defRPr/>
            </a:pPr>
            <a:r>
              <a:rPr lang="en-US" sz="2200" dirty="0"/>
              <a:t>AS</a:t>
            </a:r>
            <a:r>
              <a:rPr lang="en-US" sz="2200" dirty="0">
                <a:latin typeface="Arial"/>
                <a:cs typeface="Arial"/>
              </a:rPr>
              <a:t>1</a:t>
            </a:r>
            <a:r>
              <a:rPr lang="en-US" sz="2200" dirty="0"/>
              <a:t> gateway router</a:t>
            </a:r>
            <a:r>
              <a:rPr lang="en-US" sz="2200" dirty="0">
                <a:latin typeface="Arial"/>
                <a:cs typeface="Arial"/>
              </a:rPr>
              <a:t> 1c </a:t>
            </a:r>
            <a:r>
              <a:rPr lang="en-US" sz="2200" dirty="0"/>
              <a:t>learns path </a:t>
            </a:r>
            <a:r>
              <a:rPr lang="en-US" sz="2200" i="1" dirty="0">
                <a:solidFill>
                  <a:srgbClr val="CC0000"/>
                </a:solidFill>
              </a:rPr>
              <a:t>AS2,AS3,X </a:t>
            </a:r>
            <a:r>
              <a:rPr lang="en-US" sz="2200" dirty="0"/>
              <a:t>from 2a</a:t>
            </a:r>
            <a:endParaRPr lang="en-US" sz="2000" dirty="0"/>
          </a:p>
          <a:p>
            <a:pPr>
              <a:buFont typeface="Wingdings" charset="2"/>
              <a:buChar char="§"/>
              <a:defRPr/>
            </a:pPr>
            <a:endParaRPr lang="en-US" sz="2000" dirty="0"/>
          </a:p>
        </p:txBody>
      </p:sp>
      <p:pic>
        <p:nvPicPr>
          <p:cNvPr id="236548" name="Picture 121" descr="underline_base">
            <a:extLst>
              <a:ext uri="{FF2B5EF4-FFF2-40B4-BE49-F238E27FC236}">
                <a16:creationId xmlns:a16="http://schemas.microsoft.com/office/drawing/2014/main" id="{70C94EEA-46F6-4F9C-8B74-A1C1C5D36412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188" y="800100"/>
            <a:ext cx="5602287" cy="176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6549" name="Group 124">
            <a:extLst>
              <a:ext uri="{FF2B5EF4-FFF2-40B4-BE49-F238E27FC236}">
                <a16:creationId xmlns:a16="http://schemas.microsoft.com/office/drawing/2014/main" id="{985E97F2-861F-44B8-A45C-95DE89E1D35B}"/>
              </a:ext>
            </a:extLst>
          </p:cNvPr>
          <p:cNvGrpSpPr>
            <a:grpSpLocks/>
          </p:cNvGrpSpPr>
          <p:nvPr/>
        </p:nvGrpSpPr>
        <p:grpSpPr bwMode="auto">
          <a:xfrm>
            <a:off x="625475" y="1450975"/>
            <a:ext cx="2557463" cy="1719263"/>
            <a:chOff x="-2170772" y="2784954"/>
            <a:chExt cx="2712783" cy="1853712"/>
          </a:xfrm>
        </p:grpSpPr>
        <p:sp>
          <p:nvSpPr>
            <p:cNvPr id="236720" name="Freeform 2">
              <a:extLst>
                <a:ext uri="{FF2B5EF4-FFF2-40B4-BE49-F238E27FC236}">
                  <a16:creationId xmlns:a16="http://schemas.microsoft.com/office/drawing/2014/main" id="{51683A3F-225D-42EC-933E-D2389C56122D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6721" name="Group 261">
              <a:extLst>
                <a:ext uri="{FF2B5EF4-FFF2-40B4-BE49-F238E27FC236}">
                  <a16:creationId xmlns:a16="http://schemas.microsoft.com/office/drawing/2014/main" id="{DCEC9350-FCD3-4030-AA0D-9FFEC1968F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6722" name="Group 262">
                <a:extLst>
                  <a:ext uri="{FF2B5EF4-FFF2-40B4-BE49-F238E27FC236}">
                    <a16:creationId xmlns:a16="http://schemas.microsoft.com/office/drawing/2014/main" id="{F1AF45E0-6BC1-45E2-A4CC-B05D7DE038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771" name="Group 327">
                  <a:extLst>
                    <a:ext uri="{FF2B5EF4-FFF2-40B4-BE49-F238E27FC236}">
                      <a16:creationId xmlns:a16="http://schemas.microsoft.com/office/drawing/2014/main" id="{D2158B07-5DFA-4FA6-9436-8B1A46ACD24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16" name="Oval 315">
                    <a:extLst>
                      <a:ext uri="{FF2B5EF4-FFF2-40B4-BE49-F238E27FC236}">
                        <a16:creationId xmlns:a16="http://schemas.microsoft.com/office/drawing/2014/main" id="{83740A43-4EA0-40CB-9052-DAA27628423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966" y="1694164"/>
                    <a:ext cx="1126293" cy="32072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7" name="Rectangle 316">
                    <a:extLst>
                      <a:ext uri="{FF2B5EF4-FFF2-40B4-BE49-F238E27FC236}">
                        <a16:creationId xmlns:a16="http://schemas.microsoft.com/office/drawing/2014/main" id="{C31CCEEB-785B-4F51-BD06-8D608D1DEF9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603" y="1740347"/>
                    <a:ext cx="1129657" cy="115460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8" name="Oval 317">
                    <a:extLst>
                      <a:ext uri="{FF2B5EF4-FFF2-40B4-BE49-F238E27FC236}">
                        <a16:creationId xmlns:a16="http://schemas.microsoft.com/office/drawing/2014/main" id="{B260568B-9B6F-4254-BACE-6262995B3570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603" y="1576138"/>
                    <a:ext cx="1126296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19" name="Freeform 318">
                    <a:extLst>
                      <a:ext uri="{FF2B5EF4-FFF2-40B4-BE49-F238E27FC236}">
                        <a16:creationId xmlns:a16="http://schemas.microsoft.com/office/drawing/2014/main" id="{F68290C3-6FE7-4D26-8A28-D2AEC5EDE9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741" y="1673637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0" name="Freeform 319">
                    <a:extLst>
                      <a:ext uri="{FF2B5EF4-FFF2-40B4-BE49-F238E27FC236}">
                        <a16:creationId xmlns:a16="http://schemas.microsoft.com/office/drawing/2014/main" id="{DDE2DE2C-6C41-4967-BF8F-F6912CF10F5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587" y="1632585"/>
                    <a:ext cx="662327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1" name="Freeform 320">
                    <a:extLst>
                      <a:ext uri="{FF2B5EF4-FFF2-40B4-BE49-F238E27FC236}">
                        <a16:creationId xmlns:a16="http://schemas.microsoft.com/office/drawing/2014/main" id="{57586636-A5F9-454C-A5DB-A66BE489BB6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294" y="1727519"/>
                    <a:ext cx="245432" cy="10006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EFFBCDA8-C2F0-4F75-80DF-6CEECFE6614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139" y="1730084"/>
                    <a:ext cx="242069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AA69C51C-B7CE-4937-BFBC-C7AC1161DADE}"/>
                      </a:ext>
                    </a:extLst>
                  </p:cNvPr>
                  <p:cNvCxnSpPr>
                    <a:endCxn id="318" idx="2"/>
                  </p:cNvCxnSpPr>
                  <p:nvPr/>
                </p:nvCxnSpPr>
                <p:spPr bwMode="auto">
                  <a:xfrm flipH="1" flipV="1">
                    <a:off x="1871603" y="1735216"/>
                    <a:ext cx="3363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6D660E63-EE52-4480-95E9-E7685BFEF0EE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899" y="1732651"/>
                    <a:ext cx="3361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772" name="Group 312">
                  <a:extLst>
                    <a:ext uri="{FF2B5EF4-FFF2-40B4-BE49-F238E27FC236}">
                      <a16:creationId xmlns:a16="http://schemas.microsoft.com/office/drawing/2014/main" id="{9D8793B7-E929-41CB-A6EA-8816C99256D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14" name="Oval 313">
                    <a:extLst>
                      <a:ext uri="{FF2B5EF4-FFF2-40B4-BE49-F238E27FC236}">
                        <a16:creationId xmlns:a16="http://schemas.microsoft.com/office/drawing/2014/main" id="{37A89363-2483-4145-A456-DA06E1BF02B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552" y="1787141"/>
                    <a:ext cx="377196" cy="23278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774" name="TextBox 314">
                    <a:extLst>
                      <a:ext uri="{FF2B5EF4-FFF2-40B4-BE49-F238E27FC236}">
                        <a16:creationId xmlns:a16="http://schemas.microsoft.com/office/drawing/2014/main" id="{4C63065E-E202-49C6-9AEB-6925B28461E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1b</a:t>
                    </a:r>
                  </a:p>
                </p:txBody>
              </p:sp>
            </p:grpSp>
          </p:grpSp>
          <p:grpSp>
            <p:nvGrpSpPr>
              <p:cNvPr id="236723" name="Group 263">
                <a:extLst>
                  <a:ext uri="{FF2B5EF4-FFF2-40B4-BE49-F238E27FC236}">
                    <a16:creationId xmlns:a16="http://schemas.microsoft.com/office/drawing/2014/main" id="{4DBED465-1894-4A5E-A2BE-94FBEC05420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758" name="Group 327">
                  <a:extLst>
                    <a:ext uri="{FF2B5EF4-FFF2-40B4-BE49-F238E27FC236}">
                      <a16:creationId xmlns:a16="http://schemas.microsoft.com/office/drawing/2014/main" id="{EF051041-7EE6-4E29-AC5F-8933B240B58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303" name="Oval 302">
                    <a:extLst>
                      <a:ext uri="{FF2B5EF4-FFF2-40B4-BE49-F238E27FC236}">
                        <a16:creationId xmlns:a16="http://schemas.microsoft.com/office/drawing/2014/main" id="{CFB44F78-8B3F-49E4-ADD0-8D9D37D891B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6950" y="1662005"/>
                    <a:ext cx="1082588" cy="35150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4" name="Rectangle 303">
                    <a:extLst>
                      <a:ext uri="{FF2B5EF4-FFF2-40B4-BE49-F238E27FC236}">
                        <a16:creationId xmlns:a16="http://schemas.microsoft.com/office/drawing/2014/main" id="{8269BDCF-8F1A-48AB-A687-D377A778A42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913589" y="1738978"/>
                    <a:ext cx="1085949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5" name="Oval 304">
                    <a:extLst>
                      <a:ext uri="{FF2B5EF4-FFF2-40B4-BE49-F238E27FC236}">
                        <a16:creationId xmlns:a16="http://schemas.microsoft.com/office/drawing/2014/main" id="{9D388339-DC9C-4F96-95AA-44358B00C4A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3589" y="1543980"/>
                    <a:ext cx="1082588" cy="351509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7DC24728-D3CB-4798-B483-06A11F92227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2383" y="1641479"/>
                    <a:ext cx="544656" cy="18986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F3CE43AB-DB0B-4A5F-9BAD-8A0BA6C6CB3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5226" y="1600427"/>
                    <a:ext cx="658966" cy="143683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E80567CD-0BD9-4698-828F-5437BDE566F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8935" y="1726149"/>
                    <a:ext cx="242069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887DC8A4-812C-4574-B839-9954D5A8E84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1778" y="1728715"/>
                    <a:ext cx="238708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564CE918-B410-46CA-8E57-08ED75A8FA8D}"/>
                      </a:ext>
                    </a:extLst>
                  </p:cNvPr>
                  <p:cNvCxnSpPr>
                    <a:endCxn id="305" idx="2"/>
                  </p:cNvCxnSpPr>
                  <p:nvPr/>
                </p:nvCxnSpPr>
                <p:spPr bwMode="auto">
                  <a:xfrm flipH="1" flipV="1">
                    <a:off x="1913589" y="1733847"/>
                    <a:ext cx="3361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85079B69-ACD6-42F3-B6A8-09ECCD7B4979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177" y="1731280"/>
                    <a:ext cx="3361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759" name="Group 299">
                  <a:extLst>
                    <a:ext uri="{FF2B5EF4-FFF2-40B4-BE49-F238E27FC236}">
                      <a16:creationId xmlns:a16="http://schemas.microsoft.com/office/drawing/2014/main" id="{BCE0168B-104F-4E8C-B9C3-504E25F0E9F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301" name="Oval 300">
                    <a:extLst>
                      <a:ext uri="{FF2B5EF4-FFF2-40B4-BE49-F238E27FC236}">
                        <a16:creationId xmlns:a16="http://schemas.microsoft.com/office/drawing/2014/main" id="{1BC13B2A-4BAE-4943-A01E-9FDEACAF51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6373" y="1765688"/>
                    <a:ext cx="355306" cy="25332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761" name="TextBox 301">
                    <a:extLst>
                      <a:ext uri="{FF2B5EF4-FFF2-40B4-BE49-F238E27FC236}">
                        <a16:creationId xmlns:a16="http://schemas.microsoft.com/office/drawing/2014/main" id="{C1BF3CEA-7E54-4438-99EE-F7AAA97E0B8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1d</a:t>
                    </a:r>
                  </a:p>
                </p:txBody>
              </p:sp>
            </p:grpSp>
          </p:grpSp>
          <p:grpSp>
            <p:nvGrpSpPr>
              <p:cNvPr id="236724" name="Group 264">
                <a:extLst>
                  <a:ext uri="{FF2B5EF4-FFF2-40B4-BE49-F238E27FC236}">
                    <a16:creationId xmlns:a16="http://schemas.microsoft.com/office/drawing/2014/main" id="{74884495-024F-45C6-944F-34286905E1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745" name="Group 327">
                  <a:extLst>
                    <a:ext uri="{FF2B5EF4-FFF2-40B4-BE49-F238E27FC236}">
                      <a16:creationId xmlns:a16="http://schemas.microsoft.com/office/drawing/2014/main" id="{F0684ACB-A674-45E1-AFEB-E177BF6300B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90" name="Oval 289">
                    <a:extLst>
                      <a:ext uri="{FF2B5EF4-FFF2-40B4-BE49-F238E27FC236}">
                        <a16:creationId xmlns:a16="http://schemas.microsoft.com/office/drawing/2014/main" id="{316F1AB5-A5CF-474C-966E-99469114DC3F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98" y="1693171"/>
                    <a:ext cx="1126293" cy="320720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1" name="Rectangle 290">
                    <a:extLst>
                      <a:ext uri="{FF2B5EF4-FFF2-40B4-BE49-F238E27FC236}">
                        <a16:creationId xmlns:a16="http://schemas.microsoft.com/office/drawing/2014/main" id="{9F0D37FA-76E7-41DF-B27E-157ABEE7A95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35" y="1739355"/>
                    <a:ext cx="1129657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2" name="Oval 291">
                    <a:extLst>
                      <a:ext uri="{FF2B5EF4-FFF2-40B4-BE49-F238E27FC236}">
                        <a16:creationId xmlns:a16="http://schemas.microsoft.com/office/drawing/2014/main" id="{69A30B16-78E5-435C-A731-9A3EC11AC6E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35" y="1575146"/>
                    <a:ext cx="1126296" cy="320720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3" name="Freeform 292">
                    <a:extLst>
                      <a:ext uri="{FF2B5EF4-FFF2-40B4-BE49-F238E27FC236}">
                        <a16:creationId xmlns:a16="http://schemas.microsoft.com/office/drawing/2014/main" id="{91AF86F9-3C15-4BE1-AC69-28EC5FAB8A6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373" y="1672645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4" name="Freeform 293">
                    <a:extLst>
                      <a:ext uri="{FF2B5EF4-FFF2-40B4-BE49-F238E27FC236}">
                        <a16:creationId xmlns:a16="http://schemas.microsoft.com/office/drawing/2014/main" id="{6D846D4B-D8F3-4695-AEFB-7E1FC1FFDED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219" y="1631593"/>
                    <a:ext cx="662327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5" name="Freeform 294">
                    <a:extLst>
                      <a:ext uri="{FF2B5EF4-FFF2-40B4-BE49-F238E27FC236}">
                        <a16:creationId xmlns:a16="http://schemas.microsoft.com/office/drawing/2014/main" id="{EE90F9AF-2CBE-4D52-B92D-EA25EFC560C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925" y="1726525"/>
                    <a:ext cx="245432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96" name="Freeform 295">
                    <a:extLst>
                      <a:ext uri="{FF2B5EF4-FFF2-40B4-BE49-F238E27FC236}">
                        <a16:creationId xmlns:a16="http://schemas.microsoft.com/office/drawing/2014/main" id="{44311807-6E11-425B-ABA0-D0D72FF8A7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770" y="1729092"/>
                    <a:ext cx="242069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270235F1-7962-47D6-91F4-ABDC4943D631}"/>
                      </a:ext>
                    </a:extLst>
                  </p:cNvPr>
                  <p:cNvCxnSpPr>
                    <a:endCxn id="292" idx="2"/>
                  </p:cNvCxnSpPr>
                  <p:nvPr/>
                </p:nvCxnSpPr>
                <p:spPr bwMode="auto">
                  <a:xfrm flipH="1" flipV="1">
                    <a:off x="1871235" y="1734223"/>
                    <a:ext cx="3363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7A62141D-7BC7-457F-BFB3-E53A46C4570D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530" y="1731657"/>
                    <a:ext cx="3361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746" name="Group 286">
                  <a:extLst>
                    <a:ext uri="{FF2B5EF4-FFF2-40B4-BE49-F238E27FC236}">
                      <a16:creationId xmlns:a16="http://schemas.microsoft.com/office/drawing/2014/main" id="{74A7E57A-86A6-457E-A85D-5DEE2B9F77B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88" name="Oval 287">
                    <a:extLst>
                      <a:ext uri="{FF2B5EF4-FFF2-40B4-BE49-F238E27FC236}">
                        <a16:creationId xmlns:a16="http://schemas.microsoft.com/office/drawing/2014/main" id="{A013C63D-548A-4D05-BC19-A6DED431B63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367" y="1786479"/>
                    <a:ext cx="356989" cy="23278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748" name="TextBox 288">
                    <a:extLst>
                      <a:ext uri="{FF2B5EF4-FFF2-40B4-BE49-F238E27FC236}">
                        <a16:creationId xmlns:a16="http://schemas.microsoft.com/office/drawing/2014/main" id="{7EFA3392-F081-4F86-A897-98A832810D4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1c</a:t>
                    </a:r>
                  </a:p>
                </p:txBody>
              </p:sp>
            </p:grpSp>
          </p:grpSp>
          <p:grpSp>
            <p:nvGrpSpPr>
              <p:cNvPr id="236725" name="Group 265">
                <a:extLst>
                  <a:ext uri="{FF2B5EF4-FFF2-40B4-BE49-F238E27FC236}">
                    <a16:creationId xmlns:a16="http://schemas.microsoft.com/office/drawing/2014/main" id="{5C78A637-447B-4E20-9722-A3E53DD150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732" name="Group 327">
                  <a:extLst>
                    <a:ext uri="{FF2B5EF4-FFF2-40B4-BE49-F238E27FC236}">
                      <a16:creationId xmlns:a16="http://schemas.microsoft.com/office/drawing/2014/main" id="{A7E3B17D-7FBB-4326-B7C6-BABC09521C2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77" name="Oval 276">
                    <a:extLst>
                      <a:ext uri="{FF2B5EF4-FFF2-40B4-BE49-F238E27FC236}">
                        <a16:creationId xmlns:a16="http://schemas.microsoft.com/office/drawing/2014/main" id="{87CB52F0-61DA-4C30-9D52-9CAC909D67B8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5331" y="1692431"/>
                    <a:ext cx="1166638" cy="320720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8" name="Rectangle 277">
                    <a:extLst>
                      <a:ext uri="{FF2B5EF4-FFF2-40B4-BE49-F238E27FC236}">
                        <a16:creationId xmlns:a16="http://schemas.microsoft.com/office/drawing/2014/main" id="{7E3C8A88-C5A7-4605-9582-93D6B0590DC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967" y="1741180"/>
                    <a:ext cx="1170001" cy="11289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79" name="Oval 278">
                    <a:extLst>
                      <a:ext uri="{FF2B5EF4-FFF2-40B4-BE49-F238E27FC236}">
                        <a16:creationId xmlns:a16="http://schemas.microsoft.com/office/drawing/2014/main" id="{BB0B7780-3781-477C-9105-183477E0761B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967" y="1576971"/>
                    <a:ext cx="1166640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Freeform 279">
                    <a:extLst>
                      <a:ext uri="{FF2B5EF4-FFF2-40B4-BE49-F238E27FC236}">
                        <a16:creationId xmlns:a16="http://schemas.microsoft.com/office/drawing/2014/main" id="{87DE5E0B-80F5-4B36-A9D8-BA72228511A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1106" y="1674470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1" name="Freeform 280">
                    <a:extLst>
                      <a:ext uri="{FF2B5EF4-FFF2-40B4-BE49-F238E27FC236}">
                        <a16:creationId xmlns:a16="http://schemas.microsoft.com/office/drawing/2014/main" id="{98339E14-D1C8-4BF2-A1CC-CFB29C653A6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952" y="1633418"/>
                    <a:ext cx="702672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2" name="Freeform 281">
                    <a:extLst>
                      <a:ext uri="{FF2B5EF4-FFF2-40B4-BE49-F238E27FC236}">
                        <a16:creationId xmlns:a16="http://schemas.microsoft.com/office/drawing/2014/main" id="{3917C6D4-BE0A-4ECE-AC08-5A4A0E9B1E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658" y="1728352"/>
                    <a:ext cx="285777" cy="97499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3" name="Freeform 282">
                    <a:extLst>
                      <a:ext uri="{FF2B5EF4-FFF2-40B4-BE49-F238E27FC236}">
                        <a16:creationId xmlns:a16="http://schemas.microsoft.com/office/drawing/2014/main" id="{480901A0-80BB-4ADD-A1CA-102307D84F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03" y="1730917"/>
                    <a:ext cx="242069" cy="9493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5FDA4B4B-226D-4E76-BA66-ED6313868744}"/>
                      </a:ext>
                    </a:extLst>
                  </p:cNvPr>
                  <p:cNvCxnSpPr>
                    <a:endCxn id="279" idx="2"/>
                  </p:cNvCxnSpPr>
                  <p:nvPr/>
                </p:nvCxnSpPr>
                <p:spPr bwMode="auto">
                  <a:xfrm flipH="1" flipV="1">
                    <a:off x="1871967" y="1736048"/>
                    <a:ext cx="3363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8215A001-8244-49A6-92FE-8C7B35530831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038608" y="1733483"/>
                    <a:ext cx="3361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733" name="Group 273">
                  <a:extLst>
                    <a:ext uri="{FF2B5EF4-FFF2-40B4-BE49-F238E27FC236}">
                      <a16:creationId xmlns:a16="http://schemas.microsoft.com/office/drawing/2014/main" id="{7DA709E3-139A-45CB-9D18-7B1AE4FF728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75" name="Oval 274">
                    <a:extLst>
                      <a:ext uri="{FF2B5EF4-FFF2-40B4-BE49-F238E27FC236}">
                        <a16:creationId xmlns:a16="http://schemas.microsoft.com/office/drawing/2014/main" id="{95F42846-539F-4846-9B98-05CED8A3F8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34" y="1787697"/>
                    <a:ext cx="377196" cy="231072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735" name="TextBox 275">
                    <a:extLst>
                      <a:ext uri="{FF2B5EF4-FFF2-40B4-BE49-F238E27FC236}">
                        <a16:creationId xmlns:a16="http://schemas.microsoft.com/office/drawing/2014/main" id="{64FF434E-7A00-4ACE-8F21-2047D6F8F306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1a</a:t>
                    </a:r>
                  </a:p>
                </p:txBody>
              </p:sp>
            </p:grpSp>
          </p:grpSp>
          <p:cxnSp>
            <p:nvCxnSpPr>
              <p:cNvPr id="236726" name="Straight Connector 266">
                <a:extLst>
                  <a:ext uri="{FF2B5EF4-FFF2-40B4-BE49-F238E27FC236}">
                    <a16:creationId xmlns:a16="http://schemas.microsoft.com/office/drawing/2014/main" id="{A9C87BD2-4B51-49CA-96E4-BDB0DC7C7E2C}"/>
                  </a:ext>
                </a:extLst>
              </p:cNvPr>
              <p:cNvCxnSpPr>
                <a:cxnSpLocks noChangeShapeType="1"/>
                <a:stCxn id="236774" idx="2"/>
                <a:endCxn id="236761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727" name="Straight Connector 267">
                <a:extLst>
                  <a:ext uri="{FF2B5EF4-FFF2-40B4-BE49-F238E27FC236}">
                    <a16:creationId xmlns:a16="http://schemas.microsoft.com/office/drawing/2014/main" id="{E1BF96C0-7FDB-41A0-92C6-61BFF2305AF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728" name="Straight Connector 268">
                <a:extLst>
                  <a:ext uri="{FF2B5EF4-FFF2-40B4-BE49-F238E27FC236}">
                    <a16:creationId xmlns:a16="http://schemas.microsoft.com/office/drawing/2014/main" id="{674A5A62-1B9B-4AB8-827D-9DCB4980F034}"/>
                  </a:ext>
                </a:extLst>
              </p:cNvPr>
              <p:cNvCxnSpPr>
                <a:cxnSpLocks noChangeShapeType="1"/>
                <a:stCxn id="316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729" name="Straight Connector 269">
                <a:extLst>
                  <a:ext uri="{FF2B5EF4-FFF2-40B4-BE49-F238E27FC236}">
                    <a16:creationId xmlns:a16="http://schemas.microsoft.com/office/drawing/2014/main" id="{736960EE-55E4-4401-B603-3C24929AB1B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730" name="Straight Connector 270">
                <a:extLst>
                  <a:ext uri="{FF2B5EF4-FFF2-40B4-BE49-F238E27FC236}">
                    <a16:creationId xmlns:a16="http://schemas.microsoft.com/office/drawing/2014/main" id="{6C93BD9B-DD10-466F-9D0B-DB886F0480D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731" name="Straight Connector 271">
                <a:extLst>
                  <a:ext uri="{FF2B5EF4-FFF2-40B4-BE49-F238E27FC236}">
                    <a16:creationId xmlns:a16="http://schemas.microsoft.com/office/drawing/2014/main" id="{A568941A-9B0A-46EE-89EE-F3841EDD71A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grpSp>
        <p:nvGrpSpPr>
          <p:cNvPr id="236550" name="Group 125">
            <a:extLst>
              <a:ext uri="{FF2B5EF4-FFF2-40B4-BE49-F238E27FC236}">
                <a16:creationId xmlns:a16="http://schemas.microsoft.com/office/drawing/2014/main" id="{38B36F00-0567-4D90-97BA-2A966AAEE560}"/>
              </a:ext>
            </a:extLst>
          </p:cNvPr>
          <p:cNvGrpSpPr>
            <a:grpSpLocks/>
          </p:cNvGrpSpPr>
          <p:nvPr/>
        </p:nvGrpSpPr>
        <p:grpSpPr bwMode="auto">
          <a:xfrm>
            <a:off x="3286125" y="2378075"/>
            <a:ext cx="2544763" cy="1720850"/>
            <a:chOff x="-2170772" y="2784954"/>
            <a:chExt cx="2712783" cy="1853712"/>
          </a:xfrm>
        </p:grpSpPr>
        <p:sp>
          <p:nvSpPr>
            <p:cNvPr id="236656" name="Freeform 2">
              <a:extLst>
                <a:ext uri="{FF2B5EF4-FFF2-40B4-BE49-F238E27FC236}">
                  <a16:creationId xmlns:a16="http://schemas.microsoft.com/office/drawing/2014/main" id="{2978AE44-FF2D-48D5-98A2-68721A17BF07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36657" name="Group 197">
              <a:extLst>
                <a:ext uri="{FF2B5EF4-FFF2-40B4-BE49-F238E27FC236}">
                  <a16:creationId xmlns:a16="http://schemas.microsoft.com/office/drawing/2014/main" id="{C35B3A4D-49C2-407A-95A6-1B8B13B3C71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36658" name="Group 198">
                <a:extLst>
                  <a:ext uri="{FF2B5EF4-FFF2-40B4-BE49-F238E27FC236}">
                    <a16:creationId xmlns:a16="http://schemas.microsoft.com/office/drawing/2014/main" id="{86EE9B32-3704-47D2-A0DA-1D90C59EFF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707" name="Group 327">
                  <a:extLst>
                    <a:ext uri="{FF2B5EF4-FFF2-40B4-BE49-F238E27FC236}">
                      <a16:creationId xmlns:a16="http://schemas.microsoft.com/office/drawing/2014/main" id="{B561EE56-7237-44B7-9D18-F32FACCF403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52" name="Oval 251">
                    <a:extLst>
                      <a:ext uri="{FF2B5EF4-FFF2-40B4-BE49-F238E27FC236}">
                        <a16:creationId xmlns:a16="http://schemas.microsoft.com/office/drawing/2014/main" id="{A3FAE2E7-7DED-4BDF-88D2-4533B7D46EBC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32265" y="1693820"/>
                    <a:ext cx="1165703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7C590578-36F0-447B-B4C2-562359F64F2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28885" y="1739961"/>
                    <a:ext cx="1169083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4" name="Oval 253">
                    <a:extLst>
                      <a:ext uri="{FF2B5EF4-FFF2-40B4-BE49-F238E27FC236}">
                        <a16:creationId xmlns:a16="http://schemas.microsoft.com/office/drawing/2014/main" id="{860F9933-CAB2-4B4A-886E-96F421109C5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28885" y="1575903"/>
                    <a:ext cx="1165705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5" name="Freeform 254">
                    <a:extLst>
                      <a:ext uri="{FF2B5EF4-FFF2-40B4-BE49-F238E27FC236}">
                        <a16:creationId xmlns:a16="http://schemas.microsoft.com/office/drawing/2014/main" id="{0EF24F34-9733-4557-BF46-EDA6132BD5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16089" y="1673312"/>
                    <a:ext cx="550752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6" name="Freeform 255">
                    <a:extLst>
                      <a:ext uri="{FF2B5EF4-FFF2-40B4-BE49-F238E27FC236}">
                        <a16:creationId xmlns:a16="http://schemas.microsoft.com/office/drawing/2014/main" id="{A2AB7C11-1FC2-45B6-A17C-4BB1208B2EE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58647" y="1632298"/>
                    <a:ext cx="665635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7" name="Freeform 256">
                    <a:extLst>
                      <a:ext uri="{FF2B5EF4-FFF2-40B4-BE49-F238E27FC236}">
                        <a16:creationId xmlns:a16="http://schemas.microsoft.com/office/drawing/2014/main" id="{DAABDDBB-2C1F-4E1E-99F0-81E4D9D83FB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494521" y="1727145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58" name="Freeform 257">
                    <a:extLst>
                      <a:ext uri="{FF2B5EF4-FFF2-40B4-BE49-F238E27FC236}">
                        <a16:creationId xmlns:a16="http://schemas.microsoft.com/office/drawing/2014/main" id="{FCBE03AB-EBE4-4D2F-A132-85E21DF9660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48512" y="1729707"/>
                    <a:ext cx="239898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59" name="Straight Connector 258">
                    <a:extLst>
                      <a:ext uri="{FF2B5EF4-FFF2-40B4-BE49-F238E27FC236}">
                        <a16:creationId xmlns:a16="http://schemas.microsoft.com/office/drawing/2014/main" id="{7A425253-72EA-4D2F-9E51-5729E901972F}"/>
                      </a:ext>
                    </a:extLst>
                  </p:cNvPr>
                  <p:cNvCxnSpPr>
                    <a:endCxn id="254" idx="2"/>
                  </p:cNvCxnSpPr>
                  <p:nvPr/>
                </p:nvCxnSpPr>
                <p:spPr bwMode="auto">
                  <a:xfrm flipH="1" flipV="1">
                    <a:off x="1828885" y="1734834"/>
                    <a:ext cx="3380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0" name="Straight Connector 259">
                    <a:extLst>
                      <a:ext uri="{FF2B5EF4-FFF2-40B4-BE49-F238E27FC236}">
                        <a16:creationId xmlns:a16="http://schemas.microsoft.com/office/drawing/2014/main" id="{1C8CF2E7-7683-41AD-9D98-C8E6CE8AD9EE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4591" y="1732272"/>
                    <a:ext cx="3378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708" name="Group 248">
                  <a:extLst>
                    <a:ext uri="{FF2B5EF4-FFF2-40B4-BE49-F238E27FC236}">
                      <a16:creationId xmlns:a16="http://schemas.microsoft.com/office/drawing/2014/main" id="{9FCD4CBF-179F-4977-95F2-AE1F9B32F77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50" name="Oval 249">
                    <a:extLst>
                      <a:ext uri="{FF2B5EF4-FFF2-40B4-BE49-F238E27FC236}">
                        <a16:creationId xmlns:a16="http://schemas.microsoft.com/office/drawing/2014/main" id="{72390737-ACE5-4EF8-A401-FE3E1A150FE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04619" y="1786930"/>
                    <a:ext cx="355386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710" name="TextBox 250">
                    <a:extLst>
                      <a:ext uri="{FF2B5EF4-FFF2-40B4-BE49-F238E27FC236}">
                        <a16:creationId xmlns:a16="http://schemas.microsoft.com/office/drawing/2014/main" id="{A7B73486-47A4-4011-B02C-B429A05891F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2b</a:t>
                    </a:r>
                  </a:p>
                </p:txBody>
              </p:sp>
            </p:grpSp>
          </p:grpSp>
          <p:grpSp>
            <p:nvGrpSpPr>
              <p:cNvPr id="236659" name="Group 199">
                <a:extLst>
                  <a:ext uri="{FF2B5EF4-FFF2-40B4-BE49-F238E27FC236}">
                    <a16:creationId xmlns:a16="http://schemas.microsoft.com/office/drawing/2014/main" id="{CDA45CAD-3099-4EF3-B4B1-A7846F7CE0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694" name="Group 327">
                  <a:extLst>
                    <a:ext uri="{FF2B5EF4-FFF2-40B4-BE49-F238E27FC236}">
                      <a16:creationId xmlns:a16="http://schemas.microsoft.com/office/drawing/2014/main" id="{CDA25013-BA8D-4E99-889D-B065FD31E72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39" name="Oval 238">
                    <a:extLst>
                      <a:ext uri="{FF2B5EF4-FFF2-40B4-BE49-F238E27FC236}">
                        <a16:creationId xmlns:a16="http://schemas.microsoft.com/office/drawing/2014/main" id="{EE02140F-6299-4093-B6F5-F29B46E7EE86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02" y="1693325"/>
                    <a:ext cx="1125159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1591917D-4954-4A60-B543-AE2DD7D8502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124" y="1739467"/>
                    <a:ext cx="1128537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1" name="Oval 240">
                    <a:extLst>
                      <a:ext uri="{FF2B5EF4-FFF2-40B4-BE49-F238E27FC236}">
                        <a16:creationId xmlns:a16="http://schemas.microsoft.com/office/drawing/2014/main" id="{58976751-D4C8-4AD7-B897-2B7A1B8408AE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124" y="1575409"/>
                    <a:ext cx="1125157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" name="Freeform 241">
                    <a:extLst>
                      <a:ext uri="{FF2B5EF4-FFF2-40B4-BE49-F238E27FC236}">
                        <a16:creationId xmlns:a16="http://schemas.microsoft.com/office/drawing/2014/main" id="{670EFEF0-03D1-4F70-A94D-908A0B2104D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325" y="1672818"/>
                    <a:ext cx="550754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3" name="Freeform 242">
                    <a:extLst>
                      <a:ext uri="{FF2B5EF4-FFF2-40B4-BE49-F238E27FC236}">
                        <a16:creationId xmlns:a16="http://schemas.microsoft.com/office/drawing/2014/main" id="{98302A47-2882-4727-B5FD-7ACB8D5ABCC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886" y="1631804"/>
                    <a:ext cx="665633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4" name="Freeform 243">
                    <a:extLst>
                      <a:ext uri="{FF2B5EF4-FFF2-40B4-BE49-F238E27FC236}">
                        <a16:creationId xmlns:a16="http://schemas.microsoft.com/office/drawing/2014/main" id="{6A958732-1A33-4F1C-81DD-FC7E3FFF2D4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757" y="1726651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5" name="Freeform 244">
                    <a:extLst>
                      <a:ext uri="{FF2B5EF4-FFF2-40B4-BE49-F238E27FC236}">
                        <a16:creationId xmlns:a16="http://schemas.microsoft.com/office/drawing/2014/main" id="{7733379D-11BE-4AC6-A391-59FDF502EC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748" y="1729213"/>
                    <a:ext cx="239900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46" name="Straight Connector 245">
                    <a:extLst>
                      <a:ext uri="{FF2B5EF4-FFF2-40B4-BE49-F238E27FC236}">
                        <a16:creationId xmlns:a16="http://schemas.microsoft.com/office/drawing/2014/main" id="{3D436650-ECF5-431E-B496-5EDCAD5FED85}"/>
                      </a:ext>
                    </a:extLst>
                  </p:cNvPr>
                  <p:cNvCxnSpPr>
                    <a:endCxn id="241" idx="2"/>
                  </p:cNvCxnSpPr>
                  <p:nvPr/>
                </p:nvCxnSpPr>
                <p:spPr bwMode="auto">
                  <a:xfrm flipH="1" flipV="1">
                    <a:off x="1871124" y="1734340"/>
                    <a:ext cx="3378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7" name="Straight Connector 246">
                    <a:extLst>
                      <a:ext uri="{FF2B5EF4-FFF2-40B4-BE49-F238E27FC236}">
                        <a16:creationId xmlns:a16="http://schemas.microsoft.com/office/drawing/2014/main" id="{281BE9F6-DC03-42CE-B2E3-0405BF3831DD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281" y="1731777"/>
                    <a:ext cx="3380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695" name="Group 235">
                  <a:extLst>
                    <a:ext uri="{FF2B5EF4-FFF2-40B4-BE49-F238E27FC236}">
                      <a16:creationId xmlns:a16="http://schemas.microsoft.com/office/drawing/2014/main" id="{89B21364-72C9-488B-ADE0-0BD9D2948A6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37" name="Oval 236">
                    <a:extLst>
                      <a:ext uri="{FF2B5EF4-FFF2-40B4-BE49-F238E27FC236}">
                        <a16:creationId xmlns:a16="http://schemas.microsoft.com/office/drawing/2014/main" id="{B6E999D0-0026-461A-BFDF-5C3FD1180E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73" y="1786600"/>
                    <a:ext cx="355386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697" name="TextBox 237">
                    <a:extLst>
                      <a:ext uri="{FF2B5EF4-FFF2-40B4-BE49-F238E27FC236}">
                        <a16:creationId xmlns:a16="http://schemas.microsoft.com/office/drawing/2014/main" id="{2D90BB56-52A7-449F-8FDC-08E73DF853E6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2d</a:t>
                    </a:r>
                  </a:p>
                </p:txBody>
              </p:sp>
            </p:grpSp>
          </p:grpSp>
          <p:grpSp>
            <p:nvGrpSpPr>
              <p:cNvPr id="236660" name="Group 200">
                <a:extLst>
                  <a:ext uri="{FF2B5EF4-FFF2-40B4-BE49-F238E27FC236}">
                    <a16:creationId xmlns:a16="http://schemas.microsoft.com/office/drawing/2014/main" id="{3E272A2D-30DA-4213-A44A-ACADC1B8AB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681" name="Group 327">
                  <a:extLst>
                    <a:ext uri="{FF2B5EF4-FFF2-40B4-BE49-F238E27FC236}">
                      <a16:creationId xmlns:a16="http://schemas.microsoft.com/office/drawing/2014/main" id="{2144E146-53DA-4C2C-9216-1D0D423319D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26" name="Oval 225">
                    <a:extLst>
                      <a:ext uri="{FF2B5EF4-FFF2-40B4-BE49-F238E27FC236}">
                        <a16:creationId xmlns:a16="http://schemas.microsoft.com/office/drawing/2014/main" id="{276D22A9-5CA2-4136-B0BB-584D01BD7D6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08" y="1694545"/>
                    <a:ext cx="1125157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0B08BBBB-18C4-4522-B73E-9E99006C931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928" y="1740686"/>
                    <a:ext cx="1128537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8" name="Oval 227">
                    <a:extLst>
                      <a:ext uri="{FF2B5EF4-FFF2-40B4-BE49-F238E27FC236}">
                        <a16:creationId xmlns:a16="http://schemas.microsoft.com/office/drawing/2014/main" id="{B0D7D65B-64CF-4B72-A17B-FC62E324899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928" y="1576628"/>
                    <a:ext cx="1125159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9" name="Freeform 228">
                    <a:extLst>
                      <a:ext uri="{FF2B5EF4-FFF2-40B4-BE49-F238E27FC236}">
                        <a16:creationId xmlns:a16="http://schemas.microsoft.com/office/drawing/2014/main" id="{67B0C5E8-82B3-46CC-BFDD-AE342D4442D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132" y="1674037"/>
                    <a:ext cx="550752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0" name="Freeform 229">
                    <a:extLst>
                      <a:ext uri="{FF2B5EF4-FFF2-40B4-BE49-F238E27FC236}">
                        <a16:creationId xmlns:a16="http://schemas.microsoft.com/office/drawing/2014/main" id="{67E450F0-2753-4836-AA0F-9748A8E48A8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690" y="1633023"/>
                    <a:ext cx="665635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1" name="Freeform 230">
                    <a:extLst>
                      <a:ext uri="{FF2B5EF4-FFF2-40B4-BE49-F238E27FC236}">
                        <a16:creationId xmlns:a16="http://schemas.microsoft.com/office/drawing/2014/main" id="{1157AFBE-0BC1-4308-85B0-D7D10A96B1F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563" y="1727870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2" name="Freeform 231">
                    <a:extLst>
                      <a:ext uri="{FF2B5EF4-FFF2-40B4-BE49-F238E27FC236}">
                        <a16:creationId xmlns:a16="http://schemas.microsoft.com/office/drawing/2014/main" id="{FB925218-F877-4B4B-AC9F-2AA9F09EBD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54" y="1730432"/>
                    <a:ext cx="239898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33" name="Straight Connector 232">
                    <a:extLst>
                      <a:ext uri="{FF2B5EF4-FFF2-40B4-BE49-F238E27FC236}">
                        <a16:creationId xmlns:a16="http://schemas.microsoft.com/office/drawing/2014/main" id="{84195B7E-CD29-4A68-9272-0A630DE44DFA}"/>
                      </a:ext>
                    </a:extLst>
                  </p:cNvPr>
                  <p:cNvCxnSpPr>
                    <a:endCxn id="228" idx="2"/>
                  </p:cNvCxnSpPr>
                  <p:nvPr/>
                </p:nvCxnSpPr>
                <p:spPr bwMode="auto">
                  <a:xfrm flipH="1" flipV="1">
                    <a:off x="1870928" y="1735559"/>
                    <a:ext cx="3380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4" name="Straight Connector 233">
                    <a:extLst>
                      <a:ext uri="{FF2B5EF4-FFF2-40B4-BE49-F238E27FC236}">
                        <a16:creationId xmlns:a16="http://schemas.microsoft.com/office/drawing/2014/main" id="{16AFC01E-6C5C-4177-B171-819C2AF4B79D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087" y="1732997"/>
                    <a:ext cx="3378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682" name="Group 222">
                  <a:extLst>
                    <a:ext uri="{FF2B5EF4-FFF2-40B4-BE49-F238E27FC236}">
                      <a16:creationId xmlns:a16="http://schemas.microsoft.com/office/drawing/2014/main" id="{DCBEC9F1-8879-4495-A988-1CDB7191297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224" name="Oval 223">
                    <a:extLst>
                      <a:ext uri="{FF2B5EF4-FFF2-40B4-BE49-F238E27FC236}">
                        <a16:creationId xmlns:a16="http://schemas.microsoft.com/office/drawing/2014/main" id="{76AEED32-AE05-4544-8258-773C425F51E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3984" y="1787414"/>
                    <a:ext cx="336771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684" name="TextBox 224">
                    <a:extLst>
                      <a:ext uri="{FF2B5EF4-FFF2-40B4-BE49-F238E27FC236}">
                        <a16:creationId xmlns:a16="http://schemas.microsoft.com/office/drawing/2014/main" id="{4CD547B9-F9AB-473F-BDBC-3161D44E63D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2c</a:t>
                    </a:r>
                  </a:p>
                </p:txBody>
              </p:sp>
            </p:grpSp>
          </p:grpSp>
          <p:grpSp>
            <p:nvGrpSpPr>
              <p:cNvPr id="236661" name="Group 201">
                <a:extLst>
                  <a:ext uri="{FF2B5EF4-FFF2-40B4-BE49-F238E27FC236}">
                    <a16:creationId xmlns:a16="http://schemas.microsoft.com/office/drawing/2014/main" id="{029B54E9-5477-4A30-BE8F-7889282571F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36668" name="Group 327">
                  <a:extLst>
                    <a:ext uri="{FF2B5EF4-FFF2-40B4-BE49-F238E27FC236}">
                      <a16:creationId xmlns:a16="http://schemas.microsoft.com/office/drawing/2014/main" id="{19716E21-1386-46D3-9285-0BB5A7519B7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213" name="Oval 212">
                    <a:extLst>
                      <a:ext uri="{FF2B5EF4-FFF2-40B4-BE49-F238E27FC236}">
                        <a16:creationId xmlns:a16="http://schemas.microsoft.com/office/drawing/2014/main" id="{D17942CE-38EB-4B5B-BC2D-648E31CFFF62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316" y="1693815"/>
                    <a:ext cx="1125159" cy="320427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4" name="Rectangle 213">
                    <a:extLst>
                      <a:ext uri="{FF2B5EF4-FFF2-40B4-BE49-F238E27FC236}">
                        <a16:creationId xmlns:a16="http://schemas.microsoft.com/office/drawing/2014/main" id="{DC35F118-3B9B-4FA3-95BE-F28F22C041C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0939" y="1739956"/>
                    <a:ext cx="1128537" cy="11535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5" name="Oval 214">
                    <a:extLst>
                      <a:ext uri="{FF2B5EF4-FFF2-40B4-BE49-F238E27FC236}">
                        <a16:creationId xmlns:a16="http://schemas.microsoft.com/office/drawing/2014/main" id="{1AFD8353-FFD6-47FF-9F3D-BA1AFFDB8231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0939" y="1575898"/>
                    <a:ext cx="1125157" cy="320427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6" name="Freeform 215">
                    <a:extLst>
                      <a:ext uri="{FF2B5EF4-FFF2-40B4-BE49-F238E27FC236}">
                        <a16:creationId xmlns:a16="http://schemas.microsoft.com/office/drawing/2014/main" id="{DEB909B9-2C65-4003-AE0B-3184DD83D4B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58140" y="1673307"/>
                    <a:ext cx="550754" cy="158931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7" name="Freeform 216">
                    <a:extLst>
                      <a:ext uri="{FF2B5EF4-FFF2-40B4-BE49-F238E27FC236}">
                        <a16:creationId xmlns:a16="http://schemas.microsoft.com/office/drawing/2014/main" id="{4A227C3A-B525-4B41-9CAC-7ADD3A3CE8C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0701" y="1632293"/>
                    <a:ext cx="665633" cy="112790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8" name="Freeform 217">
                    <a:extLst>
                      <a:ext uri="{FF2B5EF4-FFF2-40B4-BE49-F238E27FC236}">
                        <a16:creationId xmlns:a16="http://schemas.microsoft.com/office/drawing/2014/main" id="{1A3F4136-EE77-478C-B7D5-AD3EEA93E2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572" y="1727140"/>
                    <a:ext cx="243277" cy="99972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9" name="Freeform 218">
                    <a:extLst>
                      <a:ext uri="{FF2B5EF4-FFF2-40B4-BE49-F238E27FC236}">
                        <a16:creationId xmlns:a16="http://schemas.microsoft.com/office/drawing/2014/main" id="{84FD2233-A150-4B21-AF6B-BEBB5A8F192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63" y="1729702"/>
                    <a:ext cx="239900" cy="97410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220" name="Straight Connector 219">
                    <a:extLst>
                      <a:ext uri="{FF2B5EF4-FFF2-40B4-BE49-F238E27FC236}">
                        <a16:creationId xmlns:a16="http://schemas.microsoft.com/office/drawing/2014/main" id="{10C8E8C8-DB2A-4136-84BB-5B517B1A70E1}"/>
                      </a:ext>
                    </a:extLst>
                  </p:cNvPr>
                  <p:cNvCxnSpPr>
                    <a:endCxn id="215" idx="2"/>
                  </p:cNvCxnSpPr>
                  <p:nvPr/>
                </p:nvCxnSpPr>
                <p:spPr bwMode="auto">
                  <a:xfrm flipH="1" flipV="1">
                    <a:off x="1870939" y="1734829"/>
                    <a:ext cx="3378" cy="125608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1" name="Straight Connector 220">
                    <a:extLst>
                      <a:ext uri="{FF2B5EF4-FFF2-40B4-BE49-F238E27FC236}">
                        <a16:creationId xmlns:a16="http://schemas.microsoft.com/office/drawing/2014/main" id="{D703951A-5DEA-4FE6-B0EA-372C7CFAA965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096" y="1732267"/>
                    <a:ext cx="3380" cy="125606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6669" name="Group 209">
                  <a:extLst>
                    <a:ext uri="{FF2B5EF4-FFF2-40B4-BE49-F238E27FC236}">
                      <a16:creationId xmlns:a16="http://schemas.microsoft.com/office/drawing/2014/main" id="{24668607-916C-4985-AB0A-52DAFFC1B31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211" name="Oval 210">
                    <a:extLst>
                      <a:ext uri="{FF2B5EF4-FFF2-40B4-BE49-F238E27FC236}">
                        <a16:creationId xmlns:a16="http://schemas.microsoft.com/office/drawing/2014/main" id="{DD24E89E-22BD-459E-81C0-6567E264B07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681" y="1786927"/>
                    <a:ext cx="355386" cy="232569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6671" name="TextBox 211">
                    <a:extLst>
                      <a:ext uri="{FF2B5EF4-FFF2-40B4-BE49-F238E27FC236}">
                        <a16:creationId xmlns:a16="http://schemas.microsoft.com/office/drawing/2014/main" id="{491E575F-0207-4149-9A6E-ABD296C2936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2a</a:t>
                    </a:r>
                  </a:p>
                </p:txBody>
              </p:sp>
            </p:grpSp>
          </p:grpSp>
          <p:cxnSp>
            <p:nvCxnSpPr>
              <p:cNvPr id="236662" name="Straight Connector 202">
                <a:extLst>
                  <a:ext uri="{FF2B5EF4-FFF2-40B4-BE49-F238E27FC236}">
                    <a16:creationId xmlns:a16="http://schemas.microsoft.com/office/drawing/2014/main" id="{A269C7DE-92C9-4DCB-85F1-439398BDD10B}"/>
                  </a:ext>
                </a:extLst>
              </p:cNvPr>
              <p:cNvCxnSpPr>
                <a:cxnSpLocks noChangeShapeType="1"/>
                <a:stCxn id="236710" idx="2"/>
                <a:endCxn id="236697" idx="0"/>
              </p:cNvCxnSpPr>
              <p:nvPr/>
            </p:nvCxnSpPr>
            <p:spPr bwMode="auto">
              <a:xfrm>
                <a:off x="1991073" y="3242684"/>
                <a:ext cx="4230" cy="851985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663" name="Straight Connector 203">
                <a:extLst>
                  <a:ext uri="{FF2B5EF4-FFF2-40B4-BE49-F238E27FC236}">
                    <a16:creationId xmlns:a16="http://schemas.microsoft.com/office/drawing/2014/main" id="{B0AE8CE8-E80B-45F6-843B-275A0F405E7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407477" y="3648621"/>
                <a:ext cx="1204913" cy="635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664" name="Straight Connector 204">
                <a:extLst>
                  <a:ext uri="{FF2B5EF4-FFF2-40B4-BE49-F238E27FC236}">
                    <a16:creationId xmlns:a16="http://schemas.microsoft.com/office/drawing/2014/main" id="{65903808-E82F-47A6-8C69-E2F3F70CCBB3}"/>
                  </a:ext>
                </a:extLst>
              </p:cNvPr>
              <p:cNvCxnSpPr>
                <a:cxnSpLocks noChangeShapeType="1"/>
                <a:stCxn id="252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665" name="Straight Connector 205">
                <a:extLst>
                  <a:ext uri="{FF2B5EF4-FFF2-40B4-BE49-F238E27FC236}">
                    <a16:creationId xmlns:a16="http://schemas.microsoft.com/office/drawing/2014/main" id="{DD7978A9-C290-43BB-AC38-BF18342349C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00073" y="3786304"/>
                <a:ext cx="477927" cy="357071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666" name="Straight Connector 206">
                <a:extLst>
                  <a:ext uri="{FF2B5EF4-FFF2-40B4-BE49-F238E27FC236}">
                    <a16:creationId xmlns:a16="http://schemas.microsoft.com/office/drawing/2014/main" id="{C850D9E3-5260-40D7-BFE8-7AABF622B6E4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36667" name="Straight Connector 207">
                <a:extLst>
                  <a:ext uri="{FF2B5EF4-FFF2-40B4-BE49-F238E27FC236}">
                    <a16:creationId xmlns:a16="http://schemas.microsoft.com/office/drawing/2014/main" id="{92FAE926-486D-4856-A876-DD110910A3F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1287553" y="3166946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rgbClr val="00009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236551" name="Freeform 2">
            <a:extLst>
              <a:ext uri="{FF2B5EF4-FFF2-40B4-BE49-F238E27FC236}">
                <a16:creationId xmlns:a16="http://schemas.microsoft.com/office/drawing/2014/main" id="{FC913A57-6455-48A3-9FB7-26EB7B31C846}"/>
              </a:ext>
            </a:extLst>
          </p:cNvPr>
          <p:cNvSpPr>
            <a:spLocks/>
          </p:cNvSpPr>
          <p:nvPr/>
        </p:nvSpPr>
        <p:spPr bwMode="auto">
          <a:xfrm>
            <a:off x="5507038" y="1309688"/>
            <a:ext cx="2576512" cy="1673225"/>
          </a:xfrm>
          <a:custGeom>
            <a:avLst/>
            <a:gdLst>
              <a:gd name="T0" fmla="*/ 2147483646 w 10000"/>
              <a:gd name="T1" fmla="*/ 2147483646 h 10795"/>
              <a:gd name="T2" fmla="*/ 2147483646 w 10000"/>
              <a:gd name="T3" fmla="*/ 2147483646 h 10795"/>
              <a:gd name="T4" fmla="*/ 2147483646 w 10000"/>
              <a:gd name="T5" fmla="*/ 2147483646 h 10795"/>
              <a:gd name="T6" fmla="*/ 2147483646 w 10000"/>
              <a:gd name="T7" fmla="*/ 2147483646 h 10795"/>
              <a:gd name="T8" fmla="*/ 2147483646 w 10000"/>
              <a:gd name="T9" fmla="*/ 2147483646 h 10795"/>
              <a:gd name="T10" fmla="*/ 2147483646 w 10000"/>
              <a:gd name="T11" fmla="*/ 2147483646 h 10795"/>
              <a:gd name="T12" fmla="*/ 2147483646 w 10000"/>
              <a:gd name="T13" fmla="*/ 2147483646 h 10795"/>
              <a:gd name="T14" fmla="*/ 2147483646 w 10000"/>
              <a:gd name="T15" fmla="*/ 2147483646 h 10795"/>
              <a:gd name="T16" fmla="*/ 2147483646 w 10000"/>
              <a:gd name="T17" fmla="*/ 2147483646 h 10795"/>
              <a:gd name="T18" fmla="*/ 2147483646 w 10000"/>
              <a:gd name="T19" fmla="*/ 2147483646 h 107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000"/>
              <a:gd name="T31" fmla="*/ 0 h 10795"/>
              <a:gd name="T32" fmla="*/ 10000 w 10000"/>
              <a:gd name="T33" fmla="*/ 10795 h 10795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36552" name="Group 133">
            <a:extLst>
              <a:ext uri="{FF2B5EF4-FFF2-40B4-BE49-F238E27FC236}">
                <a16:creationId xmlns:a16="http://schemas.microsoft.com/office/drawing/2014/main" id="{A552AAC9-52A3-4221-B9DF-DDC26529DB32}"/>
              </a:ext>
            </a:extLst>
          </p:cNvPr>
          <p:cNvGrpSpPr>
            <a:grpSpLocks/>
          </p:cNvGrpSpPr>
          <p:nvPr/>
        </p:nvGrpSpPr>
        <p:grpSpPr bwMode="auto">
          <a:xfrm>
            <a:off x="5730875" y="1446213"/>
            <a:ext cx="2216150" cy="1435100"/>
            <a:chOff x="833331" y="2873352"/>
            <a:chExt cx="2333625" cy="1590649"/>
          </a:xfrm>
        </p:grpSpPr>
        <p:grpSp>
          <p:nvGrpSpPr>
            <p:cNvPr id="236594" name="Group 134">
              <a:extLst>
                <a:ext uri="{FF2B5EF4-FFF2-40B4-BE49-F238E27FC236}">
                  <a16:creationId xmlns:a16="http://schemas.microsoft.com/office/drawing/2014/main" id="{C35F8760-A14C-4140-A9A2-61F6341980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73352"/>
              <a:ext cx="565150" cy="369332"/>
              <a:chOff x="1736090" y="2873352"/>
              <a:chExt cx="565150" cy="369332"/>
            </a:xfrm>
          </p:grpSpPr>
          <p:grpSp>
            <p:nvGrpSpPr>
              <p:cNvPr id="236643" name="Group 327">
                <a:extLst>
                  <a:ext uri="{FF2B5EF4-FFF2-40B4-BE49-F238E27FC236}">
                    <a16:creationId xmlns:a16="http://schemas.microsoft.com/office/drawing/2014/main" id="{07404930-FEF6-4A08-8617-666AF11F6D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88" name="Oval 187">
                  <a:extLst>
                    <a:ext uri="{FF2B5EF4-FFF2-40B4-BE49-F238E27FC236}">
                      <a16:creationId xmlns:a16="http://schemas.microsoft.com/office/drawing/2014/main" id="{7BE95240-789A-40BE-9C37-428D800838CF}"/>
                    </a:ext>
                  </a:extLst>
                </p:cNvPr>
                <p:cNvSpPr/>
                <p:nvPr/>
              </p:nvSpPr>
              <p:spPr bwMode="auto">
                <a:xfrm flipV="1">
                  <a:off x="1874481" y="1693411"/>
                  <a:ext cx="1124770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05AA30CC-2C06-419A-B2FE-6C56B48F7F27}"/>
                    </a:ext>
                  </a:extLst>
                </p:cNvPr>
                <p:cNvSpPr/>
                <p:nvPr/>
              </p:nvSpPr>
              <p:spPr bwMode="auto">
                <a:xfrm>
                  <a:off x="1871142" y="1740888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0" name="Oval 189">
                  <a:extLst>
                    <a:ext uri="{FF2B5EF4-FFF2-40B4-BE49-F238E27FC236}">
                      <a16:creationId xmlns:a16="http://schemas.microsoft.com/office/drawing/2014/main" id="{6EFE221D-A76D-4E1E-B504-64030FDC74A4}"/>
                    </a:ext>
                  </a:extLst>
                </p:cNvPr>
                <p:cNvSpPr/>
                <p:nvPr/>
              </p:nvSpPr>
              <p:spPr bwMode="auto">
                <a:xfrm flipV="1">
                  <a:off x="1871142" y="1577357"/>
                  <a:ext cx="1124772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1" name="Freeform 190">
                  <a:extLst>
                    <a:ext uri="{FF2B5EF4-FFF2-40B4-BE49-F238E27FC236}">
                      <a16:creationId xmlns:a16="http://schemas.microsoft.com/office/drawing/2014/main" id="{A01973E9-EB21-4772-A58E-1ABFED3E37FC}"/>
                    </a:ext>
                  </a:extLst>
                </p:cNvPr>
                <p:cNvSpPr/>
                <p:nvPr/>
              </p:nvSpPr>
              <p:spPr bwMode="auto">
                <a:xfrm>
                  <a:off x="2158176" y="1674947"/>
                  <a:ext cx="550705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2" name="Freeform 191">
                  <a:extLst>
                    <a:ext uri="{FF2B5EF4-FFF2-40B4-BE49-F238E27FC236}">
                      <a16:creationId xmlns:a16="http://schemas.microsoft.com/office/drawing/2014/main" id="{73CA8372-625F-411C-8AB7-55D86D5F832F}"/>
                    </a:ext>
                  </a:extLst>
                </p:cNvPr>
                <p:cNvSpPr/>
                <p:nvPr/>
              </p:nvSpPr>
              <p:spPr bwMode="auto">
                <a:xfrm>
                  <a:off x="2101438" y="1635384"/>
                  <a:ext cx="664181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3" name="Freeform 192">
                  <a:extLst>
                    <a:ext uri="{FF2B5EF4-FFF2-40B4-BE49-F238E27FC236}">
                      <a16:creationId xmlns:a16="http://schemas.microsoft.com/office/drawing/2014/main" id="{ECEB137C-8CA6-4EEF-AA0F-DA5639DED6A1}"/>
                    </a:ext>
                  </a:extLst>
                </p:cNvPr>
                <p:cNvSpPr/>
                <p:nvPr/>
              </p:nvSpPr>
              <p:spPr bwMode="auto">
                <a:xfrm>
                  <a:off x="2535326" y="1730338"/>
                  <a:ext cx="243644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94" name="Freeform 193">
                  <a:extLst>
                    <a:ext uri="{FF2B5EF4-FFF2-40B4-BE49-F238E27FC236}">
                      <a16:creationId xmlns:a16="http://schemas.microsoft.com/office/drawing/2014/main" id="{4EFF5CB3-AAC6-4AEA-ACA5-31DFDE80926D}"/>
                    </a:ext>
                  </a:extLst>
                </p:cNvPr>
                <p:cNvSpPr/>
                <p:nvPr/>
              </p:nvSpPr>
              <p:spPr bwMode="auto">
                <a:xfrm>
                  <a:off x="2091424" y="1732975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075C60D5-09F3-4092-9B52-C3B6B71FD461}"/>
                    </a:ext>
                  </a:extLst>
                </p:cNvPr>
                <p:cNvCxnSpPr>
                  <a:endCxn id="190" idx="2"/>
                </p:cNvCxnSpPr>
                <p:nvPr/>
              </p:nvCxnSpPr>
              <p:spPr bwMode="auto">
                <a:xfrm flipH="1" flipV="1">
                  <a:off x="1871142" y="1735613"/>
                  <a:ext cx="3339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6B44D4C1-632F-477C-A447-1F0BF6F95436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5914" y="1735613"/>
                  <a:ext cx="3337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6644" name="Group 184">
                <a:extLst>
                  <a:ext uri="{FF2B5EF4-FFF2-40B4-BE49-F238E27FC236}">
                    <a16:creationId xmlns:a16="http://schemas.microsoft.com/office/drawing/2014/main" id="{58F82905-69E8-479F-82CF-E6E69180AF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86" name="Oval 185">
                  <a:extLst>
                    <a:ext uri="{FF2B5EF4-FFF2-40B4-BE49-F238E27FC236}">
                      <a16:creationId xmlns:a16="http://schemas.microsoft.com/office/drawing/2014/main" id="{1D4B9B79-DB4D-49E9-A9AF-77FEAAFDDE61}"/>
                    </a:ext>
                  </a:extLst>
                </p:cNvPr>
                <p:cNvSpPr/>
                <p:nvPr/>
              </p:nvSpPr>
              <p:spPr bwMode="auto">
                <a:xfrm>
                  <a:off x="704587" y="1787823"/>
                  <a:ext cx="356061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6646" name="TextBox 186">
                  <a:extLst>
                    <a:ext uri="{FF2B5EF4-FFF2-40B4-BE49-F238E27FC236}">
                      <a16:creationId xmlns:a16="http://schemas.microsoft.com/office/drawing/2014/main" id="{9BAAAF7C-8C7B-4A5D-A121-F162812A4E8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3b</a:t>
                  </a:r>
                </a:p>
              </p:txBody>
            </p:sp>
          </p:grpSp>
        </p:grpSp>
        <p:grpSp>
          <p:nvGrpSpPr>
            <p:cNvPr id="236595" name="Group 135">
              <a:extLst>
                <a:ext uri="{FF2B5EF4-FFF2-40B4-BE49-F238E27FC236}">
                  <a16:creationId xmlns:a16="http://schemas.microsoft.com/office/drawing/2014/main" id="{76123201-ACC2-4F26-8C22-DF21606F9D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40320" y="4094669"/>
              <a:ext cx="565150" cy="369332"/>
              <a:chOff x="1736090" y="2873352"/>
              <a:chExt cx="565150" cy="369332"/>
            </a:xfrm>
          </p:grpSpPr>
          <p:grpSp>
            <p:nvGrpSpPr>
              <p:cNvPr id="236630" name="Group 327">
                <a:extLst>
                  <a:ext uri="{FF2B5EF4-FFF2-40B4-BE49-F238E27FC236}">
                    <a16:creationId xmlns:a16="http://schemas.microsoft.com/office/drawing/2014/main" id="{142929EB-315E-4D8F-9223-7E84F0A5A5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9A8BDD0A-89C7-4FF1-B283-820098DEE82A}"/>
                    </a:ext>
                  </a:extLst>
                </p:cNvPr>
                <p:cNvSpPr/>
                <p:nvPr/>
              </p:nvSpPr>
              <p:spPr bwMode="auto">
                <a:xfrm flipV="1">
                  <a:off x="1876047" y="1693146"/>
                  <a:ext cx="1124772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89B5B6C7-8229-484E-A025-1861BB2D5458}"/>
                    </a:ext>
                  </a:extLst>
                </p:cNvPr>
                <p:cNvSpPr/>
                <p:nvPr/>
              </p:nvSpPr>
              <p:spPr bwMode="auto">
                <a:xfrm>
                  <a:off x="1872711" y="1740622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7" name="Oval 176">
                  <a:extLst>
                    <a:ext uri="{FF2B5EF4-FFF2-40B4-BE49-F238E27FC236}">
                      <a16:creationId xmlns:a16="http://schemas.microsoft.com/office/drawing/2014/main" id="{78202182-0AFF-4EFD-ABB8-143CB8C9FF46}"/>
                    </a:ext>
                  </a:extLst>
                </p:cNvPr>
                <p:cNvSpPr/>
                <p:nvPr/>
              </p:nvSpPr>
              <p:spPr bwMode="auto">
                <a:xfrm flipV="1">
                  <a:off x="1872711" y="1577091"/>
                  <a:ext cx="1124770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8" name="Freeform 177">
                  <a:extLst>
                    <a:ext uri="{FF2B5EF4-FFF2-40B4-BE49-F238E27FC236}">
                      <a16:creationId xmlns:a16="http://schemas.microsoft.com/office/drawing/2014/main" id="{8931EB20-D31B-4695-9536-A490CDD4BBB0}"/>
                    </a:ext>
                  </a:extLst>
                </p:cNvPr>
                <p:cNvSpPr/>
                <p:nvPr/>
              </p:nvSpPr>
              <p:spPr bwMode="auto">
                <a:xfrm>
                  <a:off x="2159744" y="1674681"/>
                  <a:ext cx="550703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79" name="Freeform 178">
                  <a:extLst>
                    <a:ext uri="{FF2B5EF4-FFF2-40B4-BE49-F238E27FC236}">
                      <a16:creationId xmlns:a16="http://schemas.microsoft.com/office/drawing/2014/main" id="{FB0E6345-D490-41B9-A492-2C5A1E8067DD}"/>
                    </a:ext>
                  </a:extLst>
                </p:cNvPr>
                <p:cNvSpPr/>
                <p:nvPr/>
              </p:nvSpPr>
              <p:spPr bwMode="auto">
                <a:xfrm>
                  <a:off x="2103004" y="1635118"/>
                  <a:ext cx="664183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0" name="Freeform 179">
                  <a:extLst>
                    <a:ext uri="{FF2B5EF4-FFF2-40B4-BE49-F238E27FC236}">
                      <a16:creationId xmlns:a16="http://schemas.microsoft.com/office/drawing/2014/main" id="{7044563E-96F7-4374-A327-8018B0B734E6}"/>
                    </a:ext>
                  </a:extLst>
                </p:cNvPr>
                <p:cNvSpPr/>
                <p:nvPr/>
              </p:nvSpPr>
              <p:spPr bwMode="auto">
                <a:xfrm>
                  <a:off x="2536892" y="1730072"/>
                  <a:ext cx="243646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81" name="Freeform 180">
                  <a:extLst>
                    <a:ext uri="{FF2B5EF4-FFF2-40B4-BE49-F238E27FC236}">
                      <a16:creationId xmlns:a16="http://schemas.microsoft.com/office/drawing/2014/main" id="{1B69BA45-8462-438B-BA56-B58DE6B461B1}"/>
                    </a:ext>
                  </a:extLst>
                </p:cNvPr>
                <p:cNvSpPr/>
                <p:nvPr/>
              </p:nvSpPr>
              <p:spPr bwMode="auto">
                <a:xfrm>
                  <a:off x="2092992" y="1732709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FC0D9DFA-B7AD-4BE6-9D51-E26CD0041DDB}"/>
                    </a:ext>
                  </a:extLst>
                </p:cNvPr>
                <p:cNvCxnSpPr>
                  <a:endCxn id="177" idx="2"/>
                </p:cNvCxnSpPr>
                <p:nvPr/>
              </p:nvCxnSpPr>
              <p:spPr bwMode="auto">
                <a:xfrm flipH="1" flipV="1">
                  <a:off x="1872711" y="1735347"/>
                  <a:ext cx="3337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3" name="Straight Connector 182">
                  <a:extLst>
                    <a:ext uri="{FF2B5EF4-FFF2-40B4-BE49-F238E27FC236}">
                      <a16:creationId xmlns:a16="http://schemas.microsoft.com/office/drawing/2014/main" id="{DFA8BEE2-3C8E-4118-9F81-4F31531D15E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7480" y="1735347"/>
                  <a:ext cx="3339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6631" name="Group 171">
                <a:extLst>
                  <a:ext uri="{FF2B5EF4-FFF2-40B4-BE49-F238E27FC236}">
                    <a16:creationId xmlns:a16="http://schemas.microsoft.com/office/drawing/2014/main" id="{A10E058D-578E-4AE2-8330-F8A176F8068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9D170465-8630-4838-B084-82EA975EC425}"/>
                    </a:ext>
                  </a:extLst>
                </p:cNvPr>
                <p:cNvSpPr/>
                <p:nvPr/>
              </p:nvSpPr>
              <p:spPr bwMode="auto">
                <a:xfrm>
                  <a:off x="725431" y="1787646"/>
                  <a:ext cx="356062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6633" name="TextBox 173">
                  <a:extLst>
                    <a:ext uri="{FF2B5EF4-FFF2-40B4-BE49-F238E27FC236}">
                      <a16:creationId xmlns:a16="http://schemas.microsoft.com/office/drawing/2014/main" id="{09F89FEF-DEE5-4AE6-8CAD-3DBAC9BF991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3d</a:t>
                  </a:r>
                </a:p>
              </p:txBody>
            </p:sp>
          </p:grpSp>
        </p:grpSp>
        <p:grpSp>
          <p:nvGrpSpPr>
            <p:cNvPr id="236596" name="Group 136">
              <a:extLst>
                <a:ext uri="{FF2B5EF4-FFF2-40B4-BE49-F238E27FC236}">
                  <a16:creationId xmlns:a16="http://schemas.microsoft.com/office/drawing/2014/main" id="{FA4DA083-DC25-4DCC-B9D5-907FB573787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1806" y="3485072"/>
              <a:ext cx="565150" cy="369332"/>
              <a:chOff x="1736090" y="2873352"/>
              <a:chExt cx="565150" cy="369332"/>
            </a:xfrm>
          </p:grpSpPr>
          <p:grpSp>
            <p:nvGrpSpPr>
              <p:cNvPr id="236617" name="Group 327">
                <a:extLst>
                  <a:ext uri="{FF2B5EF4-FFF2-40B4-BE49-F238E27FC236}">
                    <a16:creationId xmlns:a16="http://schemas.microsoft.com/office/drawing/2014/main" id="{601B9863-357E-4413-AE44-0E784C5255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B8952550-FF66-4BE4-8327-B125BB4C55E2}"/>
                    </a:ext>
                  </a:extLst>
                </p:cNvPr>
                <p:cNvSpPr/>
                <p:nvPr/>
              </p:nvSpPr>
              <p:spPr bwMode="auto">
                <a:xfrm flipV="1">
                  <a:off x="1874878" y="1725976"/>
                  <a:ext cx="1124770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38DD6FF5-82E7-463D-8095-A5CF0B4B46FE}"/>
                    </a:ext>
                  </a:extLst>
                </p:cNvPr>
                <p:cNvSpPr/>
                <p:nvPr/>
              </p:nvSpPr>
              <p:spPr bwMode="auto">
                <a:xfrm>
                  <a:off x="1871540" y="1773453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4" name="Oval 163">
                  <a:extLst>
                    <a:ext uri="{FF2B5EF4-FFF2-40B4-BE49-F238E27FC236}">
                      <a16:creationId xmlns:a16="http://schemas.microsoft.com/office/drawing/2014/main" id="{E70A7795-64CD-45D4-A10A-CA936F660424}"/>
                    </a:ext>
                  </a:extLst>
                </p:cNvPr>
                <p:cNvSpPr/>
                <p:nvPr/>
              </p:nvSpPr>
              <p:spPr bwMode="auto">
                <a:xfrm flipV="1">
                  <a:off x="1871540" y="1609922"/>
                  <a:ext cx="1124772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DC730AAD-BFF5-480C-9C03-B291E7D19F66}"/>
                    </a:ext>
                  </a:extLst>
                </p:cNvPr>
                <p:cNvSpPr/>
                <p:nvPr/>
              </p:nvSpPr>
              <p:spPr bwMode="auto">
                <a:xfrm>
                  <a:off x="2158573" y="1707512"/>
                  <a:ext cx="550705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6" name="Freeform 165">
                  <a:extLst>
                    <a:ext uri="{FF2B5EF4-FFF2-40B4-BE49-F238E27FC236}">
                      <a16:creationId xmlns:a16="http://schemas.microsoft.com/office/drawing/2014/main" id="{7E5DFBD5-023C-4804-BE0A-AECECB2B9C98}"/>
                    </a:ext>
                  </a:extLst>
                </p:cNvPr>
                <p:cNvSpPr/>
                <p:nvPr/>
              </p:nvSpPr>
              <p:spPr bwMode="auto">
                <a:xfrm>
                  <a:off x="2101835" y="1667949"/>
                  <a:ext cx="664181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7" name="Freeform 166">
                  <a:extLst>
                    <a:ext uri="{FF2B5EF4-FFF2-40B4-BE49-F238E27FC236}">
                      <a16:creationId xmlns:a16="http://schemas.microsoft.com/office/drawing/2014/main" id="{38C5FBBB-DD1A-44DF-A59B-2395F3E6A146}"/>
                    </a:ext>
                  </a:extLst>
                </p:cNvPr>
                <p:cNvSpPr/>
                <p:nvPr/>
              </p:nvSpPr>
              <p:spPr bwMode="auto">
                <a:xfrm>
                  <a:off x="2535723" y="1762903"/>
                  <a:ext cx="243644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68" name="Freeform 167">
                  <a:extLst>
                    <a:ext uri="{FF2B5EF4-FFF2-40B4-BE49-F238E27FC236}">
                      <a16:creationId xmlns:a16="http://schemas.microsoft.com/office/drawing/2014/main" id="{C121E386-4BD0-43FA-BBA2-4A738CD73ADF}"/>
                    </a:ext>
                  </a:extLst>
                </p:cNvPr>
                <p:cNvSpPr/>
                <p:nvPr/>
              </p:nvSpPr>
              <p:spPr bwMode="auto">
                <a:xfrm>
                  <a:off x="2091821" y="1765540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A74211A6-F532-4E31-9F30-F3E8C6B86B9D}"/>
                    </a:ext>
                  </a:extLst>
                </p:cNvPr>
                <p:cNvCxnSpPr>
                  <a:endCxn id="164" idx="2"/>
                </p:cNvCxnSpPr>
                <p:nvPr/>
              </p:nvCxnSpPr>
              <p:spPr bwMode="auto">
                <a:xfrm flipH="1" flipV="1">
                  <a:off x="1871540" y="1768178"/>
                  <a:ext cx="3339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B34B44B0-0A48-4D7E-AE0F-E62A7908C3B7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311" y="1768178"/>
                  <a:ext cx="3337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6618" name="Group 158">
                <a:extLst>
                  <a:ext uri="{FF2B5EF4-FFF2-40B4-BE49-F238E27FC236}">
                    <a16:creationId xmlns:a16="http://schemas.microsoft.com/office/drawing/2014/main" id="{13519187-0399-44AA-8FB4-30C51A6BAEF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28460" cy="369332"/>
                <a:chOff x="667045" y="1708643"/>
                <a:chExt cx="428460" cy="369332"/>
              </a:xfrm>
            </p:grpSpPr>
            <p:sp>
              <p:nvSpPr>
                <p:cNvPr id="160" name="Oval 159">
                  <a:extLst>
                    <a:ext uri="{FF2B5EF4-FFF2-40B4-BE49-F238E27FC236}">
                      <a16:creationId xmlns:a16="http://schemas.microsoft.com/office/drawing/2014/main" id="{1DF7A406-7F26-4D19-856D-2467568708DD}"/>
                    </a:ext>
                  </a:extLst>
                </p:cNvPr>
                <p:cNvSpPr/>
                <p:nvPr/>
              </p:nvSpPr>
              <p:spPr bwMode="auto">
                <a:xfrm>
                  <a:off x="724846" y="1788433"/>
                  <a:ext cx="357734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6620" name="TextBox 160">
                  <a:extLst>
                    <a:ext uri="{FF2B5EF4-FFF2-40B4-BE49-F238E27FC236}">
                      <a16:creationId xmlns:a16="http://schemas.microsoft.com/office/drawing/2014/main" id="{3F6261ED-513D-4711-9518-292F7BAF720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28460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3c</a:t>
                  </a:r>
                </a:p>
              </p:txBody>
            </p:sp>
          </p:grpSp>
        </p:grpSp>
        <p:grpSp>
          <p:nvGrpSpPr>
            <p:cNvPr id="236597" name="Group 137">
              <a:extLst>
                <a:ext uri="{FF2B5EF4-FFF2-40B4-BE49-F238E27FC236}">
                  <a16:creationId xmlns:a16="http://schemas.microsoft.com/office/drawing/2014/main" id="{6C61013F-5371-409A-9A4B-4DC979FF8C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3331" y="3478719"/>
              <a:ext cx="565150" cy="369332"/>
              <a:chOff x="1736090" y="2873352"/>
              <a:chExt cx="565150" cy="369332"/>
            </a:xfrm>
          </p:grpSpPr>
          <p:grpSp>
            <p:nvGrpSpPr>
              <p:cNvPr id="236604" name="Group 327">
                <a:extLst>
                  <a:ext uri="{FF2B5EF4-FFF2-40B4-BE49-F238E27FC236}">
                    <a16:creationId xmlns:a16="http://schemas.microsoft.com/office/drawing/2014/main" id="{EBCDBF1B-3142-4B15-B620-5725034B39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149" name="Oval 148">
                  <a:extLst>
                    <a:ext uri="{FF2B5EF4-FFF2-40B4-BE49-F238E27FC236}">
                      <a16:creationId xmlns:a16="http://schemas.microsoft.com/office/drawing/2014/main" id="{5E9C510F-0A0B-40B5-B5A5-C5175EFC15B6}"/>
                    </a:ext>
                  </a:extLst>
                </p:cNvPr>
                <p:cNvSpPr/>
                <p:nvPr/>
              </p:nvSpPr>
              <p:spPr bwMode="auto">
                <a:xfrm flipV="1">
                  <a:off x="1874616" y="1693298"/>
                  <a:ext cx="1124770" cy="321788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2573AF3-366A-4D12-894A-05098ACA30FB}"/>
                    </a:ext>
                  </a:extLst>
                </p:cNvPr>
                <p:cNvSpPr/>
                <p:nvPr/>
              </p:nvSpPr>
              <p:spPr bwMode="auto">
                <a:xfrm>
                  <a:off x="1871277" y="1740775"/>
                  <a:ext cx="1128108" cy="11605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18450229-C92A-471B-912F-9C6F0D8E2818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7244"/>
                  <a:ext cx="1124772" cy="32178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2" name="Freeform 151">
                  <a:extLst>
                    <a:ext uri="{FF2B5EF4-FFF2-40B4-BE49-F238E27FC236}">
                      <a16:creationId xmlns:a16="http://schemas.microsoft.com/office/drawing/2014/main" id="{B8B2ED47-0C2C-4553-8710-E69BF27831D2}"/>
                    </a:ext>
                  </a:extLst>
                </p:cNvPr>
                <p:cNvSpPr/>
                <p:nvPr/>
              </p:nvSpPr>
              <p:spPr bwMode="auto">
                <a:xfrm>
                  <a:off x="2158310" y="1674834"/>
                  <a:ext cx="550705" cy="15825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3" name="Freeform 152">
                  <a:extLst>
                    <a:ext uri="{FF2B5EF4-FFF2-40B4-BE49-F238E27FC236}">
                      <a16:creationId xmlns:a16="http://schemas.microsoft.com/office/drawing/2014/main" id="{623DA5FD-A3B9-468F-829C-90E9038CBE9D}"/>
                    </a:ext>
                  </a:extLst>
                </p:cNvPr>
                <p:cNvSpPr/>
                <p:nvPr/>
              </p:nvSpPr>
              <p:spPr bwMode="auto">
                <a:xfrm>
                  <a:off x="2101572" y="1635271"/>
                  <a:ext cx="664181" cy="110779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4" name="Freeform 153">
                  <a:extLst>
                    <a:ext uri="{FF2B5EF4-FFF2-40B4-BE49-F238E27FC236}">
                      <a16:creationId xmlns:a16="http://schemas.microsoft.com/office/drawing/2014/main" id="{2FC1BF67-5B17-4CCF-9BD5-CEE23935704F}"/>
                    </a:ext>
                  </a:extLst>
                </p:cNvPr>
                <p:cNvSpPr/>
                <p:nvPr/>
              </p:nvSpPr>
              <p:spPr bwMode="auto">
                <a:xfrm>
                  <a:off x="2535460" y="1730225"/>
                  <a:ext cx="243644" cy="97591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155" name="Freeform 154">
                  <a:extLst>
                    <a:ext uri="{FF2B5EF4-FFF2-40B4-BE49-F238E27FC236}">
                      <a16:creationId xmlns:a16="http://schemas.microsoft.com/office/drawing/2014/main" id="{DB110FB6-3A9D-4147-A946-BEA68C87C0AB}"/>
                    </a:ext>
                  </a:extLst>
                </p:cNvPr>
                <p:cNvSpPr/>
                <p:nvPr/>
              </p:nvSpPr>
              <p:spPr bwMode="auto">
                <a:xfrm>
                  <a:off x="2091558" y="1732862"/>
                  <a:ext cx="240307" cy="9495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B73F4965-95B2-4BB0-B230-DA271F2AEEF4}"/>
                    </a:ext>
                  </a:extLst>
                </p:cNvPr>
                <p:cNvCxnSpPr>
                  <a:endCxn id="151" idx="2"/>
                </p:cNvCxnSpPr>
                <p:nvPr/>
              </p:nvCxnSpPr>
              <p:spPr bwMode="auto">
                <a:xfrm flipH="1" flipV="1">
                  <a:off x="1871277" y="1735500"/>
                  <a:ext cx="3339" cy="12396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D7BADE5-9CB8-467B-BEAA-D372D68FA9BF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049" y="1735500"/>
                  <a:ext cx="3337" cy="121330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6605" name="Group 145">
                <a:extLst>
                  <a:ext uri="{FF2B5EF4-FFF2-40B4-BE49-F238E27FC236}">
                    <a16:creationId xmlns:a16="http://schemas.microsoft.com/office/drawing/2014/main" id="{8E749744-8836-4848-BF5B-9210A4CE4ED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C2A122D1-5034-463B-877E-A83F83574DE3}"/>
                    </a:ext>
                  </a:extLst>
                </p:cNvPr>
                <p:cNvSpPr/>
                <p:nvPr/>
              </p:nvSpPr>
              <p:spPr bwMode="auto">
                <a:xfrm>
                  <a:off x="704654" y="1787748"/>
                  <a:ext cx="356061" cy="232263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6607" name="TextBox 147">
                  <a:extLst>
                    <a:ext uri="{FF2B5EF4-FFF2-40B4-BE49-F238E27FC236}">
                      <a16:creationId xmlns:a16="http://schemas.microsoft.com/office/drawing/2014/main" id="{CD4D3DA2-CC04-4F9E-8E67-F4D16A2C292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3a</a:t>
                  </a:r>
                </a:p>
              </p:txBody>
            </p:sp>
          </p:grpSp>
        </p:grpSp>
        <p:cxnSp>
          <p:nvCxnSpPr>
            <p:cNvPr id="236598" name="Straight Connector 138">
              <a:extLst>
                <a:ext uri="{FF2B5EF4-FFF2-40B4-BE49-F238E27FC236}">
                  <a16:creationId xmlns:a16="http://schemas.microsoft.com/office/drawing/2014/main" id="{63B692D4-976B-46FF-B116-867657B346CC}"/>
                </a:ext>
              </a:extLst>
            </p:cNvPr>
            <p:cNvCxnSpPr>
              <a:cxnSpLocks noChangeShapeType="1"/>
              <a:stCxn id="236646" idx="2"/>
              <a:endCxn id="236633" idx="0"/>
            </p:cNvCxnSpPr>
            <p:nvPr/>
          </p:nvCxnSpPr>
          <p:spPr bwMode="auto">
            <a:xfrm>
              <a:off x="1991073" y="3242684"/>
              <a:ext cx="4230" cy="851985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599" name="Straight Connector 139">
              <a:extLst>
                <a:ext uri="{FF2B5EF4-FFF2-40B4-BE49-F238E27FC236}">
                  <a16:creationId xmlns:a16="http://schemas.microsoft.com/office/drawing/2014/main" id="{8BDADC07-1A2D-4BA4-A10F-7D8B871DAFC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407477" y="3648621"/>
              <a:ext cx="1204913" cy="6353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600" name="Straight Connector 140">
              <a:extLst>
                <a:ext uri="{FF2B5EF4-FFF2-40B4-BE49-F238E27FC236}">
                  <a16:creationId xmlns:a16="http://schemas.microsoft.com/office/drawing/2014/main" id="{2B502DEC-3321-4EEB-81F4-6789CBFCCF19}"/>
                </a:ext>
              </a:extLst>
            </p:cNvPr>
            <p:cNvCxnSpPr>
              <a:cxnSpLocks noChangeShapeType="1"/>
              <a:stCxn id="188" idx="7"/>
            </p:cNvCxnSpPr>
            <p:nvPr/>
          </p:nvCxnSpPr>
          <p:spPr bwMode="auto">
            <a:xfrm>
              <a:off x="2218708" y="3154477"/>
              <a:ext cx="480042" cy="369773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601" name="Straight Connector 141">
              <a:extLst>
                <a:ext uri="{FF2B5EF4-FFF2-40B4-BE49-F238E27FC236}">
                  <a16:creationId xmlns:a16="http://schemas.microsoft.com/office/drawing/2014/main" id="{2427D70B-75B6-4DAB-AEF3-97F479FFE7B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300073" y="3786304"/>
              <a:ext cx="477927" cy="357071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602" name="Straight Connector 142">
              <a:extLst>
                <a:ext uri="{FF2B5EF4-FFF2-40B4-BE49-F238E27FC236}">
                  <a16:creationId xmlns:a16="http://schemas.microsoft.com/office/drawing/2014/main" id="{EC6AB9AA-713F-48A8-BD97-12D8601763A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196042" y="3783542"/>
              <a:ext cx="508002" cy="34925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603" name="Straight Connector 143">
              <a:extLst>
                <a:ext uri="{FF2B5EF4-FFF2-40B4-BE49-F238E27FC236}">
                  <a16:creationId xmlns:a16="http://schemas.microsoft.com/office/drawing/2014/main" id="{700E4CB3-6C1B-4C1E-8CE9-96FC6017C7C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287553" y="3166946"/>
              <a:ext cx="508002" cy="349250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36553" name="Straight Connector 127">
            <a:extLst>
              <a:ext uri="{FF2B5EF4-FFF2-40B4-BE49-F238E27FC236}">
                <a16:creationId xmlns:a16="http://schemas.microsoft.com/office/drawing/2014/main" id="{B644B3E0-0C29-4FF5-8C94-1631FF3E0E9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046413" y="2339975"/>
            <a:ext cx="481012" cy="744538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6554" name="Straight Connector 128">
            <a:extLst>
              <a:ext uri="{FF2B5EF4-FFF2-40B4-BE49-F238E27FC236}">
                <a16:creationId xmlns:a16="http://schemas.microsoft.com/office/drawing/2014/main" id="{CFB7EF61-DC88-4321-9B9E-196B9E9D186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2913" y="2281238"/>
            <a:ext cx="338137" cy="822325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6555" name="TextBox 129">
            <a:extLst>
              <a:ext uri="{FF2B5EF4-FFF2-40B4-BE49-F238E27FC236}">
                <a16:creationId xmlns:a16="http://schemas.microsoft.com/office/drawing/2014/main" id="{AF289901-37C7-4E4E-86E5-6C8093AF5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00" y="2438400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AS2</a:t>
            </a:r>
          </a:p>
        </p:txBody>
      </p:sp>
      <p:sp>
        <p:nvSpPr>
          <p:cNvPr id="236556" name="TextBox 130">
            <a:extLst>
              <a:ext uri="{FF2B5EF4-FFF2-40B4-BE49-F238E27FC236}">
                <a16:creationId xmlns:a16="http://schemas.microsoft.com/office/drawing/2014/main" id="{08717722-598E-4B56-B3BD-589A9E1BD1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550" y="1350963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AS3</a:t>
            </a:r>
          </a:p>
        </p:txBody>
      </p:sp>
      <p:sp>
        <p:nvSpPr>
          <p:cNvPr id="236557" name="TextBox 131">
            <a:extLst>
              <a:ext uri="{FF2B5EF4-FFF2-40B4-BE49-F238E27FC236}">
                <a16:creationId xmlns:a16="http://schemas.microsoft.com/office/drawing/2014/main" id="{58EB53B7-EABD-460B-9141-F22117175E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438" y="1562100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AS1</a:t>
            </a:r>
          </a:p>
        </p:txBody>
      </p:sp>
      <p:grpSp>
        <p:nvGrpSpPr>
          <p:cNvPr id="236558" name="Group 10">
            <a:extLst>
              <a:ext uri="{FF2B5EF4-FFF2-40B4-BE49-F238E27FC236}">
                <a16:creationId xmlns:a16="http://schemas.microsoft.com/office/drawing/2014/main" id="{2F7B7550-B3EB-4288-85C5-446D68368EAD}"/>
              </a:ext>
            </a:extLst>
          </p:cNvPr>
          <p:cNvGrpSpPr>
            <a:grpSpLocks/>
          </p:cNvGrpSpPr>
          <p:nvPr/>
        </p:nvGrpSpPr>
        <p:grpSpPr bwMode="auto">
          <a:xfrm>
            <a:off x="7070725" y="2413000"/>
            <a:ext cx="1701800" cy="615950"/>
            <a:chOff x="7073692" y="5469792"/>
            <a:chExt cx="1701734" cy="616172"/>
          </a:xfrm>
        </p:grpSpPr>
        <p:grpSp>
          <p:nvGrpSpPr>
            <p:cNvPr id="236578" name="Group 9">
              <a:extLst>
                <a:ext uri="{FF2B5EF4-FFF2-40B4-BE49-F238E27FC236}">
                  <a16:creationId xmlns:a16="http://schemas.microsoft.com/office/drawing/2014/main" id="{8AFC13EA-30F9-448A-A7F0-BAB7276588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3692" y="5469792"/>
              <a:ext cx="1701734" cy="616172"/>
              <a:chOff x="6946249" y="5096269"/>
              <a:chExt cx="1701734" cy="616172"/>
            </a:xfrm>
          </p:grpSpPr>
          <p:sp>
            <p:nvSpPr>
              <p:cNvPr id="236580" name="Freeform 2">
                <a:extLst>
                  <a:ext uri="{FF2B5EF4-FFF2-40B4-BE49-F238E27FC236}">
                    <a16:creationId xmlns:a16="http://schemas.microsoft.com/office/drawing/2014/main" id="{E5F0145F-4700-4DB3-9342-4645F46BCD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46249" y="5096269"/>
                <a:ext cx="1701734" cy="616172"/>
              </a:xfrm>
              <a:custGeom>
                <a:avLst/>
                <a:gdLst>
                  <a:gd name="T0" fmla="*/ 2147483646 w 11293"/>
                  <a:gd name="T1" fmla="*/ 2147483646 h 11127"/>
                  <a:gd name="T2" fmla="*/ 2147483646 w 11293"/>
                  <a:gd name="T3" fmla="*/ 2147483646 h 11127"/>
                  <a:gd name="T4" fmla="*/ 2147483646 w 11293"/>
                  <a:gd name="T5" fmla="*/ 2147483646 h 11127"/>
                  <a:gd name="T6" fmla="*/ 2147483646 w 11293"/>
                  <a:gd name="T7" fmla="*/ 2147483646 h 11127"/>
                  <a:gd name="T8" fmla="*/ 2147483646 w 11293"/>
                  <a:gd name="T9" fmla="*/ 2147483646 h 11127"/>
                  <a:gd name="T10" fmla="*/ 2147483646 w 11293"/>
                  <a:gd name="T11" fmla="*/ 2147483646 h 11127"/>
                  <a:gd name="T12" fmla="*/ 2147483646 w 11293"/>
                  <a:gd name="T13" fmla="*/ 2147483646 h 11127"/>
                  <a:gd name="T14" fmla="*/ 2147483646 w 11293"/>
                  <a:gd name="T15" fmla="*/ 2147483646 h 1112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293"/>
                  <a:gd name="T25" fmla="*/ 0 h 11127"/>
                  <a:gd name="T26" fmla="*/ 11293 w 11293"/>
                  <a:gd name="T27" fmla="*/ 11127 h 11127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293" h="11127">
                    <a:moveTo>
                      <a:pt x="40" y="9082"/>
                    </a:moveTo>
                    <a:cubicBezTo>
                      <a:pt x="352" y="7566"/>
                      <a:pt x="3280" y="1761"/>
                      <a:pt x="4577" y="470"/>
                    </a:cubicBezTo>
                    <a:cubicBezTo>
                      <a:pt x="5874" y="-821"/>
                      <a:pt x="6795" y="914"/>
                      <a:pt x="7822" y="1336"/>
                    </a:cubicBezTo>
                    <a:cubicBezTo>
                      <a:pt x="8849" y="1758"/>
                      <a:pt x="10193" y="1947"/>
                      <a:pt x="10740" y="3004"/>
                    </a:cubicBezTo>
                    <a:cubicBezTo>
                      <a:pt x="11287" y="4061"/>
                      <a:pt x="11468" y="6337"/>
                      <a:pt x="11102" y="7683"/>
                    </a:cubicBezTo>
                    <a:cubicBezTo>
                      <a:pt x="10736" y="9030"/>
                      <a:pt x="9940" y="10771"/>
                      <a:pt x="8541" y="11085"/>
                    </a:cubicBezTo>
                    <a:cubicBezTo>
                      <a:pt x="7141" y="11398"/>
                      <a:pt x="4122" y="9898"/>
                      <a:pt x="2705" y="9564"/>
                    </a:cubicBezTo>
                    <a:cubicBezTo>
                      <a:pt x="1288" y="9230"/>
                      <a:pt x="-272" y="10598"/>
                      <a:pt x="40" y="9082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36581" name="Group 327">
                <a:extLst>
                  <a:ext uri="{FF2B5EF4-FFF2-40B4-BE49-F238E27FC236}">
                    <a16:creationId xmlns:a16="http://schemas.microsoft.com/office/drawing/2014/main" id="{962A3FA3-1186-4C97-9894-8C69D57C00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08175" y="5241780"/>
                <a:ext cx="536554" cy="263548"/>
                <a:chOff x="1871277" y="1576300"/>
                <a:chExt cx="1128371" cy="437861"/>
              </a:xfrm>
            </p:grpSpPr>
            <p:sp>
              <p:nvSpPr>
                <p:cNvPr id="374" name="Oval 373">
                  <a:extLst>
                    <a:ext uri="{FF2B5EF4-FFF2-40B4-BE49-F238E27FC236}">
                      <a16:creationId xmlns:a16="http://schemas.microsoft.com/office/drawing/2014/main" id="{EC33C0E9-253F-46EE-B439-52CFE96D73F2}"/>
                    </a:ext>
                  </a:extLst>
                </p:cNvPr>
                <p:cNvSpPr/>
                <p:nvPr/>
              </p:nvSpPr>
              <p:spPr bwMode="auto">
                <a:xfrm flipV="1">
                  <a:off x="1874747" y="1693374"/>
                  <a:ext cx="1125032" cy="3218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5" name="Rectangle 374">
                  <a:extLst>
                    <a:ext uri="{FF2B5EF4-FFF2-40B4-BE49-F238E27FC236}">
                      <a16:creationId xmlns:a16="http://schemas.microsoft.com/office/drawing/2014/main" id="{2AF75E65-D691-4A38-98C2-2146E72226DA}"/>
                    </a:ext>
                  </a:extLst>
                </p:cNvPr>
                <p:cNvSpPr/>
                <p:nvPr/>
              </p:nvSpPr>
              <p:spPr bwMode="auto">
                <a:xfrm>
                  <a:off x="1871407" y="1740865"/>
                  <a:ext cx="1128371" cy="116091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5D8BB272-E4DA-4E84-877D-88B7239FE489}"/>
                    </a:ext>
                  </a:extLst>
                </p:cNvPr>
                <p:cNvSpPr/>
                <p:nvPr/>
              </p:nvSpPr>
              <p:spPr bwMode="auto">
                <a:xfrm flipV="1">
                  <a:off x="1871407" y="1577282"/>
                  <a:ext cx="1125034" cy="321889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7" name="Freeform 376">
                  <a:extLst>
                    <a:ext uri="{FF2B5EF4-FFF2-40B4-BE49-F238E27FC236}">
                      <a16:creationId xmlns:a16="http://schemas.microsoft.com/office/drawing/2014/main" id="{E4F7F809-9878-45BA-857D-AD9E42FE7A9A}"/>
                    </a:ext>
                  </a:extLst>
                </p:cNvPr>
                <p:cNvSpPr/>
                <p:nvPr/>
              </p:nvSpPr>
              <p:spPr bwMode="auto">
                <a:xfrm>
                  <a:off x="2158508" y="1674905"/>
                  <a:ext cx="550833" cy="15830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8" name="Freeform 377">
                  <a:extLst>
                    <a:ext uri="{FF2B5EF4-FFF2-40B4-BE49-F238E27FC236}">
                      <a16:creationId xmlns:a16="http://schemas.microsoft.com/office/drawing/2014/main" id="{58883F07-5DA2-4A79-8351-CE9E2A83F00F}"/>
                    </a:ext>
                  </a:extLst>
                </p:cNvPr>
                <p:cNvSpPr/>
                <p:nvPr/>
              </p:nvSpPr>
              <p:spPr bwMode="auto">
                <a:xfrm>
                  <a:off x="2101756" y="1635328"/>
                  <a:ext cx="664336" cy="11081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79" name="Freeform 378">
                  <a:extLst>
                    <a:ext uri="{FF2B5EF4-FFF2-40B4-BE49-F238E27FC236}">
                      <a16:creationId xmlns:a16="http://schemas.microsoft.com/office/drawing/2014/main" id="{D873EB4F-AD7E-4124-B223-8DB4A5DAFD1F}"/>
                    </a:ext>
                  </a:extLst>
                </p:cNvPr>
                <p:cNvSpPr/>
                <p:nvPr/>
              </p:nvSpPr>
              <p:spPr bwMode="auto">
                <a:xfrm>
                  <a:off x="2535745" y="1730312"/>
                  <a:ext cx="243700" cy="9762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80" name="Freeform 379">
                  <a:extLst>
                    <a:ext uri="{FF2B5EF4-FFF2-40B4-BE49-F238E27FC236}">
                      <a16:creationId xmlns:a16="http://schemas.microsoft.com/office/drawing/2014/main" id="{6FCB343C-4C20-439F-9C07-9A4D76BE5578}"/>
                    </a:ext>
                  </a:extLst>
                </p:cNvPr>
                <p:cNvSpPr/>
                <p:nvPr/>
              </p:nvSpPr>
              <p:spPr bwMode="auto">
                <a:xfrm>
                  <a:off x="2091740" y="1732951"/>
                  <a:ext cx="240363" cy="9498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81" name="Straight Connector 380">
                  <a:extLst>
                    <a:ext uri="{FF2B5EF4-FFF2-40B4-BE49-F238E27FC236}">
                      <a16:creationId xmlns:a16="http://schemas.microsoft.com/office/drawing/2014/main" id="{2300C95A-A7DA-4AE5-9E79-20EC91E3A840}"/>
                    </a:ext>
                  </a:extLst>
                </p:cNvPr>
                <p:cNvCxnSpPr>
                  <a:endCxn id="376" idx="2"/>
                </p:cNvCxnSpPr>
                <p:nvPr/>
              </p:nvCxnSpPr>
              <p:spPr bwMode="auto">
                <a:xfrm flipH="1" flipV="1">
                  <a:off x="1871407" y="1735589"/>
                  <a:ext cx="3339" cy="12400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2" name="Straight Connector 381">
                  <a:extLst>
                    <a:ext uri="{FF2B5EF4-FFF2-40B4-BE49-F238E27FC236}">
                      <a16:creationId xmlns:a16="http://schemas.microsoft.com/office/drawing/2014/main" id="{DC505618-49C5-4CAE-8ADD-24B878138FB9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41" y="1735589"/>
                  <a:ext cx="3337" cy="121368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6582" name="Group 370">
                <a:extLst>
                  <a:ext uri="{FF2B5EF4-FFF2-40B4-BE49-F238E27FC236}">
                    <a16:creationId xmlns:a16="http://schemas.microsoft.com/office/drawing/2014/main" id="{88984620-9C68-40F6-90A9-9627C1B130A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876581" y="5223365"/>
                <a:ext cx="466894" cy="369332"/>
                <a:chOff x="599495" y="1708643"/>
                <a:chExt cx="491778" cy="409344"/>
              </a:xfrm>
            </p:grpSpPr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942D5CBC-56D4-4A6F-82FD-5130AEEDC83C}"/>
                    </a:ext>
                  </a:extLst>
                </p:cNvPr>
                <p:cNvSpPr/>
                <p:nvPr/>
              </p:nvSpPr>
              <p:spPr bwMode="auto">
                <a:xfrm>
                  <a:off x="724801" y="1787793"/>
                  <a:ext cx="356145" cy="23233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6584" name="TextBox 372">
                  <a:extLst>
                    <a:ext uri="{FF2B5EF4-FFF2-40B4-BE49-F238E27FC236}">
                      <a16:creationId xmlns:a16="http://schemas.microsoft.com/office/drawing/2014/main" id="{45BCEBB4-4805-447D-9D68-EE7BA9D0C90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99495" y="1708643"/>
                  <a:ext cx="491778" cy="40934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X</a:t>
                  </a:r>
                </a:p>
              </p:txBody>
            </p:sp>
          </p:grpSp>
        </p:grpSp>
        <p:cxnSp>
          <p:nvCxnSpPr>
            <p:cNvPr id="236579" name="Straight Connector 401">
              <a:extLst>
                <a:ext uri="{FF2B5EF4-FFF2-40B4-BE49-F238E27FC236}">
                  <a16:creationId xmlns:a16="http://schemas.microsoft.com/office/drawing/2014/main" id="{1D2BE6A8-C17A-43CD-A41E-9FC4468A19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133690" y="5764030"/>
              <a:ext cx="870024" cy="9999"/>
            </a:xfrm>
            <a:prstGeom prst="line">
              <a:avLst/>
            </a:prstGeom>
            <a:noFill/>
            <a:ln w="19050" algn="ctr">
              <a:solidFill>
                <a:srgbClr val="00009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00944" name="Group 6">
            <a:extLst>
              <a:ext uri="{FF2B5EF4-FFF2-40B4-BE49-F238E27FC236}">
                <a16:creationId xmlns:a16="http://schemas.microsoft.com/office/drawing/2014/main" id="{8FD06786-900D-47C2-8C71-8F4F44734D03}"/>
              </a:ext>
            </a:extLst>
          </p:cNvPr>
          <p:cNvGrpSpPr>
            <a:grpSpLocks/>
          </p:cNvGrpSpPr>
          <p:nvPr/>
        </p:nvGrpSpPr>
        <p:grpSpPr bwMode="auto">
          <a:xfrm>
            <a:off x="5713413" y="2379663"/>
            <a:ext cx="1009650" cy="768350"/>
            <a:chOff x="5713444" y="2379268"/>
            <a:chExt cx="1009362" cy="768350"/>
          </a:xfrm>
        </p:grpSpPr>
        <p:sp>
          <p:nvSpPr>
            <p:cNvPr id="236576" name="AutoShape 118">
              <a:extLst>
                <a:ext uri="{FF2B5EF4-FFF2-40B4-BE49-F238E27FC236}">
                  <a16:creationId xmlns:a16="http://schemas.microsoft.com/office/drawing/2014/main" id="{0F04DB71-355A-4213-87F7-EE079C8719B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4002035">
              <a:off x="5467382" y="2625330"/>
              <a:ext cx="768350" cy="276226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36577" name="Text Box 119">
              <a:extLst>
                <a:ext uri="{FF2B5EF4-FFF2-40B4-BE49-F238E27FC236}">
                  <a16:creationId xmlns:a16="http://schemas.microsoft.com/office/drawing/2014/main" id="{CB3078F1-A0FA-41C9-BF4B-E14B2FEA29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06829" y="2784958"/>
              <a:ext cx="815977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AS3,X </a:t>
              </a:r>
            </a:p>
          </p:txBody>
        </p:sp>
      </p:grpSp>
      <p:grpSp>
        <p:nvGrpSpPr>
          <p:cNvPr id="200945" name="Group 5">
            <a:extLst>
              <a:ext uri="{FF2B5EF4-FFF2-40B4-BE49-F238E27FC236}">
                <a16:creationId xmlns:a16="http://schemas.microsoft.com/office/drawing/2014/main" id="{5614A187-9868-419E-872F-80DA76B2C541}"/>
              </a:ext>
            </a:extLst>
          </p:cNvPr>
          <p:cNvGrpSpPr>
            <a:grpSpLocks/>
          </p:cNvGrpSpPr>
          <p:nvPr/>
        </p:nvGrpSpPr>
        <p:grpSpPr bwMode="auto">
          <a:xfrm>
            <a:off x="2028825" y="2438400"/>
            <a:ext cx="1260475" cy="889000"/>
            <a:chOff x="2028828" y="2438604"/>
            <a:chExt cx="1260153" cy="888605"/>
          </a:xfrm>
        </p:grpSpPr>
        <p:sp>
          <p:nvSpPr>
            <p:cNvPr id="236574" name="Text Box 119">
              <a:extLst>
                <a:ext uri="{FF2B5EF4-FFF2-40B4-BE49-F238E27FC236}">
                  <a16:creationId xmlns:a16="http://schemas.microsoft.com/office/drawing/2014/main" id="{4A3A39BC-C9E1-4712-9746-8505D11515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28828" y="3019432"/>
              <a:ext cx="126015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AS2,AS3,X </a:t>
              </a:r>
            </a:p>
          </p:txBody>
        </p:sp>
        <p:sp>
          <p:nvSpPr>
            <p:cNvPr id="236575" name="AutoShape 118">
              <a:extLst>
                <a:ext uri="{FF2B5EF4-FFF2-40B4-BE49-F238E27FC236}">
                  <a16:creationId xmlns:a16="http://schemas.microsoft.com/office/drawing/2014/main" id="{A506CC84-C2EF-43E3-8B95-C1958EF2A94E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3445218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236561" name="Rectangle 4">
            <a:extLst>
              <a:ext uri="{FF2B5EF4-FFF2-40B4-BE49-F238E27FC236}">
                <a16:creationId xmlns:a16="http://schemas.microsoft.com/office/drawing/2014/main" id="{6D991002-F4A9-4D4B-BE07-B64EDCA870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5925" y="4289425"/>
            <a:ext cx="850582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ts val="2138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gateway router may learn about </a:t>
            </a:r>
            <a:r>
              <a:rPr kumimoji="0" lang="en-US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multiple</a:t>
            </a:r>
            <a:r>
              <a:rPr kumimoji="0" lang="en-US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paths to destination:</a:t>
            </a:r>
          </a:p>
        </p:txBody>
      </p:sp>
      <p:grpSp>
        <p:nvGrpSpPr>
          <p:cNvPr id="200946" name="Group 4">
            <a:extLst>
              <a:ext uri="{FF2B5EF4-FFF2-40B4-BE49-F238E27FC236}">
                <a16:creationId xmlns:a16="http://schemas.microsoft.com/office/drawing/2014/main" id="{A648AE2D-514F-4BF4-8D8A-C6EBAC7FBB90}"/>
              </a:ext>
            </a:extLst>
          </p:cNvPr>
          <p:cNvGrpSpPr>
            <a:grpSpLocks/>
          </p:cNvGrpSpPr>
          <p:nvPr/>
        </p:nvGrpSpPr>
        <p:grpSpPr bwMode="auto">
          <a:xfrm>
            <a:off x="1395413" y="1901825"/>
            <a:ext cx="1117600" cy="827088"/>
            <a:chOff x="4052000" y="2820739"/>
            <a:chExt cx="1118837" cy="826267"/>
          </a:xfrm>
        </p:grpSpPr>
        <p:cxnSp>
          <p:nvCxnSpPr>
            <p:cNvPr id="236571" name="Straight Arrow Connector 2">
              <a:extLst>
                <a:ext uri="{FF2B5EF4-FFF2-40B4-BE49-F238E27FC236}">
                  <a16:creationId xmlns:a16="http://schemas.microsoft.com/office/drawing/2014/main" id="{D58D857C-6E54-4822-98B7-1AEB3EF6FAC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4769093" y="2820739"/>
              <a:ext cx="401744" cy="302376"/>
            </a:xfrm>
            <a:prstGeom prst="straightConnector1">
              <a:avLst/>
            </a:prstGeom>
            <a:noFill/>
            <a:ln w="25400" algn="ctr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572" name="Straight Arrow Connector 329">
              <a:extLst>
                <a:ext uri="{FF2B5EF4-FFF2-40B4-BE49-F238E27FC236}">
                  <a16:creationId xmlns:a16="http://schemas.microsoft.com/office/drawing/2014/main" id="{0AAF4F0F-BC30-44C8-9CBE-4B6F4EE848F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4052000" y="3192229"/>
              <a:ext cx="1059565" cy="14171"/>
            </a:xfrm>
            <a:prstGeom prst="straightConnector1">
              <a:avLst/>
            </a:prstGeom>
            <a:noFill/>
            <a:ln w="25400" algn="ctr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36573" name="Straight Arrow Connector 330">
              <a:extLst>
                <a:ext uri="{FF2B5EF4-FFF2-40B4-BE49-F238E27FC236}">
                  <a16:creationId xmlns:a16="http://schemas.microsoft.com/office/drawing/2014/main" id="{4509CAB3-6FDD-4731-A4AB-E8991E82C7C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4748700" y="3344630"/>
              <a:ext cx="401744" cy="302376"/>
            </a:xfrm>
            <a:prstGeom prst="straightConnector1">
              <a:avLst/>
            </a:prstGeom>
            <a:noFill/>
            <a:ln w="25400" algn="ctr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cxnSp>
        <p:nvCxnSpPr>
          <p:cNvPr id="236563" name="Straight Connector 324">
            <a:extLst>
              <a:ext uri="{FF2B5EF4-FFF2-40B4-BE49-F238E27FC236}">
                <a16:creationId xmlns:a16="http://schemas.microsoft.com/office/drawing/2014/main" id="{84C5844D-48B0-4F82-B47A-021EF4D5B723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141663" y="2168525"/>
            <a:ext cx="2535237" cy="144463"/>
          </a:xfrm>
          <a:prstGeom prst="line">
            <a:avLst/>
          </a:prstGeom>
          <a:noFill/>
          <a:ln w="38100" algn="ctr">
            <a:solidFill>
              <a:srgbClr val="CC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00947" name="Group 3">
            <a:extLst>
              <a:ext uri="{FF2B5EF4-FFF2-40B4-BE49-F238E27FC236}">
                <a16:creationId xmlns:a16="http://schemas.microsoft.com/office/drawing/2014/main" id="{BF51FF76-FE6F-4B4F-A908-BB63474D323C}"/>
              </a:ext>
            </a:extLst>
          </p:cNvPr>
          <p:cNvGrpSpPr>
            <a:grpSpLocks/>
          </p:cNvGrpSpPr>
          <p:nvPr/>
        </p:nvGrpSpPr>
        <p:grpSpPr bwMode="auto">
          <a:xfrm>
            <a:off x="4618038" y="1620838"/>
            <a:ext cx="968375" cy="547687"/>
            <a:chOff x="4617960" y="1621326"/>
            <a:chExt cx="968155" cy="547957"/>
          </a:xfrm>
        </p:grpSpPr>
        <p:sp>
          <p:nvSpPr>
            <p:cNvPr id="236569" name="AutoShape 118">
              <a:extLst>
                <a:ext uri="{FF2B5EF4-FFF2-40B4-BE49-F238E27FC236}">
                  <a16:creationId xmlns:a16="http://schemas.microsoft.com/office/drawing/2014/main" id="{8A528DC5-167E-4A91-AB9A-D2AB2949A49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186819">
              <a:off x="4617960" y="1893058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36570" name="TextBox 1">
              <a:extLst>
                <a:ext uri="{FF2B5EF4-FFF2-40B4-BE49-F238E27FC236}">
                  <a16:creationId xmlns:a16="http://schemas.microsoft.com/office/drawing/2014/main" id="{7A1D7D77-54FE-4538-8306-6EE361ACC9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-181440">
              <a:off x="4770795" y="1621326"/>
              <a:ext cx="81532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AS3,X</a:t>
              </a:r>
            </a:p>
          </p:txBody>
        </p:sp>
      </p:grpSp>
      <p:sp>
        <p:nvSpPr>
          <p:cNvPr id="333" name="Rectangle 4">
            <a:extLst>
              <a:ext uri="{FF2B5EF4-FFF2-40B4-BE49-F238E27FC236}">
                <a16:creationId xmlns:a16="http://schemas.microsoft.com/office/drawing/2014/main" id="{A36451A4-CFE8-48D6-A394-21B45E6A5E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100" y="5110163"/>
            <a:ext cx="8505825" cy="55245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ts val="214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AS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1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 gateway router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 1c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learns path </a:t>
            </a:r>
            <a:r>
              <a:rPr kumimoji="0" lang="en-US" sz="22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AS3,X 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from 3a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</p:txBody>
      </p:sp>
      <p:sp>
        <p:nvSpPr>
          <p:cNvPr id="334" name="Rectangle 4">
            <a:extLst>
              <a:ext uri="{FF2B5EF4-FFF2-40B4-BE49-F238E27FC236}">
                <a16:creationId xmlns:a16="http://schemas.microsoft.com/office/drawing/2014/main" id="{F9A6BA23-26A6-492C-A567-C3644F5E61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975" y="5476875"/>
            <a:ext cx="8102600" cy="10287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742950" indent="-28575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Comic Sans MS" pitchFamily="66" charset="0"/>
                <a:ea typeface="ＭＳ Ｐゴシック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293688" marR="0" lvl="0" indent="-293688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Which path</a:t>
            </a:r>
            <a:r>
              <a:rPr kumimoji="0" lang="en-US" sz="22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/>
                <a:ea typeface="ＭＳ Ｐゴシック" charset="0"/>
              </a:rPr>
              <a:t> should a router choose?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/>
              <a:ea typeface="ＭＳ Ｐゴシック" charset="0"/>
            </a:endParaRPr>
          </a:p>
        </p:txBody>
      </p:sp>
      <p:sp>
        <p:nvSpPr>
          <p:cNvPr id="236567" name="Slide Number Placeholder 5">
            <a:extLst>
              <a:ext uri="{FF2B5EF4-FFF2-40B4-BE49-F238E27FC236}">
                <a16:creationId xmlns:a16="http://schemas.microsoft.com/office/drawing/2014/main" id="{B94AF946-BE84-40A4-8921-DFE23BEEA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D5FB2A2C-DF10-4ACE-BB72-89AE3460C309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6568" name="Footer Placeholder 2">
            <a:extLst>
              <a:ext uri="{FF2B5EF4-FFF2-40B4-BE49-F238E27FC236}">
                <a16:creationId xmlns:a16="http://schemas.microsoft.com/office/drawing/2014/main" id="{487178BC-B284-4AED-AB74-0B91F2939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00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2009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3" grpId="0"/>
      <p:bldP spid="33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6" name="Rectangle 2">
            <a:extLst>
              <a:ext uri="{FF2B5EF4-FFF2-40B4-BE49-F238E27FC236}">
                <a16:creationId xmlns:a16="http://schemas.microsoft.com/office/drawing/2014/main" id="{4CC4BD69-B7FE-489F-AA6A-44E3BB6464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BGP route selection</a:t>
            </a:r>
          </a:p>
        </p:txBody>
      </p:sp>
      <p:sp>
        <p:nvSpPr>
          <p:cNvPr id="120837" name="Rectangle 3">
            <a:extLst>
              <a:ext uri="{FF2B5EF4-FFF2-40B4-BE49-F238E27FC236}">
                <a16:creationId xmlns:a16="http://schemas.microsoft.com/office/drawing/2014/main" id="{7DBBE2C1-EE25-45D1-9829-7E1C1E3CA2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22288" y="1433513"/>
            <a:ext cx="7772400" cy="4648200"/>
          </a:xfrm>
        </p:spPr>
        <p:txBody>
          <a:bodyPr/>
          <a:lstStyle/>
          <a:p>
            <a:pPr marL="346075" indent="-346075">
              <a:buFont typeface="Wingdings" charset="2"/>
              <a:buChar char="§"/>
              <a:defRPr/>
            </a:pPr>
            <a:r>
              <a:rPr lang="en-US" dirty="0">
                <a:cs typeface="+mn-cs"/>
              </a:rPr>
              <a:t>router may learn about more than one route to destination AS, selects route based on: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dirty="0"/>
              <a:t>local preference value attribute: policy decision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dirty="0"/>
              <a:t>shortest AS-PATH 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dirty="0"/>
              <a:t>closest NEXT-HOP router: hot potato routing</a:t>
            </a:r>
          </a:p>
          <a:p>
            <a:pPr marL="1084263" lvl="1" indent="-457200">
              <a:buFont typeface="ZapfDingbats" charset="0"/>
              <a:buAutoNum type="arabicPeriod"/>
              <a:defRPr/>
            </a:pPr>
            <a:r>
              <a:rPr lang="en-US" dirty="0"/>
              <a:t>additional criteria </a:t>
            </a:r>
          </a:p>
        </p:txBody>
      </p:sp>
      <p:pic>
        <p:nvPicPr>
          <p:cNvPr id="241668" name="Picture 6" descr="underline_base">
            <a:extLst>
              <a:ext uri="{FF2B5EF4-FFF2-40B4-BE49-F238E27FC236}">
                <a16:creationId xmlns:a16="http://schemas.microsoft.com/office/drawing/2014/main" id="{52A77DFD-48FF-4BEB-994C-135969E8E215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5" y="1050925"/>
            <a:ext cx="5027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1669" name="Slide Number Placeholder 5">
            <a:extLst>
              <a:ext uri="{FF2B5EF4-FFF2-40B4-BE49-F238E27FC236}">
                <a16:creationId xmlns:a16="http://schemas.microsoft.com/office/drawing/2014/main" id="{228D689C-4D1B-4CB1-9163-C5E2A306F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10C8DB99-64B0-4EC2-B360-42244AD7071A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41670" name="Footer Placeholder 2">
            <a:extLst>
              <a:ext uri="{FF2B5EF4-FFF2-40B4-BE49-F238E27FC236}">
                <a16:creationId xmlns:a16="http://schemas.microsoft.com/office/drawing/2014/main" id="{334497F9-974D-4762-814B-F62AC6AF2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5171151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90" name="Title 1">
            <a:extLst>
              <a:ext uri="{FF2B5EF4-FFF2-40B4-BE49-F238E27FC236}">
                <a16:creationId xmlns:a16="http://schemas.microsoft.com/office/drawing/2014/main" id="{F9299656-3C69-487F-97DA-6C519673B4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87313"/>
            <a:ext cx="7772400" cy="1143000"/>
          </a:xfrm>
        </p:spPr>
        <p:txBody>
          <a:bodyPr/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Hot Potato Routing</a:t>
            </a:r>
          </a:p>
        </p:txBody>
      </p:sp>
      <p:sp>
        <p:nvSpPr>
          <p:cNvPr id="40" name="Content Placeholder 39">
            <a:extLst>
              <a:ext uri="{FF2B5EF4-FFF2-40B4-BE49-F238E27FC236}">
                <a16:creationId xmlns:a16="http://schemas.microsoft.com/office/drawing/2014/main" id="{298F7C4D-E19A-4858-B0C8-DE30707C1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4746625"/>
            <a:ext cx="8229600" cy="827088"/>
          </a:xfrm>
        </p:spPr>
        <p:txBody>
          <a:bodyPr/>
          <a:lstStyle/>
          <a:p>
            <a:pPr>
              <a:buFont typeface="Wingdings" charset="2"/>
              <a:buChar char="§"/>
              <a:defRPr/>
            </a:pPr>
            <a:r>
              <a:rPr lang="en-US" sz="2400" dirty="0"/>
              <a:t>2d learns (via iBGP) it can route to X via 2a or 2c</a:t>
            </a:r>
          </a:p>
          <a:p>
            <a:pPr>
              <a:buFont typeface="Wingdings" charset="2"/>
              <a:buChar char="§"/>
              <a:defRPr/>
            </a:pPr>
            <a:r>
              <a:rPr lang="en-US" sz="2400" i="1" dirty="0">
                <a:solidFill>
                  <a:srgbClr val="FF0000"/>
                </a:solidFill>
              </a:rPr>
              <a:t>hot potato routing: </a:t>
            </a:r>
            <a:r>
              <a:rPr lang="en-US" sz="2400" dirty="0">
                <a:solidFill>
                  <a:srgbClr val="0070C0"/>
                </a:solidFill>
              </a:rPr>
              <a:t>choose local gateway that has least intra-domain cost</a:t>
            </a:r>
            <a:r>
              <a:rPr lang="en-US" sz="2400" dirty="0"/>
              <a:t> (e.g., 2d chooses 2a, even though more AS hops to </a:t>
            </a:r>
            <a:r>
              <a:rPr lang="en-US" sz="2400" i="1" dirty="0"/>
              <a:t>X</a:t>
            </a:r>
            <a:r>
              <a:rPr lang="en-US" sz="2400" dirty="0"/>
              <a:t>): </a:t>
            </a:r>
            <a:r>
              <a:rPr lang="en-US" sz="2400" dirty="0">
                <a:solidFill>
                  <a:srgbClr val="0070C0"/>
                </a:solidFill>
              </a:rPr>
              <a:t>don’t worry about inter-domain cost!</a:t>
            </a:r>
          </a:p>
        </p:txBody>
      </p:sp>
      <p:pic>
        <p:nvPicPr>
          <p:cNvPr id="242692" name="Picture 36" descr="underline_base">
            <a:extLst>
              <a:ext uri="{FF2B5EF4-FFF2-40B4-BE49-F238E27FC236}">
                <a16:creationId xmlns:a16="http://schemas.microsoft.com/office/drawing/2014/main" id="{37577D8A-D814-422D-BB3D-459CB5020C78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925513"/>
            <a:ext cx="45720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42693" name="Group 120">
            <a:extLst>
              <a:ext uri="{FF2B5EF4-FFF2-40B4-BE49-F238E27FC236}">
                <a16:creationId xmlns:a16="http://schemas.microsoft.com/office/drawing/2014/main" id="{EC35305F-5380-49FC-8EA2-E3861DED9EDA}"/>
              </a:ext>
            </a:extLst>
          </p:cNvPr>
          <p:cNvGrpSpPr>
            <a:grpSpLocks/>
          </p:cNvGrpSpPr>
          <p:nvPr/>
        </p:nvGrpSpPr>
        <p:grpSpPr bwMode="auto">
          <a:xfrm>
            <a:off x="625475" y="1673225"/>
            <a:ext cx="2557463" cy="1719263"/>
            <a:chOff x="-2170772" y="2784954"/>
            <a:chExt cx="2712783" cy="1853712"/>
          </a:xfrm>
        </p:grpSpPr>
        <p:sp>
          <p:nvSpPr>
            <p:cNvPr id="242856" name="Freeform 2">
              <a:extLst>
                <a:ext uri="{FF2B5EF4-FFF2-40B4-BE49-F238E27FC236}">
                  <a16:creationId xmlns:a16="http://schemas.microsoft.com/office/drawing/2014/main" id="{7E3E7D44-2BC3-4C2A-A6FE-DD52A7F24A69}"/>
                </a:ext>
              </a:extLst>
            </p:cNvPr>
            <p:cNvSpPr>
              <a:spLocks/>
            </p:cNvSpPr>
            <p:nvPr/>
          </p:nvSpPr>
          <p:spPr bwMode="auto">
            <a:xfrm>
              <a:off x="-2170772" y="2784954"/>
              <a:ext cx="2712783" cy="1853712"/>
            </a:xfrm>
            <a:custGeom>
              <a:avLst/>
              <a:gdLst>
                <a:gd name="T0" fmla="*/ 2147483646 w 10000"/>
                <a:gd name="T1" fmla="*/ 2147483646 h 10795"/>
                <a:gd name="T2" fmla="*/ 2147483646 w 10000"/>
                <a:gd name="T3" fmla="*/ 2147483646 h 10795"/>
                <a:gd name="T4" fmla="*/ 2147483646 w 10000"/>
                <a:gd name="T5" fmla="*/ 2147483646 h 10795"/>
                <a:gd name="T6" fmla="*/ 2147483646 w 10000"/>
                <a:gd name="T7" fmla="*/ 2147483646 h 10795"/>
                <a:gd name="T8" fmla="*/ 2147483646 w 10000"/>
                <a:gd name="T9" fmla="*/ 2147483646 h 10795"/>
                <a:gd name="T10" fmla="*/ 2147483646 w 10000"/>
                <a:gd name="T11" fmla="*/ 2147483646 h 10795"/>
                <a:gd name="T12" fmla="*/ 2147483646 w 10000"/>
                <a:gd name="T13" fmla="*/ 2147483646 h 10795"/>
                <a:gd name="T14" fmla="*/ 2147483646 w 10000"/>
                <a:gd name="T15" fmla="*/ 2147483646 h 10795"/>
                <a:gd name="T16" fmla="*/ 2147483646 w 10000"/>
                <a:gd name="T17" fmla="*/ 2147483646 h 10795"/>
                <a:gd name="T18" fmla="*/ 2147483646 w 10000"/>
                <a:gd name="T19" fmla="*/ 2147483646 h 10795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000"/>
                <a:gd name="T31" fmla="*/ 0 h 10795"/>
                <a:gd name="T32" fmla="*/ 10000 w 10000"/>
                <a:gd name="T33" fmla="*/ 10795 h 10795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000" h="10795">
                  <a:moveTo>
                    <a:pt x="45" y="5036"/>
                  </a:moveTo>
                  <a:cubicBezTo>
                    <a:pt x="272" y="4277"/>
                    <a:pt x="1931" y="3650"/>
                    <a:pt x="2738" y="2811"/>
                  </a:cubicBezTo>
                  <a:cubicBezTo>
                    <a:pt x="3545" y="1972"/>
                    <a:pt x="3352" y="117"/>
                    <a:pt x="4886" y="4"/>
                  </a:cubicBezTo>
                  <a:cubicBezTo>
                    <a:pt x="6420" y="-109"/>
                    <a:pt x="7216" y="1912"/>
                    <a:pt x="8068" y="2813"/>
                  </a:cubicBezTo>
                  <a:cubicBezTo>
                    <a:pt x="8920" y="3715"/>
                    <a:pt x="9928" y="3420"/>
                    <a:pt x="9996" y="5413"/>
                  </a:cubicBezTo>
                  <a:cubicBezTo>
                    <a:pt x="10064" y="7406"/>
                    <a:pt x="9275" y="6409"/>
                    <a:pt x="8476" y="7306"/>
                  </a:cubicBezTo>
                  <a:cubicBezTo>
                    <a:pt x="7677" y="8203"/>
                    <a:pt x="7086" y="10770"/>
                    <a:pt x="5202" y="10795"/>
                  </a:cubicBezTo>
                  <a:cubicBezTo>
                    <a:pt x="3318" y="10820"/>
                    <a:pt x="3391" y="8255"/>
                    <a:pt x="2753" y="7683"/>
                  </a:cubicBezTo>
                  <a:cubicBezTo>
                    <a:pt x="2115" y="7111"/>
                    <a:pt x="2326" y="7496"/>
                    <a:pt x="1375" y="7365"/>
                  </a:cubicBezTo>
                  <a:cubicBezTo>
                    <a:pt x="493" y="6773"/>
                    <a:pt x="-182" y="5795"/>
                    <a:pt x="45" y="5036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242857" name="Group 122">
              <a:extLst>
                <a:ext uri="{FF2B5EF4-FFF2-40B4-BE49-F238E27FC236}">
                  <a16:creationId xmlns:a16="http://schemas.microsoft.com/office/drawing/2014/main" id="{C6BFB65E-8A17-4251-AF9C-C77B6C0C47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1935370" y="2935816"/>
              <a:ext cx="2333625" cy="1590649"/>
              <a:chOff x="833331" y="2873352"/>
              <a:chExt cx="2333625" cy="1590649"/>
            </a:xfrm>
          </p:grpSpPr>
          <p:grpSp>
            <p:nvGrpSpPr>
              <p:cNvPr id="242858" name="Group 123">
                <a:extLst>
                  <a:ext uri="{FF2B5EF4-FFF2-40B4-BE49-F238E27FC236}">
                    <a16:creationId xmlns:a16="http://schemas.microsoft.com/office/drawing/2014/main" id="{26469786-A6F8-45F0-BEA1-70F7DF0E2B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7335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42905" name="Group 327">
                  <a:extLst>
                    <a:ext uri="{FF2B5EF4-FFF2-40B4-BE49-F238E27FC236}">
                      <a16:creationId xmlns:a16="http://schemas.microsoft.com/office/drawing/2014/main" id="{BB150E56-28CD-4177-BDBC-2ED8F86270B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77" name="Oval 176">
                    <a:extLst>
                      <a:ext uri="{FF2B5EF4-FFF2-40B4-BE49-F238E27FC236}">
                        <a16:creationId xmlns:a16="http://schemas.microsoft.com/office/drawing/2014/main" id="{3C74B20C-4EFA-4D0F-9ED9-6CF1CEED0A4B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966" y="1694164"/>
                    <a:ext cx="1126293" cy="320721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8" name="Rectangle 177">
                    <a:extLst>
                      <a:ext uri="{FF2B5EF4-FFF2-40B4-BE49-F238E27FC236}">
                        <a16:creationId xmlns:a16="http://schemas.microsoft.com/office/drawing/2014/main" id="{644027C6-FE6E-4401-B8D7-A34BB4823BD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603" y="1740347"/>
                    <a:ext cx="1129657" cy="115460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093184B0-B950-49D8-ABA3-1FF8C0685BE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603" y="1576138"/>
                    <a:ext cx="1126296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0" name="Freeform 179">
                    <a:extLst>
                      <a:ext uri="{FF2B5EF4-FFF2-40B4-BE49-F238E27FC236}">
                        <a16:creationId xmlns:a16="http://schemas.microsoft.com/office/drawing/2014/main" id="{EFECE5C0-CCB4-4D5A-AB00-68A5A7DF9F4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741" y="1673637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1" name="Freeform 180">
                    <a:extLst>
                      <a:ext uri="{FF2B5EF4-FFF2-40B4-BE49-F238E27FC236}">
                        <a16:creationId xmlns:a16="http://schemas.microsoft.com/office/drawing/2014/main" id="{E051C28F-0B7A-4EA5-AF7E-BE8F740CE82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587" y="1632585"/>
                    <a:ext cx="662327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2" name="Freeform 181">
                    <a:extLst>
                      <a:ext uri="{FF2B5EF4-FFF2-40B4-BE49-F238E27FC236}">
                        <a16:creationId xmlns:a16="http://schemas.microsoft.com/office/drawing/2014/main" id="{5FF8C46B-C205-47FD-946B-BC2FCEC8D67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294" y="1727519"/>
                    <a:ext cx="245432" cy="100064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83" name="Freeform 182">
                    <a:extLst>
                      <a:ext uri="{FF2B5EF4-FFF2-40B4-BE49-F238E27FC236}">
                        <a16:creationId xmlns:a16="http://schemas.microsoft.com/office/drawing/2014/main" id="{E4904BB1-337D-40AD-802A-E9EADA49F50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139" y="1730084"/>
                    <a:ext cx="242069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84" name="Straight Connector 183">
                    <a:extLst>
                      <a:ext uri="{FF2B5EF4-FFF2-40B4-BE49-F238E27FC236}">
                        <a16:creationId xmlns:a16="http://schemas.microsoft.com/office/drawing/2014/main" id="{E4D652D6-4158-4B84-8C99-C1CE703A5659}"/>
                      </a:ext>
                    </a:extLst>
                  </p:cNvPr>
                  <p:cNvCxnSpPr>
                    <a:endCxn id="179" idx="2"/>
                  </p:cNvCxnSpPr>
                  <p:nvPr/>
                </p:nvCxnSpPr>
                <p:spPr bwMode="auto">
                  <a:xfrm flipH="1" flipV="1">
                    <a:off x="1871603" y="1735216"/>
                    <a:ext cx="3363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5" name="Straight Connector 184">
                    <a:extLst>
                      <a:ext uri="{FF2B5EF4-FFF2-40B4-BE49-F238E27FC236}">
                        <a16:creationId xmlns:a16="http://schemas.microsoft.com/office/drawing/2014/main" id="{46CD46EF-E410-481E-9F47-EE6A29E9D921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899" y="1732651"/>
                    <a:ext cx="3361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906" name="Group 173">
                  <a:extLst>
                    <a:ext uri="{FF2B5EF4-FFF2-40B4-BE49-F238E27FC236}">
                      <a16:creationId xmlns:a16="http://schemas.microsoft.com/office/drawing/2014/main" id="{675BA9E1-229C-4A79-9240-D61C3FB3262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175" name="Oval 174">
                    <a:extLst>
                      <a:ext uri="{FF2B5EF4-FFF2-40B4-BE49-F238E27FC236}">
                        <a16:creationId xmlns:a16="http://schemas.microsoft.com/office/drawing/2014/main" id="{B74BF4A0-BD5A-431B-938C-2CD1B0F902A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552" y="1787141"/>
                    <a:ext cx="377196" cy="23278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908" name="TextBox 175">
                    <a:extLst>
                      <a:ext uri="{FF2B5EF4-FFF2-40B4-BE49-F238E27FC236}">
                        <a16:creationId xmlns:a16="http://schemas.microsoft.com/office/drawing/2014/main" id="{D7215AE5-FF7A-4E5D-BCB6-E31BDC1B5A8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1b</a:t>
                    </a:r>
                  </a:p>
                </p:txBody>
              </p:sp>
            </p:grpSp>
          </p:grpSp>
          <p:grpSp>
            <p:nvGrpSpPr>
              <p:cNvPr id="242859" name="Group 124">
                <a:extLst>
                  <a:ext uri="{FF2B5EF4-FFF2-40B4-BE49-F238E27FC236}">
                    <a16:creationId xmlns:a16="http://schemas.microsoft.com/office/drawing/2014/main" id="{C26D1DC8-D466-4581-8015-DE00A2F852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40320" y="409466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42892" name="Group 327">
                  <a:extLst>
                    <a:ext uri="{FF2B5EF4-FFF2-40B4-BE49-F238E27FC236}">
                      <a16:creationId xmlns:a16="http://schemas.microsoft.com/office/drawing/2014/main" id="{CDD69A40-6CE8-4161-AA18-4C55FAC7C1D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F9041B40-C864-4BAA-BC7F-4A324D31D515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6950" y="1662005"/>
                    <a:ext cx="1082588" cy="35150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5" name="Rectangle 164">
                    <a:extLst>
                      <a:ext uri="{FF2B5EF4-FFF2-40B4-BE49-F238E27FC236}">
                        <a16:creationId xmlns:a16="http://schemas.microsoft.com/office/drawing/2014/main" id="{C8ECB462-F4B8-4FAF-A21D-B29C009A16C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913589" y="1738978"/>
                    <a:ext cx="1085949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6" name="Oval 165">
                    <a:extLst>
                      <a:ext uri="{FF2B5EF4-FFF2-40B4-BE49-F238E27FC236}">
                        <a16:creationId xmlns:a16="http://schemas.microsoft.com/office/drawing/2014/main" id="{B0844D68-2B9C-4AFE-A97B-DFD2082B7382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913589" y="1543980"/>
                    <a:ext cx="1082588" cy="351509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7" name="Freeform 166">
                    <a:extLst>
                      <a:ext uri="{FF2B5EF4-FFF2-40B4-BE49-F238E27FC236}">
                        <a16:creationId xmlns:a16="http://schemas.microsoft.com/office/drawing/2014/main" id="{88AC22C2-7D6E-47DC-87AD-C6976A7DC41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2383" y="1641479"/>
                    <a:ext cx="544656" cy="18986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8" name="Freeform 167">
                    <a:extLst>
                      <a:ext uri="{FF2B5EF4-FFF2-40B4-BE49-F238E27FC236}">
                        <a16:creationId xmlns:a16="http://schemas.microsoft.com/office/drawing/2014/main" id="{877D8F90-BFB7-4646-BE9D-791FCE0878A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5226" y="1600427"/>
                    <a:ext cx="658966" cy="143683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69" name="Freeform 168">
                    <a:extLst>
                      <a:ext uri="{FF2B5EF4-FFF2-40B4-BE49-F238E27FC236}">
                        <a16:creationId xmlns:a16="http://schemas.microsoft.com/office/drawing/2014/main" id="{AE08C661-27AB-474C-B245-5D1B20FB2A7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8935" y="1726149"/>
                    <a:ext cx="242069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0" name="Freeform 169">
                    <a:extLst>
                      <a:ext uri="{FF2B5EF4-FFF2-40B4-BE49-F238E27FC236}">
                        <a16:creationId xmlns:a16="http://schemas.microsoft.com/office/drawing/2014/main" id="{6F7AE344-23F1-4767-A4E1-BF8E35CE0E6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1778" y="1728715"/>
                    <a:ext cx="238708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71" name="Straight Connector 170">
                    <a:extLst>
                      <a:ext uri="{FF2B5EF4-FFF2-40B4-BE49-F238E27FC236}">
                        <a16:creationId xmlns:a16="http://schemas.microsoft.com/office/drawing/2014/main" id="{BBA15C4C-ACDF-45B3-8CAF-D50D06C0AE40}"/>
                      </a:ext>
                    </a:extLst>
                  </p:cNvPr>
                  <p:cNvCxnSpPr>
                    <a:endCxn id="166" idx="2"/>
                  </p:cNvCxnSpPr>
                  <p:nvPr/>
                </p:nvCxnSpPr>
                <p:spPr bwMode="auto">
                  <a:xfrm flipH="1" flipV="1">
                    <a:off x="1913589" y="1733847"/>
                    <a:ext cx="3361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Straight Connector 171">
                    <a:extLst>
                      <a:ext uri="{FF2B5EF4-FFF2-40B4-BE49-F238E27FC236}">
                        <a16:creationId xmlns:a16="http://schemas.microsoft.com/office/drawing/2014/main" id="{CD29C0CE-38B6-45D9-BF70-8488D926830F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6177" y="1731280"/>
                    <a:ext cx="3361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893" name="Group 160">
                  <a:extLst>
                    <a:ext uri="{FF2B5EF4-FFF2-40B4-BE49-F238E27FC236}">
                      <a16:creationId xmlns:a16="http://schemas.microsoft.com/office/drawing/2014/main" id="{A7970C25-B5CC-47E2-BE82-98A3FF12788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162" name="Oval 161">
                    <a:extLst>
                      <a:ext uri="{FF2B5EF4-FFF2-40B4-BE49-F238E27FC236}">
                        <a16:creationId xmlns:a16="http://schemas.microsoft.com/office/drawing/2014/main" id="{BDBE321B-CB9C-4C47-ADDF-FF13312CB7C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6373" y="1765688"/>
                    <a:ext cx="355306" cy="25332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895" name="TextBox 162">
                    <a:extLst>
                      <a:ext uri="{FF2B5EF4-FFF2-40B4-BE49-F238E27FC236}">
                        <a16:creationId xmlns:a16="http://schemas.microsoft.com/office/drawing/2014/main" id="{5EDA5463-33C3-46D9-931C-A859EB046AC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1d</a:t>
                    </a:r>
                  </a:p>
                </p:txBody>
              </p:sp>
            </p:grpSp>
          </p:grpSp>
          <p:grpSp>
            <p:nvGrpSpPr>
              <p:cNvPr id="242860" name="Group 125">
                <a:extLst>
                  <a:ext uri="{FF2B5EF4-FFF2-40B4-BE49-F238E27FC236}">
                    <a16:creationId xmlns:a16="http://schemas.microsoft.com/office/drawing/2014/main" id="{11E977A6-0505-448A-85C1-E27140E645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1806" y="3485072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42879" name="Group 327">
                  <a:extLst>
                    <a:ext uri="{FF2B5EF4-FFF2-40B4-BE49-F238E27FC236}">
                      <a16:creationId xmlns:a16="http://schemas.microsoft.com/office/drawing/2014/main" id="{E9CE08E3-EA6A-43EF-A662-0E4DDA598A8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49" name="Oval 148">
                    <a:extLst>
                      <a:ext uri="{FF2B5EF4-FFF2-40B4-BE49-F238E27FC236}">
                        <a16:creationId xmlns:a16="http://schemas.microsoft.com/office/drawing/2014/main" id="{84136D74-B06F-49A1-9C93-532B8B8B937D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4598" y="1693171"/>
                    <a:ext cx="1126293" cy="320720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0" name="Rectangle 149">
                    <a:extLst>
                      <a:ext uri="{FF2B5EF4-FFF2-40B4-BE49-F238E27FC236}">
                        <a16:creationId xmlns:a16="http://schemas.microsoft.com/office/drawing/2014/main" id="{647C6F7F-F5CC-49BB-B991-4167226DBE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235" y="1739355"/>
                    <a:ext cx="1129657" cy="115459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1" name="Oval 150">
                    <a:extLst>
                      <a:ext uri="{FF2B5EF4-FFF2-40B4-BE49-F238E27FC236}">
                        <a16:creationId xmlns:a16="http://schemas.microsoft.com/office/drawing/2014/main" id="{964C2C13-56BC-4727-A467-545645B0906A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235" y="1575146"/>
                    <a:ext cx="1126296" cy="320720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2" name="Freeform 151">
                    <a:extLst>
                      <a:ext uri="{FF2B5EF4-FFF2-40B4-BE49-F238E27FC236}">
                        <a16:creationId xmlns:a16="http://schemas.microsoft.com/office/drawing/2014/main" id="{5BD79C42-DD0C-4476-BA40-70BA45AF007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0373" y="1672645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3" name="Freeform 152">
                    <a:extLst>
                      <a:ext uri="{FF2B5EF4-FFF2-40B4-BE49-F238E27FC236}">
                        <a16:creationId xmlns:a16="http://schemas.microsoft.com/office/drawing/2014/main" id="{038EE2B4-F66C-4D15-B2EB-49C1C56385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219" y="1631593"/>
                    <a:ext cx="662327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4" name="Freeform 153">
                    <a:extLst>
                      <a:ext uri="{FF2B5EF4-FFF2-40B4-BE49-F238E27FC236}">
                        <a16:creationId xmlns:a16="http://schemas.microsoft.com/office/drawing/2014/main" id="{F0C2BE00-968B-4EB9-8C40-3801F78EB51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6925" y="1726525"/>
                    <a:ext cx="245432" cy="100066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57" name="Freeform 156">
                    <a:extLst>
                      <a:ext uri="{FF2B5EF4-FFF2-40B4-BE49-F238E27FC236}">
                        <a16:creationId xmlns:a16="http://schemas.microsoft.com/office/drawing/2014/main" id="{3DF23209-62F3-423E-BFE4-51F8A9D0F6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89770" y="1729092"/>
                    <a:ext cx="242069" cy="97499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69B28918-660C-458D-9977-D9C4EC438F72}"/>
                      </a:ext>
                    </a:extLst>
                  </p:cNvPr>
                  <p:cNvCxnSpPr>
                    <a:endCxn id="151" idx="2"/>
                  </p:cNvCxnSpPr>
                  <p:nvPr/>
                </p:nvCxnSpPr>
                <p:spPr bwMode="auto">
                  <a:xfrm flipH="1" flipV="1">
                    <a:off x="1871235" y="1734223"/>
                    <a:ext cx="3363" cy="125722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C19F1F47-E03F-4658-9135-E7AB3AB2CA8A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2997530" y="1731657"/>
                    <a:ext cx="3361" cy="125723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880" name="Group 145">
                  <a:extLst>
                    <a:ext uri="{FF2B5EF4-FFF2-40B4-BE49-F238E27FC236}">
                      <a16:creationId xmlns:a16="http://schemas.microsoft.com/office/drawing/2014/main" id="{E373222A-658E-4D6D-9AD4-15B13432CC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28460" cy="369332"/>
                  <a:chOff x="667045" y="1708643"/>
                  <a:chExt cx="428460" cy="369332"/>
                </a:xfrm>
              </p:grpSpPr>
              <p:sp>
                <p:nvSpPr>
                  <p:cNvPr id="147" name="Oval 146">
                    <a:extLst>
                      <a:ext uri="{FF2B5EF4-FFF2-40B4-BE49-F238E27FC236}">
                        <a16:creationId xmlns:a16="http://schemas.microsoft.com/office/drawing/2014/main" id="{FCEF4936-F74F-4DD3-B099-3C156A3B752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367" y="1786479"/>
                    <a:ext cx="356989" cy="232783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882" name="TextBox 147">
                    <a:extLst>
                      <a:ext uri="{FF2B5EF4-FFF2-40B4-BE49-F238E27FC236}">
                        <a16:creationId xmlns:a16="http://schemas.microsoft.com/office/drawing/2014/main" id="{7170F278-225B-4EC5-B16A-5EE30FDFEB2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2846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1c</a:t>
                    </a:r>
                  </a:p>
                </p:txBody>
              </p:sp>
            </p:grpSp>
          </p:grpSp>
          <p:grpSp>
            <p:nvGrpSpPr>
              <p:cNvPr id="242861" name="Group 126">
                <a:extLst>
                  <a:ext uri="{FF2B5EF4-FFF2-40B4-BE49-F238E27FC236}">
                    <a16:creationId xmlns:a16="http://schemas.microsoft.com/office/drawing/2014/main" id="{17A4CB16-EE6A-4B9F-B94A-9B05B46BEEE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3331" y="3478719"/>
                <a:ext cx="565150" cy="369332"/>
                <a:chOff x="1736090" y="2873352"/>
                <a:chExt cx="565150" cy="369332"/>
              </a:xfrm>
            </p:grpSpPr>
            <p:grpSp>
              <p:nvGrpSpPr>
                <p:cNvPr id="242866" name="Group 327">
                  <a:extLst>
                    <a:ext uri="{FF2B5EF4-FFF2-40B4-BE49-F238E27FC236}">
                      <a16:creationId xmlns:a16="http://schemas.microsoft.com/office/drawing/2014/main" id="{3E6F30BD-2F11-4DC4-8FC8-AE59A1A3842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36090" y="2893762"/>
                  <a:ext cx="565150" cy="292100"/>
                  <a:chOff x="1871277" y="1576300"/>
                  <a:chExt cx="1128371" cy="437861"/>
                </a:xfrm>
              </p:grpSpPr>
              <p:sp>
                <p:nvSpPr>
                  <p:cNvPr id="136" name="Oval 135">
                    <a:extLst>
                      <a:ext uri="{FF2B5EF4-FFF2-40B4-BE49-F238E27FC236}">
                        <a16:creationId xmlns:a16="http://schemas.microsoft.com/office/drawing/2014/main" id="{25A20FA1-B7F5-4D47-8773-D7D41A590569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5331" y="1692431"/>
                    <a:ext cx="1166638" cy="320720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0" scaled="1"/>
                    <a:tileRect/>
                  </a:gra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7" name="Rectangle 136">
                    <a:extLst>
                      <a:ext uri="{FF2B5EF4-FFF2-40B4-BE49-F238E27FC236}">
                        <a16:creationId xmlns:a16="http://schemas.microsoft.com/office/drawing/2014/main" id="{63B5950D-0262-4D4C-AA09-0A1A55089A6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871967" y="1741180"/>
                    <a:ext cx="1170001" cy="112894"/>
                  </a:xfrm>
                  <a:prstGeom prst="rect">
                    <a:avLst/>
                  </a:prstGeom>
                  <a:gradFill>
                    <a:gsLst>
                      <a:gs pos="0">
                        <a:schemeClr val="accent2">
                          <a:lumMod val="75000"/>
                        </a:schemeClr>
                      </a:gs>
                      <a:gs pos="53000">
                        <a:schemeClr val="accent2">
                          <a:lumMod val="60000"/>
                          <a:lumOff val="40000"/>
                        </a:schemeClr>
                      </a:gs>
                      <a:gs pos="100000">
                        <a:schemeClr val="accent2">
                          <a:lumMod val="75000"/>
                        </a:schemeClr>
                      </a:gs>
                    </a:gsLst>
                    <a:lin ang="10800000" scaled="0"/>
                  </a:gradFill>
                  <a:ln w="2540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8" name="Oval 137">
                    <a:extLst>
                      <a:ext uri="{FF2B5EF4-FFF2-40B4-BE49-F238E27FC236}">
                        <a16:creationId xmlns:a16="http://schemas.microsoft.com/office/drawing/2014/main" id="{B14230DD-571D-453A-B5BE-3A2052CC0CA6}"/>
                      </a:ext>
                    </a:extLst>
                  </p:cNvPr>
                  <p:cNvSpPr/>
                  <p:nvPr/>
                </p:nvSpPr>
                <p:spPr bwMode="auto">
                  <a:xfrm flipV="1">
                    <a:off x="1871967" y="1576971"/>
                    <a:ext cx="1166640" cy="320721"/>
                  </a:xfrm>
                  <a:prstGeom prst="ellipse">
                    <a:avLst/>
                  </a:prstGeom>
                  <a:solidFill>
                    <a:schemeClr val="bg1">
                      <a:lumMod val="75000"/>
                    </a:schemeClr>
                  </a:solidFill>
                  <a:ln w="6350" cmpd="sng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solidFill>
                          <a:srgbClr val="000000"/>
                        </a:solidFill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9" name="Freeform 138">
                    <a:extLst>
                      <a:ext uri="{FF2B5EF4-FFF2-40B4-BE49-F238E27FC236}">
                        <a16:creationId xmlns:a16="http://schemas.microsoft.com/office/drawing/2014/main" id="{02C1189D-7597-4498-A2EE-EC38592291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61106" y="1674470"/>
                    <a:ext cx="548019" cy="159077"/>
                  </a:xfrm>
                  <a:custGeom>
                    <a:avLst/>
                    <a:gdLst>
                      <a:gd name="connsiteX0" fmla="*/ 1486231 w 2944854"/>
                      <a:gd name="connsiteY0" fmla="*/ 727041 h 1302232"/>
                      <a:gd name="connsiteX1" fmla="*/ 257675 w 2944854"/>
                      <a:gd name="connsiteY1" fmla="*/ 1302232 h 1302232"/>
                      <a:gd name="connsiteX2" fmla="*/ 0 w 2944854"/>
                      <a:gd name="connsiteY2" fmla="*/ 1228607 h 1302232"/>
                      <a:gd name="connsiteX3" fmla="*/ 911064 w 2944854"/>
                      <a:gd name="connsiteY3" fmla="*/ 837478 h 1302232"/>
                      <a:gd name="connsiteX4" fmla="*/ 883456 w 2944854"/>
                      <a:gd name="connsiteY4" fmla="*/ 450949 h 1302232"/>
                      <a:gd name="connsiteX5" fmla="*/ 161047 w 2944854"/>
                      <a:gd name="connsiteY5" fmla="*/ 119640 h 1302232"/>
                      <a:gd name="connsiteX6" fmla="*/ 404917 w 2944854"/>
                      <a:gd name="connsiteY6" fmla="*/ 50617 h 1302232"/>
                      <a:gd name="connsiteX7" fmla="*/ 1477028 w 2944854"/>
                      <a:gd name="connsiteY7" fmla="*/ 501566 h 1302232"/>
                      <a:gd name="connsiteX8" fmla="*/ 2572146 w 2944854"/>
                      <a:gd name="connsiteY8" fmla="*/ 0 h 1302232"/>
                      <a:gd name="connsiteX9" fmla="*/ 2875834 w 2944854"/>
                      <a:gd name="connsiteY9" fmla="*/ 96632 h 1302232"/>
                      <a:gd name="connsiteX10" fmla="*/ 2079803 w 2944854"/>
                      <a:gd name="connsiteY10" fmla="*/ 432543 h 1302232"/>
                      <a:gd name="connsiteX11" fmla="*/ 2240850 w 2944854"/>
                      <a:gd name="connsiteY11" fmla="*/ 920305 h 1302232"/>
                      <a:gd name="connsiteX12" fmla="*/ 2944854 w 2944854"/>
                      <a:gd name="connsiteY12" fmla="*/ 1228607 h 1302232"/>
                      <a:gd name="connsiteX13" fmla="*/ 2733192 w 2944854"/>
                      <a:gd name="connsiteY13" fmla="*/ 1297630 h 1302232"/>
                      <a:gd name="connsiteX14" fmla="*/ 1486231 w 2944854"/>
                      <a:gd name="connsiteY14" fmla="*/ 727041 h 1302232"/>
                      <a:gd name="connsiteX0" fmla="*/ 1486231 w 2944854"/>
                      <a:gd name="connsiteY0" fmla="*/ 727041 h 1316375"/>
                      <a:gd name="connsiteX1" fmla="*/ 257675 w 2944854"/>
                      <a:gd name="connsiteY1" fmla="*/ 1302232 h 1316375"/>
                      <a:gd name="connsiteX2" fmla="*/ 0 w 2944854"/>
                      <a:gd name="connsiteY2" fmla="*/ 1228607 h 1316375"/>
                      <a:gd name="connsiteX3" fmla="*/ 911064 w 2944854"/>
                      <a:gd name="connsiteY3" fmla="*/ 837478 h 1316375"/>
                      <a:gd name="connsiteX4" fmla="*/ 883456 w 2944854"/>
                      <a:gd name="connsiteY4" fmla="*/ 450949 h 1316375"/>
                      <a:gd name="connsiteX5" fmla="*/ 161047 w 2944854"/>
                      <a:gd name="connsiteY5" fmla="*/ 119640 h 1316375"/>
                      <a:gd name="connsiteX6" fmla="*/ 404917 w 2944854"/>
                      <a:gd name="connsiteY6" fmla="*/ 50617 h 1316375"/>
                      <a:gd name="connsiteX7" fmla="*/ 1477028 w 2944854"/>
                      <a:gd name="connsiteY7" fmla="*/ 501566 h 1316375"/>
                      <a:gd name="connsiteX8" fmla="*/ 2572146 w 2944854"/>
                      <a:gd name="connsiteY8" fmla="*/ 0 h 1316375"/>
                      <a:gd name="connsiteX9" fmla="*/ 2875834 w 2944854"/>
                      <a:gd name="connsiteY9" fmla="*/ 96632 h 1316375"/>
                      <a:gd name="connsiteX10" fmla="*/ 2079803 w 2944854"/>
                      <a:gd name="connsiteY10" fmla="*/ 432543 h 1316375"/>
                      <a:gd name="connsiteX11" fmla="*/ 2240850 w 2944854"/>
                      <a:gd name="connsiteY11" fmla="*/ 920305 h 1316375"/>
                      <a:gd name="connsiteX12" fmla="*/ 2944854 w 2944854"/>
                      <a:gd name="connsiteY12" fmla="*/ 1228607 h 1316375"/>
                      <a:gd name="connsiteX13" fmla="*/ 2756623 w 2944854"/>
                      <a:gd name="connsiteY13" fmla="*/ 1316375 h 1316375"/>
                      <a:gd name="connsiteX14" fmla="*/ 1486231 w 2944854"/>
                      <a:gd name="connsiteY14" fmla="*/ 727041 h 1316375"/>
                      <a:gd name="connsiteX0" fmla="*/ 1486231 w 3024520"/>
                      <a:gd name="connsiteY0" fmla="*/ 727041 h 1316375"/>
                      <a:gd name="connsiteX1" fmla="*/ 257675 w 3024520"/>
                      <a:gd name="connsiteY1" fmla="*/ 1302232 h 1316375"/>
                      <a:gd name="connsiteX2" fmla="*/ 0 w 3024520"/>
                      <a:gd name="connsiteY2" fmla="*/ 1228607 h 1316375"/>
                      <a:gd name="connsiteX3" fmla="*/ 911064 w 3024520"/>
                      <a:gd name="connsiteY3" fmla="*/ 837478 h 1316375"/>
                      <a:gd name="connsiteX4" fmla="*/ 883456 w 3024520"/>
                      <a:gd name="connsiteY4" fmla="*/ 450949 h 1316375"/>
                      <a:gd name="connsiteX5" fmla="*/ 161047 w 3024520"/>
                      <a:gd name="connsiteY5" fmla="*/ 119640 h 1316375"/>
                      <a:gd name="connsiteX6" fmla="*/ 404917 w 3024520"/>
                      <a:gd name="connsiteY6" fmla="*/ 50617 h 1316375"/>
                      <a:gd name="connsiteX7" fmla="*/ 1477028 w 3024520"/>
                      <a:gd name="connsiteY7" fmla="*/ 501566 h 1316375"/>
                      <a:gd name="connsiteX8" fmla="*/ 2572146 w 3024520"/>
                      <a:gd name="connsiteY8" fmla="*/ 0 h 1316375"/>
                      <a:gd name="connsiteX9" fmla="*/ 2875834 w 3024520"/>
                      <a:gd name="connsiteY9" fmla="*/ 96632 h 1316375"/>
                      <a:gd name="connsiteX10" fmla="*/ 2079803 w 3024520"/>
                      <a:gd name="connsiteY10" fmla="*/ 432543 h 1316375"/>
                      <a:gd name="connsiteX11" fmla="*/ 2240850 w 3024520"/>
                      <a:gd name="connsiteY11" fmla="*/ 920305 h 1316375"/>
                      <a:gd name="connsiteX12" fmla="*/ 3024520 w 3024520"/>
                      <a:gd name="connsiteY12" fmla="*/ 1228607 h 1316375"/>
                      <a:gd name="connsiteX13" fmla="*/ 2756623 w 3024520"/>
                      <a:gd name="connsiteY13" fmla="*/ 1316375 h 1316375"/>
                      <a:gd name="connsiteX14" fmla="*/ 1486231 w 3024520"/>
                      <a:gd name="connsiteY14" fmla="*/ 727041 h 1316375"/>
                      <a:gd name="connsiteX0" fmla="*/ 1537780 w 3076069"/>
                      <a:gd name="connsiteY0" fmla="*/ 727041 h 1316375"/>
                      <a:gd name="connsiteX1" fmla="*/ 309224 w 3076069"/>
                      <a:gd name="connsiteY1" fmla="*/ 1302232 h 1316375"/>
                      <a:gd name="connsiteX2" fmla="*/ 0 w 3076069"/>
                      <a:gd name="connsiteY2" fmla="*/ 1228607 h 1316375"/>
                      <a:gd name="connsiteX3" fmla="*/ 962613 w 3076069"/>
                      <a:gd name="connsiteY3" fmla="*/ 837478 h 1316375"/>
                      <a:gd name="connsiteX4" fmla="*/ 935005 w 3076069"/>
                      <a:gd name="connsiteY4" fmla="*/ 450949 h 1316375"/>
                      <a:gd name="connsiteX5" fmla="*/ 212596 w 3076069"/>
                      <a:gd name="connsiteY5" fmla="*/ 119640 h 1316375"/>
                      <a:gd name="connsiteX6" fmla="*/ 456466 w 3076069"/>
                      <a:gd name="connsiteY6" fmla="*/ 50617 h 1316375"/>
                      <a:gd name="connsiteX7" fmla="*/ 1528577 w 3076069"/>
                      <a:gd name="connsiteY7" fmla="*/ 501566 h 1316375"/>
                      <a:gd name="connsiteX8" fmla="*/ 2623695 w 3076069"/>
                      <a:gd name="connsiteY8" fmla="*/ 0 h 1316375"/>
                      <a:gd name="connsiteX9" fmla="*/ 2927383 w 3076069"/>
                      <a:gd name="connsiteY9" fmla="*/ 96632 h 1316375"/>
                      <a:gd name="connsiteX10" fmla="*/ 2131352 w 3076069"/>
                      <a:gd name="connsiteY10" fmla="*/ 432543 h 1316375"/>
                      <a:gd name="connsiteX11" fmla="*/ 2292399 w 3076069"/>
                      <a:gd name="connsiteY11" fmla="*/ 920305 h 1316375"/>
                      <a:gd name="connsiteX12" fmla="*/ 3076069 w 3076069"/>
                      <a:gd name="connsiteY12" fmla="*/ 1228607 h 1316375"/>
                      <a:gd name="connsiteX13" fmla="*/ 2808172 w 3076069"/>
                      <a:gd name="connsiteY13" fmla="*/ 1316375 h 1316375"/>
                      <a:gd name="connsiteX14" fmla="*/ 1537780 w 3076069"/>
                      <a:gd name="connsiteY14" fmla="*/ 727041 h 1316375"/>
                      <a:gd name="connsiteX0" fmla="*/ 1537780 w 3076069"/>
                      <a:gd name="connsiteY0" fmla="*/ 727041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27041 h 1321259"/>
                      <a:gd name="connsiteX0" fmla="*/ 1537780 w 3076069"/>
                      <a:gd name="connsiteY0" fmla="*/ 750825 h 1321259"/>
                      <a:gd name="connsiteX1" fmla="*/ 313981 w 3076069"/>
                      <a:gd name="connsiteY1" fmla="*/ 1321259 h 1321259"/>
                      <a:gd name="connsiteX2" fmla="*/ 0 w 3076069"/>
                      <a:gd name="connsiteY2" fmla="*/ 1228607 h 1321259"/>
                      <a:gd name="connsiteX3" fmla="*/ 962613 w 3076069"/>
                      <a:gd name="connsiteY3" fmla="*/ 837478 h 1321259"/>
                      <a:gd name="connsiteX4" fmla="*/ 935005 w 3076069"/>
                      <a:gd name="connsiteY4" fmla="*/ 450949 h 1321259"/>
                      <a:gd name="connsiteX5" fmla="*/ 212596 w 3076069"/>
                      <a:gd name="connsiteY5" fmla="*/ 119640 h 1321259"/>
                      <a:gd name="connsiteX6" fmla="*/ 456466 w 3076069"/>
                      <a:gd name="connsiteY6" fmla="*/ 50617 h 1321259"/>
                      <a:gd name="connsiteX7" fmla="*/ 1528577 w 3076069"/>
                      <a:gd name="connsiteY7" fmla="*/ 501566 h 1321259"/>
                      <a:gd name="connsiteX8" fmla="*/ 2623695 w 3076069"/>
                      <a:gd name="connsiteY8" fmla="*/ 0 h 1321259"/>
                      <a:gd name="connsiteX9" fmla="*/ 2927383 w 3076069"/>
                      <a:gd name="connsiteY9" fmla="*/ 96632 h 1321259"/>
                      <a:gd name="connsiteX10" fmla="*/ 2131352 w 3076069"/>
                      <a:gd name="connsiteY10" fmla="*/ 432543 h 1321259"/>
                      <a:gd name="connsiteX11" fmla="*/ 2292399 w 3076069"/>
                      <a:gd name="connsiteY11" fmla="*/ 920305 h 1321259"/>
                      <a:gd name="connsiteX12" fmla="*/ 3076069 w 3076069"/>
                      <a:gd name="connsiteY12" fmla="*/ 1228607 h 1321259"/>
                      <a:gd name="connsiteX13" fmla="*/ 2808172 w 3076069"/>
                      <a:gd name="connsiteY13" fmla="*/ 1316375 h 1321259"/>
                      <a:gd name="connsiteX14" fmla="*/ 1537780 w 3076069"/>
                      <a:gd name="connsiteY14" fmla="*/ 750825 h 13212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076069" h="1321259">
                        <a:moveTo>
                          <a:pt x="1537780" y="750825"/>
                        </a:moveTo>
                        <a:lnTo>
                          <a:pt x="313981" y="1321259"/>
                        </a:lnTo>
                        <a:lnTo>
                          <a:pt x="0" y="1228607"/>
                        </a:lnTo>
                        <a:lnTo>
                          <a:pt x="962613" y="837478"/>
                        </a:lnTo>
                        <a:lnTo>
                          <a:pt x="935005" y="450949"/>
                        </a:lnTo>
                        <a:lnTo>
                          <a:pt x="212596" y="119640"/>
                        </a:lnTo>
                        <a:lnTo>
                          <a:pt x="456466" y="50617"/>
                        </a:lnTo>
                        <a:lnTo>
                          <a:pt x="1528577" y="501566"/>
                        </a:lnTo>
                        <a:lnTo>
                          <a:pt x="2623695" y="0"/>
                        </a:lnTo>
                        <a:lnTo>
                          <a:pt x="2927383" y="96632"/>
                        </a:lnTo>
                        <a:lnTo>
                          <a:pt x="2131352" y="432543"/>
                        </a:lnTo>
                        <a:lnTo>
                          <a:pt x="2292399" y="920305"/>
                        </a:lnTo>
                        <a:lnTo>
                          <a:pt x="3076069" y="1228607"/>
                        </a:lnTo>
                        <a:lnTo>
                          <a:pt x="2808172" y="1316375"/>
                        </a:lnTo>
                        <a:lnTo>
                          <a:pt x="1537780" y="750825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60000"/>
                      <a:lumOff val="40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0" name="Freeform 139">
                    <a:extLst>
                      <a:ext uri="{FF2B5EF4-FFF2-40B4-BE49-F238E27FC236}">
                        <a16:creationId xmlns:a16="http://schemas.microsoft.com/office/drawing/2014/main" id="{56378AC1-5496-4D2D-A598-78563919020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103952" y="1633418"/>
                    <a:ext cx="702672" cy="112894"/>
                  </a:xfrm>
                  <a:custGeom>
                    <a:avLst/>
                    <a:gdLst>
                      <a:gd name="connsiteX0" fmla="*/ 0 w 3645229"/>
                      <a:gd name="connsiteY0" fmla="*/ 214441 h 923747"/>
                      <a:gd name="connsiteX1" fmla="*/ 659770 w 3645229"/>
                      <a:gd name="connsiteY1" fmla="*/ 16495 h 923747"/>
                      <a:gd name="connsiteX2" fmla="*/ 1814367 w 3645229"/>
                      <a:gd name="connsiteY2" fmla="*/ 511360 h 923747"/>
                      <a:gd name="connsiteX3" fmla="*/ 2968965 w 3645229"/>
                      <a:gd name="connsiteY3" fmla="*/ 0 h 923747"/>
                      <a:gd name="connsiteX4" fmla="*/ 3645229 w 3645229"/>
                      <a:gd name="connsiteY4" fmla="*/ 197946 h 923747"/>
                      <a:gd name="connsiteX5" fmla="*/ 3199884 w 3645229"/>
                      <a:gd name="connsiteY5" fmla="*/ 461874 h 923747"/>
                      <a:gd name="connsiteX6" fmla="*/ 2985459 w 3645229"/>
                      <a:gd name="connsiteY6" fmla="*/ 379396 h 923747"/>
                      <a:gd name="connsiteX7" fmla="*/ 1830861 w 3645229"/>
                      <a:gd name="connsiteY7" fmla="*/ 923747 h 923747"/>
                      <a:gd name="connsiteX8" fmla="*/ 676264 w 3645229"/>
                      <a:gd name="connsiteY8" fmla="*/ 412387 h 923747"/>
                      <a:gd name="connsiteX9" fmla="*/ 527816 w 3645229"/>
                      <a:gd name="connsiteY9" fmla="*/ 478369 h 923747"/>
                      <a:gd name="connsiteX10" fmla="*/ 0 w 3645229"/>
                      <a:gd name="connsiteY10" fmla="*/ 21444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78369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71662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23747"/>
                      <a:gd name="connsiteX1" fmla="*/ 655168 w 3640627"/>
                      <a:gd name="connsiteY1" fmla="*/ 16495 h 923747"/>
                      <a:gd name="connsiteX2" fmla="*/ 1809765 w 3640627"/>
                      <a:gd name="connsiteY2" fmla="*/ 511360 h 923747"/>
                      <a:gd name="connsiteX3" fmla="*/ 2964363 w 3640627"/>
                      <a:gd name="connsiteY3" fmla="*/ 0 h 923747"/>
                      <a:gd name="connsiteX4" fmla="*/ 3640627 w 3640627"/>
                      <a:gd name="connsiteY4" fmla="*/ 197946 h 923747"/>
                      <a:gd name="connsiteX5" fmla="*/ 3195282 w 3640627"/>
                      <a:gd name="connsiteY5" fmla="*/ 461874 h 923747"/>
                      <a:gd name="connsiteX6" fmla="*/ 2980857 w 3640627"/>
                      <a:gd name="connsiteY6" fmla="*/ 379396 h 923747"/>
                      <a:gd name="connsiteX7" fmla="*/ 1826259 w 3640627"/>
                      <a:gd name="connsiteY7" fmla="*/ 923747 h 923747"/>
                      <a:gd name="connsiteX8" fmla="*/ 690067 w 3640627"/>
                      <a:gd name="connsiteY8" fmla="*/ 412387 h 923747"/>
                      <a:gd name="connsiteX9" fmla="*/ 523214 w 3640627"/>
                      <a:gd name="connsiteY9" fmla="*/ 482971 h 923747"/>
                      <a:gd name="connsiteX10" fmla="*/ 0 w 3640627"/>
                      <a:gd name="connsiteY10" fmla="*/ 242051 h 923747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09765 w 3640627"/>
                      <a:gd name="connsiteY2" fmla="*/ 511360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2980857 w 3640627"/>
                      <a:gd name="connsiteY6" fmla="*/ 379396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640627"/>
                      <a:gd name="connsiteY0" fmla="*/ 242051 h 946755"/>
                      <a:gd name="connsiteX1" fmla="*/ 655168 w 3640627"/>
                      <a:gd name="connsiteY1" fmla="*/ 16495 h 946755"/>
                      <a:gd name="connsiteX2" fmla="*/ 1855778 w 3640627"/>
                      <a:gd name="connsiteY2" fmla="*/ 534367 h 946755"/>
                      <a:gd name="connsiteX3" fmla="*/ 2964363 w 3640627"/>
                      <a:gd name="connsiteY3" fmla="*/ 0 h 946755"/>
                      <a:gd name="connsiteX4" fmla="*/ 3640627 w 3640627"/>
                      <a:gd name="connsiteY4" fmla="*/ 197946 h 946755"/>
                      <a:gd name="connsiteX5" fmla="*/ 3195282 w 3640627"/>
                      <a:gd name="connsiteY5" fmla="*/ 461874 h 946755"/>
                      <a:gd name="connsiteX6" fmla="*/ 3008465 w 3640627"/>
                      <a:gd name="connsiteY6" fmla="*/ 402404 h 946755"/>
                      <a:gd name="connsiteX7" fmla="*/ 1876873 w 3640627"/>
                      <a:gd name="connsiteY7" fmla="*/ 946755 h 946755"/>
                      <a:gd name="connsiteX8" fmla="*/ 690067 w 3640627"/>
                      <a:gd name="connsiteY8" fmla="*/ 412387 h 946755"/>
                      <a:gd name="connsiteX9" fmla="*/ 523214 w 3640627"/>
                      <a:gd name="connsiteY9" fmla="*/ 482971 h 946755"/>
                      <a:gd name="connsiteX10" fmla="*/ 0 w 3640627"/>
                      <a:gd name="connsiteY10" fmla="*/ 242051 h 946755"/>
                      <a:gd name="connsiteX0" fmla="*/ 0 w 3723451"/>
                      <a:gd name="connsiteY0" fmla="*/ 242051 h 946755"/>
                      <a:gd name="connsiteX1" fmla="*/ 655168 w 3723451"/>
                      <a:gd name="connsiteY1" fmla="*/ 16495 h 946755"/>
                      <a:gd name="connsiteX2" fmla="*/ 1855778 w 3723451"/>
                      <a:gd name="connsiteY2" fmla="*/ 534367 h 946755"/>
                      <a:gd name="connsiteX3" fmla="*/ 2964363 w 3723451"/>
                      <a:gd name="connsiteY3" fmla="*/ 0 h 946755"/>
                      <a:gd name="connsiteX4" fmla="*/ 3723451 w 3723451"/>
                      <a:gd name="connsiteY4" fmla="*/ 220954 h 946755"/>
                      <a:gd name="connsiteX5" fmla="*/ 3195282 w 3723451"/>
                      <a:gd name="connsiteY5" fmla="*/ 461874 h 946755"/>
                      <a:gd name="connsiteX6" fmla="*/ 3008465 w 3723451"/>
                      <a:gd name="connsiteY6" fmla="*/ 402404 h 946755"/>
                      <a:gd name="connsiteX7" fmla="*/ 1876873 w 3723451"/>
                      <a:gd name="connsiteY7" fmla="*/ 946755 h 946755"/>
                      <a:gd name="connsiteX8" fmla="*/ 690067 w 3723451"/>
                      <a:gd name="connsiteY8" fmla="*/ 412387 h 946755"/>
                      <a:gd name="connsiteX9" fmla="*/ 523214 w 3723451"/>
                      <a:gd name="connsiteY9" fmla="*/ 482971 h 946755"/>
                      <a:gd name="connsiteX10" fmla="*/ 0 w 3723451"/>
                      <a:gd name="connsiteY10" fmla="*/ 242051 h 946755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08465 w 3723451"/>
                      <a:gd name="connsiteY6" fmla="*/ 388599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95282 w 3723451"/>
                      <a:gd name="connsiteY5" fmla="*/ 448069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690067 w 3723451"/>
                      <a:gd name="connsiteY8" fmla="*/ 398582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  <a:gd name="connsiteX0" fmla="*/ 0 w 3723451"/>
                      <a:gd name="connsiteY0" fmla="*/ 228246 h 932950"/>
                      <a:gd name="connsiteX1" fmla="*/ 655168 w 3723451"/>
                      <a:gd name="connsiteY1" fmla="*/ 2690 h 932950"/>
                      <a:gd name="connsiteX2" fmla="*/ 1855778 w 3723451"/>
                      <a:gd name="connsiteY2" fmla="*/ 520562 h 932950"/>
                      <a:gd name="connsiteX3" fmla="*/ 3001174 w 3723451"/>
                      <a:gd name="connsiteY3" fmla="*/ 0 h 932950"/>
                      <a:gd name="connsiteX4" fmla="*/ 3723451 w 3723451"/>
                      <a:gd name="connsiteY4" fmla="*/ 207149 h 932950"/>
                      <a:gd name="connsiteX5" fmla="*/ 3186079 w 3723451"/>
                      <a:gd name="connsiteY5" fmla="*/ 461874 h 932950"/>
                      <a:gd name="connsiteX6" fmla="*/ 3013067 w 3723451"/>
                      <a:gd name="connsiteY6" fmla="*/ 393200 h 932950"/>
                      <a:gd name="connsiteX7" fmla="*/ 1876873 w 3723451"/>
                      <a:gd name="connsiteY7" fmla="*/ 932950 h 932950"/>
                      <a:gd name="connsiteX8" fmla="*/ 711613 w 3723451"/>
                      <a:gd name="connsiteY8" fmla="*/ 413055 h 932950"/>
                      <a:gd name="connsiteX9" fmla="*/ 523214 w 3723451"/>
                      <a:gd name="connsiteY9" fmla="*/ 469166 h 932950"/>
                      <a:gd name="connsiteX10" fmla="*/ 0 w 3723451"/>
                      <a:gd name="connsiteY10" fmla="*/ 228246 h 932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723451" h="932950">
                        <a:moveTo>
                          <a:pt x="0" y="228246"/>
                        </a:moveTo>
                        <a:lnTo>
                          <a:pt x="655168" y="2690"/>
                        </a:lnTo>
                        <a:lnTo>
                          <a:pt x="1855778" y="520562"/>
                        </a:lnTo>
                        <a:lnTo>
                          <a:pt x="3001174" y="0"/>
                        </a:lnTo>
                        <a:lnTo>
                          <a:pt x="3723451" y="207149"/>
                        </a:lnTo>
                        <a:lnTo>
                          <a:pt x="3186079" y="461874"/>
                        </a:lnTo>
                        <a:lnTo>
                          <a:pt x="3013067" y="393200"/>
                        </a:lnTo>
                        <a:lnTo>
                          <a:pt x="1876873" y="932950"/>
                        </a:lnTo>
                        <a:lnTo>
                          <a:pt x="711613" y="413055"/>
                        </a:lnTo>
                        <a:lnTo>
                          <a:pt x="523214" y="469166"/>
                        </a:lnTo>
                        <a:lnTo>
                          <a:pt x="0" y="228246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1" name="Freeform 140">
                    <a:extLst>
                      <a:ext uri="{FF2B5EF4-FFF2-40B4-BE49-F238E27FC236}">
                        <a16:creationId xmlns:a16="http://schemas.microsoft.com/office/drawing/2014/main" id="{E6C79440-A459-4AE1-81BA-219E09AC0DF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537658" y="1728352"/>
                    <a:ext cx="285777" cy="97499"/>
                  </a:xfrm>
                  <a:custGeom>
                    <a:avLst/>
                    <a:gdLst>
                      <a:gd name="connsiteX0" fmla="*/ 55216 w 1421812"/>
                      <a:gd name="connsiteY0" fmla="*/ 0 h 800665"/>
                      <a:gd name="connsiteX1" fmla="*/ 1421812 w 1421812"/>
                      <a:gd name="connsiteY1" fmla="*/ 625807 h 800665"/>
                      <a:gd name="connsiteX2" fmla="*/ 947874 w 1421812"/>
                      <a:gd name="connsiteY2" fmla="*/ 800665 h 800665"/>
                      <a:gd name="connsiteX3" fmla="*/ 50614 w 1421812"/>
                      <a:gd name="connsiteY3" fmla="*/ 404934 h 800665"/>
                      <a:gd name="connsiteX4" fmla="*/ 0 w 1421812"/>
                      <a:gd name="connsiteY4" fmla="*/ 404934 h 800665"/>
                      <a:gd name="connsiteX5" fmla="*/ 55216 w 1421812"/>
                      <a:gd name="connsiteY5" fmla="*/ 0 h 800665"/>
                      <a:gd name="connsiteX0" fmla="*/ 4602 w 1371198"/>
                      <a:gd name="connsiteY0" fmla="*/ 0 h 800665"/>
                      <a:gd name="connsiteX1" fmla="*/ 1371198 w 1371198"/>
                      <a:gd name="connsiteY1" fmla="*/ 625807 h 800665"/>
                      <a:gd name="connsiteX2" fmla="*/ 897260 w 1371198"/>
                      <a:gd name="connsiteY2" fmla="*/ 800665 h 800665"/>
                      <a:gd name="connsiteX3" fmla="*/ 0 w 1371198"/>
                      <a:gd name="connsiteY3" fmla="*/ 404934 h 800665"/>
                      <a:gd name="connsiteX4" fmla="*/ 4602 w 1371198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0665"/>
                      <a:gd name="connsiteX1" fmla="*/ 1366596 w 1366596"/>
                      <a:gd name="connsiteY1" fmla="*/ 625807 h 800665"/>
                      <a:gd name="connsiteX2" fmla="*/ 892658 w 1366596"/>
                      <a:gd name="connsiteY2" fmla="*/ 800665 h 800665"/>
                      <a:gd name="connsiteX3" fmla="*/ 4601 w 1366596"/>
                      <a:gd name="connsiteY3" fmla="*/ 427942 h 800665"/>
                      <a:gd name="connsiteX4" fmla="*/ 0 w 1366596"/>
                      <a:gd name="connsiteY4" fmla="*/ 0 h 800665"/>
                      <a:gd name="connsiteX0" fmla="*/ 0 w 1366596"/>
                      <a:gd name="connsiteY0" fmla="*/ 0 h 809868"/>
                      <a:gd name="connsiteX1" fmla="*/ 1366596 w 1366596"/>
                      <a:gd name="connsiteY1" fmla="*/ 625807 h 809868"/>
                      <a:gd name="connsiteX2" fmla="*/ 865050 w 1366596"/>
                      <a:gd name="connsiteY2" fmla="*/ 809868 h 809868"/>
                      <a:gd name="connsiteX3" fmla="*/ 4601 w 1366596"/>
                      <a:gd name="connsiteY3" fmla="*/ 427942 h 809868"/>
                      <a:gd name="connsiteX4" fmla="*/ 0 w 1366596"/>
                      <a:gd name="connsiteY4" fmla="*/ 0 h 80986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66596" h="809868">
                        <a:moveTo>
                          <a:pt x="0" y="0"/>
                        </a:moveTo>
                        <a:lnTo>
                          <a:pt x="1366596" y="625807"/>
                        </a:lnTo>
                        <a:lnTo>
                          <a:pt x="865050" y="809868"/>
                        </a:lnTo>
                        <a:lnTo>
                          <a:pt x="4601" y="427942"/>
                        </a:lnTo>
                        <a:cubicBezTo>
                          <a:pt x="-1535" y="105836"/>
                          <a:pt x="1534" y="142647"/>
                          <a:pt x="0" y="0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2" name="Freeform 141">
                    <a:extLst>
                      <a:ext uri="{FF2B5EF4-FFF2-40B4-BE49-F238E27FC236}">
                        <a16:creationId xmlns:a16="http://schemas.microsoft.com/office/drawing/2014/main" id="{949A5DBA-E9F9-4180-8017-671336B0B20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2090503" y="1730917"/>
                    <a:ext cx="242069" cy="94934"/>
                  </a:xfrm>
                  <a:custGeom>
                    <a:avLst/>
                    <a:gdLst>
                      <a:gd name="connsiteX0" fmla="*/ 1329786 w 1348191"/>
                      <a:gd name="connsiteY0" fmla="*/ 0 h 809869"/>
                      <a:gd name="connsiteX1" fmla="*/ 1348191 w 1348191"/>
                      <a:gd name="connsiteY1" fmla="*/ 400333 h 809869"/>
                      <a:gd name="connsiteX2" fmla="*/ 487742 w 1348191"/>
                      <a:gd name="connsiteY2" fmla="*/ 809869 h 809869"/>
                      <a:gd name="connsiteX3" fmla="*/ 0 w 1348191"/>
                      <a:gd name="connsiteY3" fmla="*/ 630409 h 809869"/>
                      <a:gd name="connsiteX4" fmla="*/ 1329786 w 1348191"/>
                      <a:gd name="connsiteY4" fmla="*/ 0 h 809869"/>
                      <a:gd name="connsiteX0" fmla="*/ 1329786 w 1348191"/>
                      <a:gd name="connsiteY0" fmla="*/ 0 h 791462"/>
                      <a:gd name="connsiteX1" fmla="*/ 1348191 w 1348191"/>
                      <a:gd name="connsiteY1" fmla="*/ 381926 h 791462"/>
                      <a:gd name="connsiteX2" fmla="*/ 487742 w 1348191"/>
                      <a:gd name="connsiteY2" fmla="*/ 791462 h 791462"/>
                      <a:gd name="connsiteX3" fmla="*/ 0 w 1348191"/>
                      <a:gd name="connsiteY3" fmla="*/ 612002 h 791462"/>
                      <a:gd name="connsiteX4" fmla="*/ 1329786 w 1348191"/>
                      <a:gd name="connsiteY4" fmla="*/ 0 h 7914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348191" h="791462">
                        <a:moveTo>
                          <a:pt x="1329786" y="0"/>
                        </a:moveTo>
                        <a:lnTo>
                          <a:pt x="1348191" y="381926"/>
                        </a:lnTo>
                        <a:lnTo>
                          <a:pt x="487742" y="791462"/>
                        </a:lnTo>
                        <a:lnTo>
                          <a:pt x="0" y="612002"/>
                        </a:lnTo>
                        <a:lnTo>
                          <a:pt x="1329786" y="0"/>
                        </a:lnTo>
                        <a:close/>
                      </a:path>
                    </a:pathLst>
                  </a:custGeom>
                  <a:solidFill>
                    <a:schemeClr val="accent2">
                      <a:lumMod val="75000"/>
                    </a:schemeClr>
                  </a:solidFill>
                  <a:ln>
                    <a:noFill/>
                  </a:ln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1CEDC0E1-2139-48C0-B85E-CC1C55B3008E}"/>
                      </a:ext>
                    </a:extLst>
                  </p:cNvPr>
                  <p:cNvCxnSpPr>
                    <a:endCxn id="138" idx="2"/>
                  </p:cNvCxnSpPr>
                  <p:nvPr/>
                </p:nvCxnSpPr>
                <p:spPr bwMode="auto">
                  <a:xfrm flipH="1" flipV="1">
                    <a:off x="1871967" y="1736048"/>
                    <a:ext cx="3363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56584F84-5D8F-44D2-8A1E-89F696D22E86}"/>
                      </a:ext>
                    </a:extLst>
                  </p:cNvPr>
                  <p:cNvCxnSpPr/>
                  <p:nvPr/>
                </p:nvCxnSpPr>
                <p:spPr bwMode="auto">
                  <a:xfrm flipH="1" flipV="1">
                    <a:off x="3038608" y="1733483"/>
                    <a:ext cx="3361" cy="123157"/>
                  </a:xfrm>
                  <a:prstGeom prst="line">
                    <a:avLst/>
                  </a:prstGeom>
                  <a:ln w="6350" cmpd="sng">
                    <a:solidFill>
                      <a:schemeClr val="tx1"/>
                    </a:solidFill>
                  </a:ln>
                  <a:effectLst>
                    <a:outerShdw blurRad="40005" dist="19939" dir="5400000" algn="tl" rotWithShape="0">
                      <a:srgbClr val="000000">
                        <a:alpha val="38000"/>
                      </a:srgbClr>
                    </a:outerShdw>
                  </a:effectLst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2867" name="Group 132">
                  <a:extLst>
                    <a:ext uri="{FF2B5EF4-FFF2-40B4-BE49-F238E27FC236}">
                      <a16:creationId xmlns:a16="http://schemas.microsoft.com/office/drawing/2014/main" id="{5FBB5D28-D61F-4509-9028-AFB5018B7EE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770362" y="2873352"/>
                  <a:ext cx="441422" cy="369332"/>
                  <a:chOff x="667045" y="1708643"/>
                  <a:chExt cx="441422" cy="369332"/>
                </a:xfrm>
              </p:grpSpPr>
              <p:sp>
                <p:nvSpPr>
                  <p:cNvPr id="134" name="Oval 133">
                    <a:extLst>
                      <a:ext uri="{FF2B5EF4-FFF2-40B4-BE49-F238E27FC236}">
                        <a16:creationId xmlns:a16="http://schemas.microsoft.com/office/drawing/2014/main" id="{3A31FC51-A3EC-40A1-8088-C6B781B60D5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25734" y="1787697"/>
                    <a:ext cx="377196" cy="231072"/>
                  </a:xfrm>
                  <a:prstGeom prst="ellipse">
                    <a:avLst/>
                  </a:prstGeom>
                  <a:solidFill>
                    <a:schemeClr val="bg1">
                      <a:alpha val="76000"/>
                    </a:schemeClr>
                  </a:solidFill>
                  <a:ln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marL="0" marR="0" lvl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uLnTx/>
                      <a:uFillTx/>
                      <a:latin typeface="Gill Sans MT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2869" name="TextBox 134">
                    <a:extLst>
                      <a:ext uri="{FF2B5EF4-FFF2-40B4-BE49-F238E27FC236}">
                        <a16:creationId xmlns:a16="http://schemas.microsoft.com/office/drawing/2014/main" id="{136D082F-CB8B-4549-884A-C3367AACF50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67045" y="1708643"/>
                    <a:ext cx="441422" cy="36933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en-US" sz="1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1a</a:t>
                    </a:r>
                  </a:p>
                </p:txBody>
              </p:sp>
            </p:grpSp>
          </p:grpSp>
          <p:cxnSp>
            <p:nvCxnSpPr>
              <p:cNvPr id="242862" name="Straight Connector 127">
                <a:extLst>
                  <a:ext uri="{FF2B5EF4-FFF2-40B4-BE49-F238E27FC236}">
                    <a16:creationId xmlns:a16="http://schemas.microsoft.com/office/drawing/2014/main" id="{C7F6ED2D-8D2D-43F9-A4F5-DD5B267786C5}"/>
                  </a:ext>
                </a:extLst>
              </p:cNvPr>
              <p:cNvCxnSpPr>
                <a:cxnSpLocks noChangeShapeType="1"/>
                <a:stCxn id="177" idx="7"/>
              </p:cNvCxnSpPr>
              <p:nvPr/>
            </p:nvCxnSpPr>
            <p:spPr bwMode="auto">
              <a:xfrm>
                <a:off x="2218708" y="3154477"/>
                <a:ext cx="480042" cy="369773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2863" name="Straight Connector 128">
                <a:extLst>
                  <a:ext uri="{FF2B5EF4-FFF2-40B4-BE49-F238E27FC236}">
                    <a16:creationId xmlns:a16="http://schemas.microsoft.com/office/drawing/2014/main" id="{7F055B9C-4763-4464-8D0B-5EE19653094A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1315140" y="3783345"/>
                <a:ext cx="489235" cy="352580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2864" name="Straight Connector 129">
                <a:extLst>
                  <a:ext uri="{FF2B5EF4-FFF2-40B4-BE49-F238E27FC236}">
                    <a16:creationId xmlns:a16="http://schemas.microsoft.com/office/drawing/2014/main" id="{1CB83A33-D4F8-4C67-80FF-2E6BBFA1542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>
                <a:off x="2196042" y="3783542"/>
                <a:ext cx="508002" cy="349250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2865" name="Straight Connector 130">
                <a:extLst>
                  <a:ext uri="{FF2B5EF4-FFF2-40B4-BE49-F238E27FC236}">
                    <a16:creationId xmlns:a16="http://schemas.microsoft.com/office/drawing/2014/main" id="{55641099-9729-42AF-AE29-68C6B7EACCFA}"/>
                  </a:ext>
                </a:extLst>
              </p:cNvPr>
              <p:cNvCxnSpPr>
                <a:cxnSpLocks noChangeShapeType="1"/>
                <a:endCxn id="177" idx="2"/>
              </p:cNvCxnSpPr>
              <p:nvPr/>
            </p:nvCxnSpPr>
            <p:spPr bwMode="auto">
              <a:xfrm flipV="1">
                <a:off x="1319809" y="3078707"/>
                <a:ext cx="417868" cy="457019"/>
              </a:xfrm>
              <a:prstGeom prst="line">
                <a:avLst/>
              </a:prstGeom>
              <a:noFill/>
              <a:ln w="19050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242694" name="Freeform 2">
            <a:extLst>
              <a:ext uri="{FF2B5EF4-FFF2-40B4-BE49-F238E27FC236}">
                <a16:creationId xmlns:a16="http://schemas.microsoft.com/office/drawing/2014/main" id="{5DA1A445-9A82-4A48-9619-3877BA67CC0F}"/>
              </a:ext>
            </a:extLst>
          </p:cNvPr>
          <p:cNvSpPr>
            <a:spLocks/>
          </p:cNvSpPr>
          <p:nvPr/>
        </p:nvSpPr>
        <p:spPr bwMode="auto">
          <a:xfrm>
            <a:off x="3286125" y="2600325"/>
            <a:ext cx="2544763" cy="1720850"/>
          </a:xfrm>
          <a:custGeom>
            <a:avLst/>
            <a:gdLst>
              <a:gd name="T0" fmla="*/ 2147483646 w 10000"/>
              <a:gd name="T1" fmla="*/ 2147483646 h 10795"/>
              <a:gd name="T2" fmla="*/ 2147483646 w 10000"/>
              <a:gd name="T3" fmla="*/ 2147483646 h 10795"/>
              <a:gd name="T4" fmla="*/ 2147483646 w 10000"/>
              <a:gd name="T5" fmla="*/ 2147483646 h 10795"/>
              <a:gd name="T6" fmla="*/ 2147483646 w 10000"/>
              <a:gd name="T7" fmla="*/ 2147483646 h 10795"/>
              <a:gd name="T8" fmla="*/ 2147483646 w 10000"/>
              <a:gd name="T9" fmla="*/ 2147483646 h 10795"/>
              <a:gd name="T10" fmla="*/ 2147483646 w 10000"/>
              <a:gd name="T11" fmla="*/ 2147483646 h 10795"/>
              <a:gd name="T12" fmla="*/ 2147483646 w 10000"/>
              <a:gd name="T13" fmla="*/ 2147483646 h 10795"/>
              <a:gd name="T14" fmla="*/ 2147483646 w 10000"/>
              <a:gd name="T15" fmla="*/ 2147483646 h 10795"/>
              <a:gd name="T16" fmla="*/ 2147483646 w 10000"/>
              <a:gd name="T17" fmla="*/ 2147483646 h 10795"/>
              <a:gd name="T18" fmla="*/ 2147483646 w 10000"/>
              <a:gd name="T19" fmla="*/ 2147483646 h 107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000"/>
              <a:gd name="T31" fmla="*/ 0 h 10795"/>
              <a:gd name="T32" fmla="*/ 10000 w 10000"/>
              <a:gd name="T33" fmla="*/ 10795 h 10795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42695" name="Group 186">
            <a:extLst>
              <a:ext uri="{FF2B5EF4-FFF2-40B4-BE49-F238E27FC236}">
                <a16:creationId xmlns:a16="http://schemas.microsoft.com/office/drawing/2014/main" id="{7692C51F-3164-467C-9F1A-06384EBB89F9}"/>
              </a:ext>
            </a:extLst>
          </p:cNvPr>
          <p:cNvGrpSpPr>
            <a:grpSpLocks/>
          </p:cNvGrpSpPr>
          <p:nvPr/>
        </p:nvGrpSpPr>
        <p:grpSpPr bwMode="auto">
          <a:xfrm>
            <a:off x="3506788" y="2740025"/>
            <a:ext cx="2189162" cy="1476375"/>
            <a:chOff x="833331" y="2873352"/>
            <a:chExt cx="2333625" cy="1590649"/>
          </a:xfrm>
        </p:grpSpPr>
        <p:grpSp>
          <p:nvGrpSpPr>
            <p:cNvPr id="242796" name="Group 187">
              <a:extLst>
                <a:ext uri="{FF2B5EF4-FFF2-40B4-BE49-F238E27FC236}">
                  <a16:creationId xmlns:a16="http://schemas.microsoft.com/office/drawing/2014/main" id="{C483257D-D846-4076-A24C-D934E1BD4B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73352"/>
              <a:ext cx="565150" cy="369332"/>
              <a:chOff x="1736090" y="2873352"/>
              <a:chExt cx="565150" cy="369332"/>
            </a:xfrm>
          </p:grpSpPr>
          <p:grpSp>
            <p:nvGrpSpPr>
              <p:cNvPr id="242843" name="Group 327">
                <a:extLst>
                  <a:ext uri="{FF2B5EF4-FFF2-40B4-BE49-F238E27FC236}">
                    <a16:creationId xmlns:a16="http://schemas.microsoft.com/office/drawing/2014/main" id="{3D306CBC-325C-4D4E-98C5-8C769699C1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39" name="Oval 238">
                  <a:extLst>
                    <a:ext uri="{FF2B5EF4-FFF2-40B4-BE49-F238E27FC236}">
                      <a16:creationId xmlns:a16="http://schemas.microsoft.com/office/drawing/2014/main" id="{0E282287-FFD3-4102-AE70-3DF8C89DEC0B}"/>
                    </a:ext>
                  </a:extLst>
                </p:cNvPr>
                <p:cNvSpPr/>
                <p:nvPr/>
              </p:nvSpPr>
              <p:spPr bwMode="auto">
                <a:xfrm flipV="1">
                  <a:off x="1873088" y="1694409"/>
                  <a:ext cx="1125121" cy="3204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BD1238F1-82CA-46BA-83FB-69C4945F8FBB}"/>
                    </a:ext>
                  </a:extLst>
                </p:cNvPr>
                <p:cNvSpPr/>
                <p:nvPr/>
              </p:nvSpPr>
              <p:spPr bwMode="auto">
                <a:xfrm>
                  <a:off x="1869708" y="1740559"/>
                  <a:ext cx="1128501" cy="11537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1" name="Oval 240">
                  <a:extLst>
                    <a:ext uri="{FF2B5EF4-FFF2-40B4-BE49-F238E27FC236}">
                      <a16:creationId xmlns:a16="http://schemas.microsoft.com/office/drawing/2014/main" id="{E84F093A-FB54-4045-BF40-3E602652CCAD}"/>
                    </a:ext>
                  </a:extLst>
                </p:cNvPr>
                <p:cNvSpPr/>
                <p:nvPr/>
              </p:nvSpPr>
              <p:spPr bwMode="auto">
                <a:xfrm flipV="1">
                  <a:off x="1869708" y="1576471"/>
                  <a:ext cx="1125123" cy="320485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2" name="Freeform 241">
                  <a:extLst>
                    <a:ext uri="{FF2B5EF4-FFF2-40B4-BE49-F238E27FC236}">
                      <a16:creationId xmlns:a16="http://schemas.microsoft.com/office/drawing/2014/main" id="{ECD0D275-A805-4CF4-B20C-EDC4B924C823}"/>
                    </a:ext>
                  </a:extLst>
                </p:cNvPr>
                <p:cNvSpPr/>
                <p:nvPr/>
              </p:nvSpPr>
              <p:spPr bwMode="auto">
                <a:xfrm>
                  <a:off x="2156903" y="1673898"/>
                  <a:ext cx="550734" cy="15896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3" name="Freeform 242">
                  <a:extLst>
                    <a:ext uri="{FF2B5EF4-FFF2-40B4-BE49-F238E27FC236}">
                      <a16:creationId xmlns:a16="http://schemas.microsoft.com/office/drawing/2014/main" id="{610B84F7-3803-4BB1-85CD-2E7A5CD15A8B}"/>
                    </a:ext>
                  </a:extLst>
                </p:cNvPr>
                <p:cNvSpPr/>
                <p:nvPr/>
              </p:nvSpPr>
              <p:spPr bwMode="auto">
                <a:xfrm>
                  <a:off x="2099463" y="1632876"/>
                  <a:ext cx="665614" cy="112810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4" name="Freeform 243">
                  <a:extLst>
                    <a:ext uri="{FF2B5EF4-FFF2-40B4-BE49-F238E27FC236}">
                      <a16:creationId xmlns:a16="http://schemas.microsoft.com/office/drawing/2014/main" id="{9284DA4B-B370-4EED-A2B2-651C36FB2609}"/>
                    </a:ext>
                  </a:extLst>
                </p:cNvPr>
                <p:cNvSpPr/>
                <p:nvPr/>
              </p:nvSpPr>
              <p:spPr bwMode="auto">
                <a:xfrm>
                  <a:off x="2535322" y="1727740"/>
                  <a:ext cx="243270" cy="9999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5" name="Freeform 244">
                  <a:extLst>
                    <a:ext uri="{FF2B5EF4-FFF2-40B4-BE49-F238E27FC236}">
                      <a16:creationId xmlns:a16="http://schemas.microsoft.com/office/drawing/2014/main" id="{A19EAB3D-7E1D-43C1-8047-21AF908936FB}"/>
                    </a:ext>
                  </a:extLst>
                </p:cNvPr>
                <p:cNvSpPr/>
                <p:nvPr/>
              </p:nvSpPr>
              <p:spPr bwMode="auto">
                <a:xfrm>
                  <a:off x="2089328" y="1730304"/>
                  <a:ext cx="239890" cy="9742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46" name="Straight Connector 245">
                  <a:extLst>
                    <a:ext uri="{FF2B5EF4-FFF2-40B4-BE49-F238E27FC236}">
                      <a16:creationId xmlns:a16="http://schemas.microsoft.com/office/drawing/2014/main" id="{6978A4D8-3A52-4C1F-A239-29661A580A72}"/>
                    </a:ext>
                  </a:extLst>
                </p:cNvPr>
                <p:cNvCxnSpPr>
                  <a:endCxn id="241" idx="2"/>
                </p:cNvCxnSpPr>
                <p:nvPr/>
              </p:nvCxnSpPr>
              <p:spPr bwMode="auto">
                <a:xfrm flipH="1" flipV="1">
                  <a:off x="1869708" y="1735431"/>
                  <a:ext cx="3380" cy="125631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Straight Connector 246">
                  <a:extLst>
                    <a:ext uri="{FF2B5EF4-FFF2-40B4-BE49-F238E27FC236}">
                      <a16:creationId xmlns:a16="http://schemas.microsoft.com/office/drawing/2014/main" id="{1F390165-84B2-48C1-9C1B-7BB46429039C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4832" y="1732868"/>
                  <a:ext cx="3378" cy="125629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2844" name="Group 235">
                <a:extLst>
                  <a:ext uri="{FF2B5EF4-FFF2-40B4-BE49-F238E27FC236}">
                    <a16:creationId xmlns:a16="http://schemas.microsoft.com/office/drawing/2014/main" id="{532257B4-5067-4B71-A744-C492E20717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237" name="Oval 236">
                  <a:extLst>
                    <a:ext uri="{FF2B5EF4-FFF2-40B4-BE49-F238E27FC236}">
                      <a16:creationId xmlns:a16="http://schemas.microsoft.com/office/drawing/2014/main" id="{C198AFA9-3B3D-44D8-8A39-BB07CF203A8F}"/>
                    </a:ext>
                  </a:extLst>
                </p:cNvPr>
                <p:cNvSpPr/>
                <p:nvPr/>
              </p:nvSpPr>
              <p:spPr bwMode="auto">
                <a:xfrm>
                  <a:off x="704756" y="1787320"/>
                  <a:ext cx="355375" cy="232611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2846" name="TextBox 237">
                  <a:extLst>
                    <a:ext uri="{FF2B5EF4-FFF2-40B4-BE49-F238E27FC236}">
                      <a16:creationId xmlns:a16="http://schemas.microsoft.com/office/drawing/2014/main" id="{93A34C15-1D83-43A4-B7D2-7D072C0F5A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2b</a:t>
                  </a:r>
                </a:p>
              </p:txBody>
            </p:sp>
          </p:grpSp>
        </p:grpSp>
        <p:grpSp>
          <p:nvGrpSpPr>
            <p:cNvPr id="242797" name="Group 188">
              <a:extLst>
                <a:ext uri="{FF2B5EF4-FFF2-40B4-BE49-F238E27FC236}">
                  <a16:creationId xmlns:a16="http://schemas.microsoft.com/office/drawing/2014/main" id="{A20C8C5B-1597-4718-80C2-F15D7D92F5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40320" y="4094669"/>
              <a:ext cx="565150" cy="369332"/>
              <a:chOff x="1736090" y="2873352"/>
              <a:chExt cx="565150" cy="369332"/>
            </a:xfrm>
          </p:grpSpPr>
          <p:grpSp>
            <p:nvGrpSpPr>
              <p:cNvPr id="242830" name="Group 327">
                <a:extLst>
                  <a:ext uri="{FF2B5EF4-FFF2-40B4-BE49-F238E27FC236}">
                    <a16:creationId xmlns:a16="http://schemas.microsoft.com/office/drawing/2014/main" id="{ED6EF3EB-31FF-43AD-9F81-325A9C2833A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26" name="Oval 225">
                  <a:extLst>
                    <a:ext uri="{FF2B5EF4-FFF2-40B4-BE49-F238E27FC236}">
                      <a16:creationId xmlns:a16="http://schemas.microsoft.com/office/drawing/2014/main" id="{20DC11DB-BCC4-4B4C-9A96-715B21D89E4F}"/>
                    </a:ext>
                  </a:extLst>
                </p:cNvPr>
                <p:cNvSpPr/>
                <p:nvPr/>
              </p:nvSpPr>
              <p:spPr bwMode="auto">
                <a:xfrm flipV="1">
                  <a:off x="1874778" y="1694246"/>
                  <a:ext cx="1125123" cy="3204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BA967271-6787-4D04-B5A4-5537B0002BC0}"/>
                    </a:ext>
                  </a:extLst>
                </p:cNvPr>
                <p:cNvSpPr/>
                <p:nvPr/>
              </p:nvSpPr>
              <p:spPr bwMode="auto">
                <a:xfrm>
                  <a:off x="1871400" y="1740396"/>
                  <a:ext cx="1128501" cy="11537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8" name="Oval 227">
                  <a:extLst>
                    <a:ext uri="{FF2B5EF4-FFF2-40B4-BE49-F238E27FC236}">
                      <a16:creationId xmlns:a16="http://schemas.microsoft.com/office/drawing/2014/main" id="{386948B9-9556-41DA-9E56-66741E88934B}"/>
                    </a:ext>
                  </a:extLst>
                </p:cNvPr>
                <p:cNvSpPr/>
                <p:nvPr/>
              </p:nvSpPr>
              <p:spPr bwMode="auto">
                <a:xfrm flipV="1">
                  <a:off x="1871400" y="1576308"/>
                  <a:ext cx="1125121" cy="320485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29" name="Freeform 228">
                  <a:extLst>
                    <a:ext uri="{FF2B5EF4-FFF2-40B4-BE49-F238E27FC236}">
                      <a16:creationId xmlns:a16="http://schemas.microsoft.com/office/drawing/2014/main" id="{75F6861A-5E6F-47C0-AF30-2C75F2358B8D}"/>
                    </a:ext>
                  </a:extLst>
                </p:cNvPr>
                <p:cNvSpPr/>
                <p:nvPr/>
              </p:nvSpPr>
              <p:spPr bwMode="auto">
                <a:xfrm>
                  <a:off x="2158593" y="1673735"/>
                  <a:ext cx="550736" cy="15896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0" name="Freeform 229">
                  <a:extLst>
                    <a:ext uri="{FF2B5EF4-FFF2-40B4-BE49-F238E27FC236}">
                      <a16:creationId xmlns:a16="http://schemas.microsoft.com/office/drawing/2014/main" id="{F387E12A-7D3E-4E22-92AB-25C6710DFF65}"/>
                    </a:ext>
                  </a:extLst>
                </p:cNvPr>
                <p:cNvSpPr/>
                <p:nvPr/>
              </p:nvSpPr>
              <p:spPr bwMode="auto">
                <a:xfrm>
                  <a:off x="2101155" y="1632713"/>
                  <a:ext cx="665612" cy="112810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1" name="Freeform 230">
                  <a:extLst>
                    <a:ext uri="{FF2B5EF4-FFF2-40B4-BE49-F238E27FC236}">
                      <a16:creationId xmlns:a16="http://schemas.microsoft.com/office/drawing/2014/main" id="{33F4B68F-D8B9-4DAF-AA4A-C598A28485CF}"/>
                    </a:ext>
                  </a:extLst>
                </p:cNvPr>
                <p:cNvSpPr/>
                <p:nvPr/>
              </p:nvSpPr>
              <p:spPr bwMode="auto">
                <a:xfrm>
                  <a:off x="2537012" y="1727577"/>
                  <a:ext cx="243270" cy="9999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32" name="Freeform 231">
                  <a:extLst>
                    <a:ext uri="{FF2B5EF4-FFF2-40B4-BE49-F238E27FC236}">
                      <a16:creationId xmlns:a16="http://schemas.microsoft.com/office/drawing/2014/main" id="{81683C89-B68A-4ECB-AC3F-2DDE4FB73A31}"/>
                    </a:ext>
                  </a:extLst>
                </p:cNvPr>
                <p:cNvSpPr/>
                <p:nvPr/>
              </p:nvSpPr>
              <p:spPr bwMode="auto">
                <a:xfrm>
                  <a:off x="2091018" y="1730140"/>
                  <a:ext cx="239892" cy="9742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33" name="Straight Connector 232">
                  <a:extLst>
                    <a:ext uri="{FF2B5EF4-FFF2-40B4-BE49-F238E27FC236}">
                      <a16:creationId xmlns:a16="http://schemas.microsoft.com/office/drawing/2014/main" id="{DE544789-551B-425B-95B7-1398F6223722}"/>
                    </a:ext>
                  </a:extLst>
                </p:cNvPr>
                <p:cNvCxnSpPr>
                  <a:endCxn id="228" idx="2"/>
                </p:cNvCxnSpPr>
                <p:nvPr/>
              </p:nvCxnSpPr>
              <p:spPr bwMode="auto">
                <a:xfrm flipH="1" flipV="1">
                  <a:off x="1871400" y="1735268"/>
                  <a:ext cx="3378" cy="125631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>
                  <a:extLst>
                    <a:ext uri="{FF2B5EF4-FFF2-40B4-BE49-F238E27FC236}">
                      <a16:creationId xmlns:a16="http://schemas.microsoft.com/office/drawing/2014/main" id="{8F7A7928-AE70-4703-98E9-167E16CBFAC0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521" y="1732705"/>
                  <a:ext cx="3380" cy="125629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2831" name="Group 222">
                <a:extLst>
                  <a:ext uri="{FF2B5EF4-FFF2-40B4-BE49-F238E27FC236}">
                    <a16:creationId xmlns:a16="http://schemas.microsoft.com/office/drawing/2014/main" id="{D2AAE780-BF2F-4AD8-903A-5AF8200A4D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224" name="Oval 223">
                  <a:extLst>
                    <a:ext uri="{FF2B5EF4-FFF2-40B4-BE49-F238E27FC236}">
                      <a16:creationId xmlns:a16="http://schemas.microsoft.com/office/drawing/2014/main" id="{0DF9E3CA-523A-433B-8398-EBEFC8A6A5DF}"/>
                    </a:ext>
                  </a:extLst>
                </p:cNvPr>
                <p:cNvSpPr/>
                <p:nvPr/>
              </p:nvSpPr>
              <p:spPr bwMode="auto">
                <a:xfrm>
                  <a:off x="725909" y="1787211"/>
                  <a:ext cx="355375" cy="232611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2833" name="TextBox 224">
                  <a:extLst>
                    <a:ext uri="{FF2B5EF4-FFF2-40B4-BE49-F238E27FC236}">
                      <a16:creationId xmlns:a16="http://schemas.microsoft.com/office/drawing/2014/main" id="{82059EC6-DB38-44C4-B1D6-BBDF54EF679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2d</a:t>
                  </a:r>
                </a:p>
              </p:txBody>
            </p:sp>
          </p:grpSp>
        </p:grpSp>
        <p:grpSp>
          <p:nvGrpSpPr>
            <p:cNvPr id="242798" name="Group 189">
              <a:extLst>
                <a:ext uri="{FF2B5EF4-FFF2-40B4-BE49-F238E27FC236}">
                  <a16:creationId xmlns:a16="http://schemas.microsoft.com/office/drawing/2014/main" id="{B1C2CC30-2C6B-4DD8-93D7-9CC3B88489E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1806" y="3485072"/>
              <a:ext cx="565150" cy="369332"/>
              <a:chOff x="1736090" y="2873352"/>
              <a:chExt cx="565150" cy="369332"/>
            </a:xfrm>
          </p:grpSpPr>
          <p:grpSp>
            <p:nvGrpSpPr>
              <p:cNvPr id="242817" name="Group 327">
                <a:extLst>
                  <a:ext uri="{FF2B5EF4-FFF2-40B4-BE49-F238E27FC236}">
                    <a16:creationId xmlns:a16="http://schemas.microsoft.com/office/drawing/2014/main" id="{DEB1AACE-9B83-4F93-BDE4-48D392E9FBE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D5DD05E0-66C2-43F1-94B2-E78A2AA0A6DE}"/>
                    </a:ext>
                  </a:extLst>
                </p:cNvPr>
                <p:cNvSpPr/>
                <p:nvPr/>
              </p:nvSpPr>
              <p:spPr bwMode="auto">
                <a:xfrm flipV="1">
                  <a:off x="1874527" y="1695301"/>
                  <a:ext cx="1125121" cy="35125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4" name="Rectangle 213">
                  <a:extLst>
                    <a:ext uri="{FF2B5EF4-FFF2-40B4-BE49-F238E27FC236}">
                      <a16:creationId xmlns:a16="http://schemas.microsoft.com/office/drawing/2014/main" id="{B47D5421-60D4-4B59-883F-5FA1615F761A}"/>
                    </a:ext>
                  </a:extLst>
                </p:cNvPr>
                <p:cNvSpPr/>
                <p:nvPr/>
              </p:nvSpPr>
              <p:spPr bwMode="auto">
                <a:xfrm>
                  <a:off x="1871147" y="1741451"/>
                  <a:ext cx="1128501" cy="146142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5" name="Oval 214">
                  <a:extLst>
                    <a:ext uri="{FF2B5EF4-FFF2-40B4-BE49-F238E27FC236}">
                      <a16:creationId xmlns:a16="http://schemas.microsoft.com/office/drawing/2014/main" id="{46CE1F94-39AB-4D2D-A2CD-7C371EC827FD}"/>
                    </a:ext>
                  </a:extLst>
                </p:cNvPr>
                <p:cNvSpPr/>
                <p:nvPr/>
              </p:nvSpPr>
              <p:spPr bwMode="auto">
                <a:xfrm flipV="1">
                  <a:off x="1871147" y="1577363"/>
                  <a:ext cx="1125123" cy="351251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6" name="Freeform 215">
                  <a:extLst>
                    <a:ext uri="{FF2B5EF4-FFF2-40B4-BE49-F238E27FC236}">
                      <a16:creationId xmlns:a16="http://schemas.microsoft.com/office/drawing/2014/main" id="{B1DDCE05-04B7-4E7A-A2B1-DA552F54E141}"/>
                    </a:ext>
                  </a:extLst>
                </p:cNvPr>
                <p:cNvSpPr/>
                <p:nvPr/>
              </p:nvSpPr>
              <p:spPr bwMode="auto">
                <a:xfrm>
                  <a:off x="2158342" y="1674790"/>
                  <a:ext cx="550734" cy="189727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7" name="Freeform 216">
                  <a:extLst>
                    <a:ext uri="{FF2B5EF4-FFF2-40B4-BE49-F238E27FC236}">
                      <a16:creationId xmlns:a16="http://schemas.microsoft.com/office/drawing/2014/main" id="{61ADCFD2-B087-407C-8916-0B60A73C5467}"/>
                    </a:ext>
                  </a:extLst>
                </p:cNvPr>
                <p:cNvSpPr/>
                <p:nvPr/>
              </p:nvSpPr>
              <p:spPr bwMode="auto">
                <a:xfrm>
                  <a:off x="2100902" y="1633768"/>
                  <a:ext cx="665614" cy="112810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8" name="Freeform 217">
                  <a:extLst>
                    <a:ext uri="{FF2B5EF4-FFF2-40B4-BE49-F238E27FC236}">
                      <a16:creationId xmlns:a16="http://schemas.microsoft.com/office/drawing/2014/main" id="{4C6B9AF6-117D-4D4F-9839-408D823CAA4B}"/>
                    </a:ext>
                  </a:extLst>
                </p:cNvPr>
                <p:cNvSpPr/>
                <p:nvPr/>
              </p:nvSpPr>
              <p:spPr bwMode="auto">
                <a:xfrm>
                  <a:off x="2536761" y="1728632"/>
                  <a:ext cx="243270" cy="130757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19" name="Freeform 218">
                  <a:extLst>
                    <a:ext uri="{FF2B5EF4-FFF2-40B4-BE49-F238E27FC236}">
                      <a16:creationId xmlns:a16="http://schemas.microsoft.com/office/drawing/2014/main" id="{705B689D-822D-4B58-A4D6-7CDCA3FB0BD1}"/>
                    </a:ext>
                  </a:extLst>
                </p:cNvPr>
                <p:cNvSpPr/>
                <p:nvPr/>
              </p:nvSpPr>
              <p:spPr bwMode="auto">
                <a:xfrm>
                  <a:off x="2090767" y="1731195"/>
                  <a:ext cx="239890" cy="12819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5D3BC58F-4A16-466A-A066-10AEEF4E6EEF}"/>
                    </a:ext>
                  </a:extLst>
                </p:cNvPr>
                <p:cNvCxnSpPr>
                  <a:endCxn id="215" idx="2"/>
                </p:cNvCxnSpPr>
                <p:nvPr/>
              </p:nvCxnSpPr>
              <p:spPr bwMode="auto">
                <a:xfrm flipH="1" flipV="1">
                  <a:off x="1871147" y="1736323"/>
                  <a:ext cx="3380" cy="15639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Straight Connector 220">
                  <a:extLst>
                    <a:ext uri="{FF2B5EF4-FFF2-40B4-BE49-F238E27FC236}">
                      <a16:creationId xmlns:a16="http://schemas.microsoft.com/office/drawing/2014/main" id="{357AF657-6EDD-45C6-9D7A-12D673603759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270" y="1733760"/>
                  <a:ext cx="3378" cy="156395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2818" name="Group 209">
                <a:extLst>
                  <a:ext uri="{FF2B5EF4-FFF2-40B4-BE49-F238E27FC236}">
                    <a16:creationId xmlns:a16="http://schemas.microsoft.com/office/drawing/2014/main" id="{571E2864-1B06-45C2-B0DA-BC9068F4394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28460" cy="369332"/>
                <a:chOff x="667045" y="1708643"/>
                <a:chExt cx="428460" cy="369332"/>
              </a:xfrm>
            </p:grpSpPr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3BCE4364-481B-456E-B592-EC0955390B25}"/>
                    </a:ext>
                  </a:extLst>
                </p:cNvPr>
                <p:cNvSpPr/>
                <p:nvPr/>
              </p:nvSpPr>
              <p:spPr bwMode="auto">
                <a:xfrm>
                  <a:off x="724090" y="1787915"/>
                  <a:ext cx="357067" cy="232611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2820" name="TextBox 211">
                  <a:extLst>
                    <a:ext uri="{FF2B5EF4-FFF2-40B4-BE49-F238E27FC236}">
                      <a16:creationId xmlns:a16="http://schemas.microsoft.com/office/drawing/2014/main" id="{D6D99E8E-16F5-4281-9A17-84C9508AE9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28460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2c</a:t>
                  </a:r>
                </a:p>
              </p:txBody>
            </p:sp>
          </p:grpSp>
        </p:grpSp>
        <p:grpSp>
          <p:nvGrpSpPr>
            <p:cNvPr id="242799" name="Group 190">
              <a:extLst>
                <a:ext uri="{FF2B5EF4-FFF2-40B4-BE49-F238E27FC236}">
                  <a16:creationId xmlns:a16="http://schemas.microsoft.com/office/drawing/2014/main" id="{9B14C3DB-CB70-48BB-8CE0-208E98D21DF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3331" y="3478719"/>
              <a:ext cx="565150" cy="369332"/>
              <a:chOff x="1736090" y="2873352"/>
              <a:chExt cx="565150" cy="369332"/>
            </a:xfrm>
          </p:grpSpPr>
          <p:grpSp>
            <p:nvGrpSpPr>
              <p:cNvPr id="242804" name="Group 327">
                <a:extLst>
                  <a:ext uri="{FF2B5EF4-FFF2-40B4-BE49-F238E27FC236}">
                    <a16:creationId xmlns:a16="http://schemas.microsoft.com/office/drawing/2014/main" id="{B124A379-F06F-4D4F-A62A-0990A09587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36090" y="2893762"/>
                <a:ext cx="565150" cy="292100"/>
                <a:chOff x="1871277" y="1576300"/>
                <a:chExt cx="1128371" cy="437861"/>
              </a:xfrm>
            </p:grpSpPr>
            <p:sp>
              <p:nvSpPr>
                <p:cNvPr id="200" name="Oval 199">
                  <a:extLst>
                    <a:ext uri="{FF2B5EF4-FFF2-40B4-BE49-F238E27FC236}">
                      <a16:creationId xmlns:a16="http://schemas.microsoft.com/office/drawing/2014/main" id="{5D82C4B9-95D0-49D4-B9F6-FD697423CCDF}"/>
                    </a:ext>
                  </a:extLst>
                </p:cNvPr>
                <p:cNvSpPr/>
                <p:nvPr/>
              </p:nvSpPr>
              <p:spPr bwMode="auto">
                <a:xfrm flipV="1">
                  <a:off x="1874655" y="1694568"/>
                  <a:ext cx="1125123" cy="32048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6F056ADC-448B-4961-8F42-1C946E560616}"/>
                    </a:ext>
                  </a:extLst>
                </p:cNvPr>
                <p:cNvSpPr/>
                <p:nvPr/>
              </p:nvSpPr>
              <p:spPr bwMode="auto">
                <a:xfrm>
                  <a:off x="1871277" y="1740717"/>
                  <a:ext cx="1128501" cy="11537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02" name="Oval 201">
                  <a:extLst>
                    <a:ext uri="{FF2B5EF4-FFF2-40B4-BE49-F238E27FC236}">
                      <a16:creationId xmlns:a16="http://schemas.microsoft.com/office/drawing/2014/main" id="{E58BE570-F9AB-4715-801C-0E768E12E3CA}"/>
                    </a:ext>
                  </a:extLst>
                </p:cNvPr>
                <p:cNvSpPr/>
                <p:nvPr/>
              </p:nvSpPr>
              <p:spPr bwMode="auto">
                <a:xfrm flipV="1">
                  <a:off x="1871277" y="1576629"/>
                  <a:ext cx="1125121" cy="320485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03" name="Freeform 202">
                  <a:extLst>
                    <a:ext uri="{FF2B5EF4-FFF2-40B4-BE49-F238E27FC236}">
                      <a16:creationId xmlns:a16="http://schemas.microsoft.com/office/drawing/2014/main" id="{1920F65D-3D7A-459D-B166-976E4A132EF9}"/>
                    </a:ext>
                  </a:extLst>
                </p:cNvPr>
                <p:cNvSpPr/>
                <p:nvPr/>
              </p:nvSpPr>
              <p:spPr bwMode="auto">
                <a:xfrm>
                  <a:off x="2158469" y="1674057"/>
                  <a:ext cx="550736" cy="15896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04" name="Freeform 203">
                  <a:extLst>
                    <a:ext uri="{FF2B5EF4-FFF2-40B4-BE49-F238E27FC236}">
                      <a16:creationId xmlns:a16="http://schemas.microsoft.com/office/drawing/2014/main" id="{D8F6445F-BAD6-4D91-A841-36C75F68544C}"/>
                    </a:ext>
                  </a:extLst>
                </p:cNvPr>
                <p:cNvSpPr/>
                <p:nvPr/>
              </p:nvSpPr>
              <p:spPr bwMode="auto">
                <a:xfrm>
                  <a:off x="2101032" y="1633035"/>
                  <a:ext cx="665612" cy="112810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05" name="Freeform 204">
                  <a:extLst>
                    <a:ext uri="{FF2B5EF4-FFF2-40B4-BE49-F238E27FC236}">
                      <a16:creationId xmlns:a16="http://schemas.microsoft.com/office/drawing/2014/main" id="{56B54804-9A8C-46D6-99D9-B6FE15794452}"/>
                    </a:ext>
                  </a:extLst>
                </p:cNvPr>
                <p:cNvSpPr/>
                <p:nvPr/>
              </p:nvSpPr>
              <p:spPr bwMode="auto">
                <a:xfrm>
                  <a:off x="2536889" y="1727899"/>
                  <a:ext cx="243270" cy="99990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06" name="Freeform 205">
                  <a:extLst>
                    <a:ext uri="{FF2B5EF4-FFF2-40B4-BE49-F238E27FC236}">
                      <a16:creationId xmlns:a16="http://schemas.microsoft.com/office/drawing/2014/main" id="{A4CCF6E2-5DC4-4DA0-B043-7F0C1BD6C081}"/>
                    </a:ext>
                  </a:extLst>
                </p:cNvPr>
                <p:cNvSpPr/>
                <p:nvPr/>
              </p:nvSpPr>
              <p:spPr bwMode="auto">
                <a:xfrm>
                  <a:off x="2090894" y="1730462"/>
                  <a:ext cx="239892" cy="97427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1CE68143-C0BD-49BA-B406-300A7A873642}"/>
                    </a:ext>
                  </a:extLst>
                </p:cNvPr>
                <p:cNvCxnSpPr>
                  <a:endCxn id="202" idx="2"/>
                </p:cNvCxnSpPr>
                <p:nvPr/>
              </p:nvCxnSpPr>
              <p:spPr bwMode="auto">
                <a:xfrm flipH="1" flipV="1">
                  <a:off x="1871277" y="1735590"/>
                  <a:ext cx="3378" cy="125631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BE006764-C5EF-4320-B928-53B91E09DFE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398" y="1733027"/>
                  <a:ext cx="3380" cy="125629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2805" name="Group 196">
                <a:extLst>
                  <a:ext uri="{FF2B5EF4-FFF2-40B4-BE49-F238E27FC236}">
                    <a16:creationId xmlns:a16="http://schemas.microsoft.com/office/drawing/2014/main" id="{272922DA-1923-4FC2-A2B9-C751DCB834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0362" y="2873352"/>
                <a:ext cx="441422" cy="369332"/>
                <a:chOff x="667045" y="1708643"/>
                <a:chExt cx="441422" cy="369332"/>
              </a:xfrm>
            </p:grpSpPr>
            <p:sp>
              <p:nvSpPr>
                <p:cNvPr id="198" name="Oval 197">
                  <a:extLst>
                    <a:ext uri="{FF2B5EF4-FFF2-40B4-BE49-F238E27FC236}">
                      <a16:creationId xmlns:a16="http://schemas.microsoft.com/office/drawing/2014/main" id="{A92AEB41-E9E8-4092-BA74-9559BBBC80E1}"/>
                    </a:ext>
                  </a:extLst>
                </p:cNvPr>
                <p:cNvSpPr/>
                <p:nvPr/>
              </p:nvSpPr>
              <p:spPr bwMode="auto">
                <a:xfrm>
                  <a:off x="725847" y="1787426"/>
                  <a:ext cx="355375" cy="232611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2807" name="TextBox 198">
                  <a:extLst>
                    <a:ext uri="{FF2B5EF4-FFF2-40B4-BE49-F238E27FC236}">
                      <a16:creationId xmlns:a16="http://schemas.microsoft.com/office/drawing/2014/main" id="{54D2B483-839B-40C1-B63A-A244F7383F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67045" y="1708643"/>
                  <a:ext cx="441422" cy="3693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2a</a:t>
                  </a:r>
                </a:p>
              </p:txBody>
            </p:sp>
          </p:grpSp>
        </p:grpSp>
        <p:cxnSp>
          <p:nvCxnSpPr>
            <p:cNvPr id="242800" name="Straight Connector 191">
              <a:extLst>
                <a:ext uri="{FF2B5EF4-FFF2-40B4-BE49-F238E27FC236}">
                  <a16:creationId xmlns:a16="http://schemas.microsoft.com/office/drawing/2014/main" id="{D8EA4E90-A167-46DD-8894-223A308B3B8C}"/>
                </a:ext>
              </a:extLst>
            </p:cNvPr>
            <p:cNvCxnSpPr>
              <a:cxnSpLocks noChangeShapeType="1"/>
              <a:endCxn id="242833" idx="0"/>
            </p:cNvCxnSpPr>
            <p:nvPr/>
          </p:nvCxnSpPr>
          <p:spPr bwMode="auto">
            <a:xfrm>
              <a:off x="1991073" y="3173114"/>
              <a:ext cx="4230" cy="921555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42801" name="Straight Connector 192">
              <a:extLst>
                <a:ext uri="{FF2B5EF4-FFF2-40B4-BE49-F238E27FC236}">
                  <a16:creationId xmlns:a16="http://schemas.microsoft.com/office/drawing/2014/main" id="{0AB6E38D-65D2-4A1E-810A-5D58A62B49F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80478" y="3145660"/>
              <a:ext cx="435814" cy="35947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42802" name="Straight Connector 193">
              <a:extLst>
                <a:ext uri="{FF2B5EF4-FFF2-40B4-BE49-F238E27FC236}">
                  <a16:creationId xmlns:a16="http://schemas.microsoft.com/office/drawing/2014/main" id="{E8C33D10-7E63-490B-9DD9-BCC36294217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300073" y="3768911"/>
              <a:ext cx="527386" cy="368208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42803" name="Straight Connector 194">
              <a:extLst>
                <a:ext uri="{FF2B5EF4-FFF2-40B4-BE49-F238E27FC236}">
                  <a16:creationId xmlns:a16="http://schemas.microsoft.com/office/drawing/2014/main" id="{AB48748E-DA47-4301-8013-B5C9C9F565F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2194462" y="3713972"/>
              <a:ext cx="509583" cy="428945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242696" name="Freeform 2">
            <a:extLst>
              <a:ext uri="{FF2B5EF4-FFF2-40B4-BE49-F238E27FC236}">
                <a16:creationId xmlns:a16="http://schemas.microsoft.com/office/drawing/2014/main" id="{4B364DD2-1C37-4C8B-9544-C4C250B2FCAE}"/>
              </a:ext>
            </a:extLst>
          </p:cNvPr>
          <p:cNvSpPr>
            <a:spLocks/>
          </p:cNvSpPr>
          <p:nvPr/>
        </p:nvSpPr>
        <p:spPr bwMode="auto">
          <a:xfrm>
            <a:off x="5507038" y="1531938"/>
            <a:ext cx="2576512" cy="1673225"/>
          </a:xfrm>
          <a:custGeom>
            <a:avLst/>
            <a:gdLst>
              <a:gd name="T0" fmla="*/ 2147483646 w 10000"/>
              <a:gd name="T1" fmla="*/ 2147483646 h 10795"/>
              <a:gd name="T2" fmla="*/ 2147483646 w 10000"/>
              <a:gd name="T3" fmla="*/ 2147483646 h 10795"/>
              <a:gd name="T4" fmla="*/ 2147483646 w 10000"/>
              <a:gd name="T5" fmla="*/ 2147483646 h 10795"/>
              <a:gd name="T6" fmla="*/ 2147483646 w 10000"/>
              <a:gd name="T7" fmla="*/ 2147483646 h 10795"/>
              <a:gd name="T8" fmla="*/ 2147483646 w 10000"/>
              <a:gd name="T9" fmla="*/ 2147483646 h 10795"/>
              <a:gd name="T10" fmla="*/ 2147483646 w 10000"/>
              <a:gd name="T11" fmla="*/ 2147483646 h 10795"/>
              <a:gd name="T12" fmla="*/ 2147483646 w 10000"/>
              <a:gd name="T13" fmla="*/ 2147483646 h 10795"/>
              <a:gd name="T14" fmla="*/ 2147483646 w 10000"/>
              <a:gd name="T15" fmla="*/ 2147483646 h 10795"/>
              <a:gd name="T16" fmla="*/ 2147483646 w 10000"/>
              <a:gd name="T17" fmla="*/ 2147483646 h 10795"/>
              <a:gd name="T18" fmla="*/ 2147483646 w 10000"/>
              <a:gd name="T19" fmla="*/ 2147483646 h 10795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10000"/>
              <a:gd name="T31" fmla="*/ 0 h 10795"/>
              <a:gd name="T32" fmla="*/ 10000 w 10000"/>
              <a:gd name="T33" fmla="*/ 10795 h 10795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10000" h="10795">
                <a:moveTo>
                  <a:pt x="45" y="5036"/>
                </a:moveTo>
                <a:cubicBezTo>
                  <a:pt x="272" y="4277"/>
                  <a:pt x="1931" y="3650"/>
                  <a:pt x="2738" y="2811"/>
                </a:cubicBezTo>
                <a:cubicBezTo>
                  <a:pt x="3545" y="1972"/>
                  <a:pt x="3352" y="117"/>
                  <a:pt x="4886" y="4"/>
                </a:cubicBezTo>
                <a:cubicBezTo>
                  <a:pt x="6420" y="-109"/>
                  <a:pt x="7216" y="1912"/>
                  <a:pt x="8068" y="2813"/>
                </a:cubicBezTo>
                <a:cubicBezTo>
                  <a:pt x="8920" y="3715"/>
                  <a:pt x="9928" y="3420"/>
                  <a:pt x="9996" y="5413"/>
                </a:cubicBezTo>
                <a:cubicBezTo>
                  <a:pt x="10064" y="7406"/>
                  <a:pt x="9275" y="6409"/>
                  <a:pt x="8476" y="7306"/>
                </a:cubicBezTo>
                <a:cubicBezTo>
                  <a:pt x="7677" y="8203"/>
                  <a:pt x="7086" y="10770"/>
                  <a:pt x="5202" y="10795"/>
                </a:cubicBezTo>
                <a:cubicBezTo>
                  <a:pt x="3318" y="10820"/>
                  <a:pt x="3391" y="8255"/>
                  <a:pt x="2753" y="7683"/>
                </a:cubicBezTo>
                <a:cubicBezTo>
                  <a:pt x="2115" y="7111"/>
                  <a:pt x="2326" y="7496"/>
                  <a:pt x="1375" y="7365"/>
                </a:cubicBezTo>
                <a:cubicBezTo>
                  <a:pt x="493" y="6773"/>
                  <a:pt x="-182" y="5795"/>
                  <a:pt x="45" y="503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42697" name="Group 249">
            <a:extLst>
              <a:ext uri="{FF2B5EF4-FFF2-40B4-BE49-F238E27FC236}">
                <a16:creationId xmlns:a16="http://schemas.microsoft.com/office/drawing/2014/main" id="{6EC605D5-C114-4BEE-9051-498F3D9332D6}"/>
              </a:ext>
            </a:extLst>
          </p:cNvPr>
          <p:cNvGrpSpPr>
            <a:grpSpLocks/>
          </p:cNvGrpSpPr>
          <p:nvPr/>
        </p:nvGrpSpPr>
        <p:grpSpPr bwMode="auto">
          <a:xfrm>
            <a:off x="6588125" y="1668463"/>
            <a:ext cx="536575" cy="333375"/>
            <a:chOff x="1736090" y="2873352"/>
            <a:chExt cx="565150" cy="369332"/>
          </a:xfrm>
        </p:grpSpPr>
        <p:grpSp>
          <p:nvGrpSpPr>
            <p:cNvPr id="242783" name="Group 327">
              <a:extLst>
                <a:ext uri="{FF2B5EF4-FFF2-40B4-BE49-F238E27FC236}">
                  <a16:creationId xmlns:a16="http://schemas.microsoft.com/office/drawing/2014/main" id="{88A93D11-B770-4DC1-A0A3-9EEF4994D0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302" name="Oval 301">
                <a:extLst>
                  <a:ext uri="{FF2B5EF4-FFF2-40B4-BE49-F238E27FC236}">
                    <a16:creationId xmlns:a16="http://schemas.microsoft.com/office/drawing/2014/main" id="{B56BC4A3-0EBE-4F91-8F40-8D2E30627EC4}"/>
                  </a:ext>
                </a:extLst>
              </p:cNvPr>
              <p:cNvSpPr/>
              <p:nvPr/>
            </p:nvSpPr>
            <p:spPr bwMode="auto">
              <a:xfrm flipV="1">
                <a:off x="1874616" y="1693340"/>
                <a:ext cx="1125032" cy="3216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3" name="Rectangle 302">
                <a:extLst>
                  <a:ext uri="{FF2B5EF4-FFF2-40B4-BE49-F238E27FC236}">
                    <a16:creationId xmlns:a16="http://schemas.microsoft.com/office/drawing/2014/main" id="{17B19C01-2C92-44DB-92EC-62875EC41B4D}"/>
                  </a:ext>
                </a:extLst>
              </p:cNvPr>
              <p:cNvSpPr/>
              <p:nvPr/>
            </p:nvSpPr>
            <p:spPr bwMode="auto">
              <a:xfrm>
                <a:off x="1871277" y="1740795"/>
                <a:ext cx="1128371" cy="115999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4" name="Oval 303">
                <a:extLst>
                  <a:ext uri="{FF2B5EF4-FFF2-40B4-BE49-F238E27FC236}">
                    <a16:creationId xmlns:a16="http://schemas.microsoft.com/office/drawing/2014/main" id="{106B10F7-A24E-4B7D-9C13-07DC6461340C}"/>
                  </a:ext>
                </a:extLst>
              </p:cNvPr>
              <p:cNvSpPr/>
              <p:nvPr/>
            </p:nvSpPr>
            <p:spPr bwMode="auto">
              <a:xfrm flipV="1">
                <a:off x="1871277" y="1577341"/>
                <a:ext cx="1125034" cy="321634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5" name="Freeform 304">
                <a:extLst>
                  <a:ext uri="{FF2B5EF4-FFF2-40B4-BE49-F238E27FC236}">
                    <a16:creationId xmlns:a16="http://schemas.microsoft.com/office/drawing/2014/main" id="{11E4D84F-2F91-4F97-9C51-F6447DB28B38}"/>
                  </a:ext>
                </a:extLst>
              </p:cNvPr>
              <p:cNvSpPr/>
              <p:nvPr/>
            </p:nvSpPr>
            <p:spPr bwMode="auto">
              <a:xfrm>
                <a:off x="2158377" y="1674885"/>
                <a:ext cx="550833" cy="158181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6" name="Freeform 305">
                <a:extLst>
                  <a:ext uri="{FF2B5EF4-FFF2-40B4-BE49-F238E27FC236}">
                    <a16:creationId xmlns:a16="http://schemas.microsoft.com/office/drawing/2014/main" id="{1176F8BA-1EB2-4520-B133-6E43BA7E1443}"/>
                  </a:ext>
                </a:extLst>
              </p:cNvPr>
              <p:cNvSpPr/>
              <p:nvPr/>
            </p:nvSpPr>
            <p:spPr bwMode="auto">
              <a:xfrm>
                <a:off x="2101626" y="1635341"/>
                <a:ext cx="664336" cy="110727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7" name="Freeform 306">
                <a:extLst>
                  <a:ext uri="{FF2B5EF4-FFF2-40B4-BE49-F238E27FC236}">
                    <a16:creationId xmlns:a16="http://schemas.microsoft.com/office/drawing/2014/main" id="{C66B8144-5461-4439-9D82-F0AE9AFE989A}"/>
                  </a:ext>
                </a:extLst>
              </p:cNvPr>
              <p:cNvSpPr/>
              <p:nvPr/>
            </p:nvSpPr>
            <p:spPr bwMode="auto">
              <a:xfrm>
                <a:off x="2535615" y="1730249"/>
                <a:ext cx="243700" cy="97544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308" name="Freeform 307">
                <a:extLst>
                  <a:ext uri="{FF2B5EF4-FFF2-40B4-BE49-F238E27FC236}">
                    <a16:creationId xmlns:a16="http://schemas.microsoft.com/office/drawing/2014/main" id="{D3669C08-527C-4236-9C4D-9B5E4FA153C2}"/>
                  </a:ext>
                </a:extLst>
              </p:cNvPr>
              <p:cNvSpPr/>
              <p:nvPr/>
            </p:nvSpPr>
            <p:spPr bwMode="auto">
              <a:xfrm>
                <a:off x="2091610" y="1732885"/>
                <a:ext cx="240363" cy="94908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309" name="Straight Connector 308">
                <a:extLst>
                  <a:ext uri="{FF2B5EF4-FFF2-40B4-BE49-F238E27FC236}">
                    <a16:creationId xmlns:a16="http://schemas.microsoft.com/office/drawing/2014/main" id="{43104AE6-515E-4C09-BC44-A203BDB887ED}"/>
                  </a:ext>
                </a:extLst>
              </p:cNvPr>
              <p:cNvCxnSpPr>
                <a:endCxn id="304" idx="2"/>
              </p:cNvCxnSpPr>
              <p:nvPr/>
            </p:nvCxnSpPr>
            <p:spPr bwMode="auto">
              <a:xfrm flipH="1" flipV="1">
                <a:off x="1871277" y="1735522"/>
                <a:ext cx="3339" cy="123907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Straight Connector 309">
                <a:extLst>
                  <a:ext uri="{FF2B5EF4-FFF2-40B4-BE49-F238E27FC236}">
                    <a16:creationId xmlns:a16="http://schemas.microsoft.com/office/drawing/2014/main" id="{7B47A45A-0654-4A46-A7F4-C176C7F972D8}"/>
                  </a:ext>
                </a:extLst>
              </p:cNvPr>
              <p:cNvCxnSpPr/>
              <p:nvPr/>
            </p:nvCxnSpPr>
            <p:spPr bwMode="auto">
              <a:xfrm flipH="1" flipV="1">
                <a:off x="2996311" y="1735522"/>
                <a:ext cx="3337" cy="121272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2784" name="Group 298">
              <a:extLst>
                <a:ext uri="{FF2B5EF4-FFF2-40B4-BE49-F238E27FC236}">
                  <a16:creationId xmlns:a16="http://schemas.microsoft.com/office/drawing/2014/main" id="{A97F6E65-989C-41B4-90A3-1793A36FC7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C09588F3-8D9A-4C9F-82C1-B176E367F690}"/>
                  </a:ext>
                </a:extLst>
              </p:cNvPr>
              <p:cNvSpPr/>
              <p:nvPr/>
            </p:nvSpPr>
            <p:spPr bwMode="auto">
              <a:xfrm>
                <a:off x="724736" y="1787785"/>
                <a:ext cx="356144" cy="232152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2786" name="TextBox 300">
                <a:extLst>
                  <a:ext uri="{FF2B5EF4-FFF2-40B4-BE49-F238E27FC236}">
                    <a16:creationId xmlns:a16="http://schemas.microsoft.com/office/drawing/2014/main" id="{C93DC81F-B14D-4EAE-9DD8-7A3BFAE93FE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4142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3b</a:t>
                </a:r>
              </a:p>
            </p:txBody>
          </p:sp>
        </p:grpSp>
      </p:grpSp>
      <p:grpSp>
        <p:nvGrpSpPr>
          <p:cNvPr id="242698" name="Group 250">
            <a:extLst>
              <a:ext uri="{FF2B5EF4-FFF2-40B4-BE49-F238E27FC236}">
                <a16:creationId xmlns:a16="http://schemas.microsoft.com/office/drawing/2014/main" id="{6522E035-6FCD-4BD8-A71A-DC2FC2AABB33}"/>
              </a:ext>
            </a:extLst>
          </p:cNvPr>
          <p:cNvGrpSpPr>
            <a:grpSpLocks/>
          </p:cNvGrpSpPr>
          <p:nvPr/>
        </p:nvGrpSpPr>
        <p:grpSpPr bwMode="auto">
          <a:xfrm>
            <a:off x="6592888" y="2770188"/>
            <a:ext cx="536575" cy="333375"/>
            <a:chOff x="1736090" y="2873352"/>
            <a:chExt cx="565150" cy="369332"/>
          </a:xfrm>
        </p:grpSpPr>
        <p:grpSp>
          <p:nvGrpSpPr>
            <p:cNvPr id="242770" name="Group 327">
              <a:extLst>
                <a:ext uri="{FF2B5EF4-FFF2-40B4-BE49-F238E27FC236}">
                  <a16:creationId xmlns:a16="http://schemas.microsoft.com/office/drawing/2014/main" id="{D8512E5B-F891-4A5A-92AB-67FD57A1321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89" name="Oval 288">
                <a:extLst>
                  <a:ext uri="{FF2B5EF4-FFF2-40B4-BE49-F238E27FC236}">
                    <a16:creationId xmlns:a16="http://schemas.microsoft.com/office/drawing/2014/main" id="{E65B2A9E-88C3-4946-A478-7C7B57906ED6}"/>
                  </a:ext>
                </a:extLst>
              </p:cNvPr>
              <p:cNvSpPr/>
              <p:nvPr/>
            </p:nvSpPr>
            <p:spPr bwMode="auto">
              <a:xfrm flipV="1">
                <a:off x="1874614" y="1693340"/>
                <a:ext cx="1125034" cy="3216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0" name="Rectangle 289">
                <a:extLst>
                  <a:ext uri="{FF2B5EF4-FFF2-40B4-BE49-F238E27FC236}">
                    <a16:creationId xmlns:a16="http://schemas.microsoft.com/office/drawing/2014/main" id="{421E597D-733C-4CE9-9B49-1B606CC4237E}"/>
                  </a:ext>
                </a:extLst>
              </p:cNvPr>
              <p:cNvSpPr/>
              <p:nvPr/>
            </p:nvSpPr>
            <p:spPr bwMode="auto">
              <a:xfrm>
                <a:off x="1871277" y="1740795"/>
                <a:ext cx="1128371" cy="115999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1" name="Oval 290">
                <a:extLst>
                  <a:ext uri="{FF2B5EF4-FFF2-40B4-BE49-F238E27FC236}">
                    <a16:creationId xmlns:a16="http://schemas.microsoft.com/office/drawing/2014/main" id="{4A9EA42B-7955-4D17-A26A-F786306DF89F}"/>
                  </a:ext>
                </a:extLst>
              </p:cNvPr>
              <p:cNvSpPr/>
              <p:nvPr/>
            </p:nvSpPr>
            <p:spPr bwMode="auto">
              <a:xfrm flipV="1">
                <a:off x="1871277" y="1577341"/>
                <a:ext cx="1125032" cy="321634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2" name="Freeform 291">
                <a:extLst>
                  <a:ext uri="{FF2B5EF4-FFF2-40B4-BE49-F238E27FC236}">
                    <a16:creationId xmlns:a16="http://schemas.microsoft.com/office/drawing/2014/main" id="{7E7C7E75-B80B-4138-B27B-EEA22B04F5B5}"/>
                  </a:ext>
                </a:extLst>
              </p:cNvPr>
              <p:cNvSpPr/>
              <p:nvPr/>
            </p:nvSpPr>
            <p:spPr bwMode="auto">
              <a:xfrm>
                <a:off x="2158377" y="1674885"/>
                <a:ext cx="550831" cy="158181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3" name="Freeform 292">
                <a:extLst>
                  <a:ext uri="{FF2B5EF4-FFF2-40B4-BE49-F238E27FC236}">
                    <a16:creationId xmlns:a16="http://schemas.microsoft.com/office/drawing/2014/main" id="{5CEAE8E8-E8CF-4ADE-AC53-5556C142A8CB}"/>
                  </a:ext>
                </a:extLst>
              </p:cNvPr>
              <p:cNvSpPr/>
              <p:nvPr/>
            </p:nvSpPr>
            <p:spPr bwMode="auto">
              <a:xfrm>
                <a:off x="2101624" y="1635341"/>
                <a:ext cx="664338" cy="110727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4" name="Freeform 293">
                <a:extLst>
                  <a:ext uri="{FF2B5EF4-FFF2-40B4-BE49-F238E27FC236}">
                    <a16:creationId xmlns:a16="http://schemas.microsoft.com/office/drawing/2014/main" id="{53EF4BA5-C9E1-49BE-8896-4126A7F7AD4E}"/>
                  </a:ext>
                </a:extLst>
              </p:cNvPr>
              <p:cNvSpPr/>
              <p:nvPr/>
            </p:nvSpPr>
            <p:spPr bwMode="auto">
              <a:xfrm>
                <a:off x="2535613" y="1730249"/>
                <a:ext cx="243702" cy="97544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95" name="Freeform 294">
                <a:extLst>
                  <a:ext uri="{FF2B5EF4-FFF2-40B4-BE49-F238E27FC236}">
                    <a16:creationId xmlns:a16="http://schemas.microsoft.com/office/drawing/2014/main" id="{96C90833-EE7E-45CE-B03E-6ED113F3FE61}"/>
                  </a:ext>
                </a:extLst>
              </p:cNvPr>
              <p:cNvSpPr/>
              <p:nvPr/>
            </p:nvSpPr>
            <p:spPr bwMode="auto">
              <a:xfrm>
                <a:off x="2091610" y="1732885"/>
                <a:ext cx="240363" cy="94908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96" name="Straight Connector 295">
                <a:extLst>
                  <a:ext uri="{FF2B5EF4-FFF2-40B4-BE49-F238E27FC236}">
                    <a16:creationId xmlns:a16="http://schemas.microsoft.com/office/drawing/2014/main" id="{814AA190-9B45-4E47-9D6C-D8CA139DF207}"/>
                  </a:ext>
                </a:extLst>
              </p:cNvPr>
              <p:cNvCxnSpPr>
                <a:endCxn id="291" idx="2"/>
              </p:cNvCxnSpPr>
              <p:nvPr/>
            </p:nvCxnSpPr>
            <p:spPr bwMode="auto">
              <a:xfrm flipH="1" flipV="1">
                <a:off x="1871277" y="1735522"/>
                <a:ext cx="3337" cy="123907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3A58277-D793-421B-98F5-3FA5220DF117}"/>
                  </a:ext>
                </a:extLst>
              </p:cNvPr>
              <p:cNvCxnSpPr/>
              <p:nvPr/>
            </p:nvCxnSpPr>
            <p:spPr bwMode="auto">
              <a:xfrm flipH="1" flipV="1">
                <a:off x="2996309" y="1735522"/>
                <a:ext cx="3339" cy="121272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2771" name="Group 285">
              <a:extLst>
                <a:ext uri="{FF2B5EF4-FFF2-40B4-BE49-F238E27FC236}">
                  <a16:creationId xmlns:a16="http://schemas.microsoft.com/office/drawing/2014/main" id="{F4031722-4739-4BA1-B32E-0C7191A83D0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287" name="Oval 286">
                <a:extLst>
                  <a:ext uri="{FF2B5EF4-FFF2-40B4-BE49-F238E27FC236}">
                    <a16:creationId xmlns:a16="http://schemas.microsoft.com/office/drawing/2014/main" id="{5DAE0AA7-E644-47E5-8D87-B5D64DF7AF8A}"/>
                  </a:ext>
                </a:extLst>
              </p:cNvPr>
              <p:cNvSpPr/>
              <p:nvPr/>
            </p:nvSpPr>
            <p:spPr bwMode="auto">
              <a:xfrm>
                <a:off x="724735" y="1787785"/>
                <a:ext cx="356145" cy="232152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2773" name="TextBox 287">
                <a:extLst>
                  <a:ext uri="{FF2B5EF4-FFF2-40B4-BE49-F238E27FC236}">
                    <a16:creationId xmlns:a16="http://schemas.microsoft.com/office/drawing/2014/main" id="{33B68713-F9B8-4184-8D4D-88445AD0E3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4142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3d</a:t>
                </a:r>
              </a:p>
            </p:txBody>
          </p:sp>
        </p:grpSp>
      </p:grpSp>
      <p:grpSp>
        <p:nvGrpSpPr>
          <p:cNvPr id="242699" name="Group 251">
            <a:extLst>
              <a:ext uri="{FF2B5EF4-FFF2-40B4-BE49-F238E27FC236}">
                <a16:creationId xmlns:a16="http://schemas.microsoft.com/office/drawing/2014/main" id="{AE0C2D3D-6AE2-4308-AFE0-C2D684E49952}"/>
              </a:ext>
            </a:extLst>
          </p:cNvPr>
          <p:cNvGrpSpPr>
            <a:grpSpLocks/>
          </p:cNvGrpSpPr>
          <p:nvPr/>
        </p:nvGrpSpPr>
        <p:grpSpPr bwMode="auto">
          <a:xfrm>
            <a:off x="7410450" y="2220913"/>
            <a:ext cx="536575" cy="331787"/>
            <a:chOff x="1736090" y="2873352"/>
            <a:chExt cx="565150" cy="369332"/>
          </a:xfrm>
        </p:grpSpPr>
        <p:grpSp>
          <p:nvGrpSpPr>
            <p:cNvPr id="242757" name="Group 327">
              <a:extLst>
                <a:ext uri="{FF2B5EF4-FFF2-40B4-BE49-F238E27FC236}">
                  <a16:creationId xmlns:a16="http://schemas.microsoft.com/office/drawing/2014/main" id="{D2DB9541-C369-40E0-A39E-6DC7A05D8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76" name="Oval 275">
                <a:extLst>
                  <a:ext uri="{FF2B5EF4-FFF2-40B4-BE49-F238E27FC236}">
                    <a16:creationId xmlns:a16="http://schemas.microsoft.com/office/drawing/2014/main" id="{313E6E07-C279-4760-918B-D7C82D43AEE6}"/>
                  </a:ext>
                </a:extLst>
              </p:cNvPr>
              <p:cNvSpPr/>
              <p:nvPr/>
            </p:nvSpPr>
            <p:spPr bwMode="auto">
              <a:xfrm flipV="1">
                <a:off x="1874616" y="1694048"/>
                <a:ext cx="1125032" cy="32052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4BBE84A6-5550-46FF-902D-9D10FA0E722A}"/>
                  </a:ext>
                </a:extLst>
              </p:cNvPr>
              <p:cNvSpPr/>
              <p:nvPr/>
            </p:nvSpPr>
            <p:spPr bwMode="auto">
              <a:xfrm>
                <a:off x="1871277" y="1741729"/>
                <a:ext cx="1128371" cy="11390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8" name="Oval 277">
                <a:extLst>
                  <a:ext uri="{FF2B5EF4-FFF2-40B4-BE49-F238E27FC236}">
                    <a16:creationId xmlns:a16="http://schemas.microsoft.com/office/drawing/2014/main" id="{8CD58463-3F89-4C04-827F-6238410999AD}"/>
                  </a:ext>
                </a:extLst>
              </p:cNvPr>
              <p:cNvSpPr/>
              <p:nvPr/>
            </p:nvSpPr>
            <p:spPr bwMode="auto">
              <a:xfrm flipV="1">
                <a:off x="1871277" y="1577493"/>
                <a:ext cx="1125034" cy="320524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7C335B59-D964-4525-89D3-870D687685AA}"/>
                  </a:ext>
                </a:extLst>
              </p:cNvPr>
              <p:cNvSpPr/>
              <p:nvPr/>
            </p:nvSpPr>
            <p:spPr bwMode="auto">
              <a:xfrm>
                <a:off x="2158377" y="1675504"/>
                <a:ext cx="550833" cy="1589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0" name="Freeform 279">
                <a:extLst>
                  <a:ext uri="{FF2B5EF4-FFF2-40B4-BE49-F238E27FC236}">
                    <a16:creationId xmlns:a16="http://schemas.microsoft.com/office/drawing/2014/main" id="{11B71458-1D74-4B2B-A469-1C00EF252960}"/>
                  </a:ext>
                </a:extLst>
              </p:cNvPr>
              <p:cNvSpPr/>
              <p:nvPr/>
            </p:nvSpPr>
            <p:spPr bwMode="auto">
              <a:xfrm>
                <a:off x="2101626" y="1635770"/>
                <a:ext cx="664336" cy="111257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E5179933-BC51-44BF-BEB3-B8EA811F72BA}"/>
                  </a:ext>
                </a:extLst>
              </p:cNvPr>
              <p:cNvSpPr/>
              <p:nvPr/>
            </p:nvSpPr>
            <p:spPr bwMode="auto">
              <a:xfrm>
                <a:off x="2535615" y="1728483"/>
                <a:ext cx="243700" cy="98013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BF57607F-BC4F-40C1-A6D1-CA057027F766}"/>
                  </a:ext>
                </a:extLst>
              </p:cNvPr>
              <p:cNvSpPr/>
              <p:nvPr/>
            </p:nvSpPr>
            <p:spPr bwMode="auto">
              <a:xfrm>
                <a:off x="2091610" y="1731133"/>
                <a:ext cx="240363" cy="95363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813EF37F-67C9-420F-8A91-5EE8AF958133}"/>
                  </a:ext>
                </a:extLst>
              </p:cNvPr>
              <p:cNvCxnSpPr>
                <a:endCxn id="278" idx="2"/>
              </p:cNvCxnSpPr>
              <p:nvPr/>
            </p:nvCxnSpPr>
            <p:spPr bwMode="auto">
              <a:xfrm flipH="1" flipV="1">
                <a:off x="1871277" y="1736431"/>
                <a:ext cx="3339" cy="124501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559D7CFC-49B3-4C0F-A293-13E328D1C32F}"/>
                  </a:ext>
                </a:extLst>
              </p:cNvPr>
              <p:cNvCxnSpPr/>
              <p:nvPr/>
            </p:nvCxnSpPr>
            <p:spPr bwMode="auto">
              <a:xfrm flipH="1" flipV="1">
                <a:off x="2996311" y="1733781"/>
                <a:ext cx="3337" cy="124502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2758" name="Group 272">
              <a:extLst>
                <a:ext uri="{FF2B5EF4-FFF2-40B4-BE49-F238E27FC236}">
                  <a16:creationId xmlns:a16="http://schemas.microsoft.com/office/drawing/2014/main" id="{0F2D6904-9620-449F-9ADA-AEA8204588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28460" cy="369332"/>
              <a:chOff x="667045" y="1708643"/>
              <a:chExt cx="428460" cy="369332"/>
            </a:xfrm>
          </p:grpSpPr>
          <p:sp>
            <p:nvSpPr>
              <p:cNvPr id="274" name="Oval 273">
                <a:extLst>
                  <a:ext uri="{FF2B5EF4-FFF2-40B4-BE49-F238E27FC236}">
                    <a16:creationId xmlns:a16="http://schemas.microsoft.com/office/drawing/2014/main" id="{7C220B2E-2E49-4E01-897B-E9439B9935EA}"/>
                  </a:ext>
                </a:extLst>
              </p:cNvPr>
              <p:cNvSpPr/>
              <p:nvPr/>
            </p:nvSpPr>
            <p:spPr bwMode="auto">
              <a:xfrm>
                <a:off x="724736" y="1786397"/>
                <a:ext cx="357817" cy="233263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2760" name="TextBox 274">
                <a:extLst>
                  <a:ext uri="{FF2B5EF4-FFF2-40B4-BE49-F238E27FC236}">
                    <a16:creationId xmlns:a16="http://schemas.microsoft.com/office/drawing/2014/main" id="{154569CF-5810-4E98-B826-0F732CE1B2E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2846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3c</a:t>
                </a:r>
              </a:p>
            </p:txBody>
          </p:sp>
        </p:grpSp>
      </p:grpSp>
      <p:grpSp>
        <p:nvGrpSpPr>
          <p:cNvPr id="242700" name="Group 252">
            <a:extLst>
              <a:ext uri="{FF2B5EF4-FFF2-40B4-BE49-F238E27FC236}">
                <a16:creationId xmlns:a16="http://schemas.microsoft.com/office/drawing/2014/main" id="{08FD4A2D-DE1C-438C-B1B0-28DC9524D952}"/>
              </a:ext>
            </a:extLst>
          </p:cNvPr>
          <p:cNvGrpSpPr>
            <a:grpSpLocks/>
          </p:cNvGrpSpPr>
          <p:nvPr/>
        </p:nvGrpSpPr>
        <p:grpSpPr bwMode="auto">
          <a:xfrm>
            <a:off x="5730875" y="2214563"/>
            <a:ext cx="536575" cy="333375"/>
            <a:chOff x="1736090" y="2873352"/>
            <a:chExt cx="565150" cy="369332"/>
          </a:xfrm>
        </p:grpSpPr>
        <p:grpSp>
          <p:nvGrpSpPr>
            <p:cNvPr id="242744" name="Group 327">
              <a:extLst>
                <a:ext uri="{FF2B5EF4-FFF2-40B4-BE49-F238E27FC236}">
                  <a16:creationId xmlns:a16="http://schemas.microsoft.com/office/drawing/2014/main" id="{1CB1C427-4C4A-40FF-BF19-E48883C425D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36090" y="2893762"/>
              <a:ext cx="565150" cy="292100"/>
              <a:chOff x="1871277" y="1576300"/>
              <a:chExt cx="1128371" cy="437861"/>
            </a:xfrm>
          </p:grpSpPr>
          <p:sp>
            <p:nvSpPr>
              <p:cNvPr id="263" name="Oval 262">
                <a:extLst>
                  <a:ext uri="{FF2B5EF4-FFF2-40B4-BE49-F238E27FC236}">
                    <a16:creationId xmlns:a16="http://schemas.microsoft.com/office/drawing/2014/main" id="{CC63CBF8-ACEF-479A-B3D0-28C2D4CD108E}"/>
                  </a:ext>
                </a:extLst>
              </p:cNvPr>
              <p:cNvSpPr/>
              <p:nvPr/>
            </p:nvSpPr>
            <p:spPr bwMode="auto">
              <a:xfrm flipV="1">
                <a:off x="1874616" y="1693340"/>
                <a:ext cx="1125032" cy="3216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CC0C4BBD-ADF3-4D9C-A480-2A2CCF79984A}"/>
                  </a:ext>
                </a:extLst>
              </p:cNvPr>
              <p:cNvSpPr/>
              <p:nvPr/>
            </p:nvSpPr>
            <p:spPr bwMode="auto">
              <a:xfrm>
                <a:off x="1871277" y="1740795"/>
                <a:ext cx="1128371" cy="115999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5" name="Oval 264">
                <a:extLst>
                  <a:ext uri="{FF2B5EF4-FFF2-40B4-BE49-F238E27FC236}">
                    <a16:creationId xmlns:a16="http://schemas.microsoft.com/office/drawing/2014/main" id="{24DF50E3-712F-4094-BC27-FEABAD5C85DE}"/>
                  </a:ext>
                </a:extLst>
              </p:cNvPr>
              <p:cNvSpPr/>
              <p:nvPr/>
            </p:nvSpPr>
            <p:spPr bwMode="auto">
              <a:xfrm flipV="1">
                <a:off x="1871277" y="1577341"/>
                <a:ext cx="1125034" cy="321634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solidFill>
                      <a:srgbClr val="000000"/>
                    </a:solidFill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6" name="Freeform 265">
                <a:extLst>
                  <a:ext uri="{FF2B5EF4-FFF2-40B4-BE49-F238E27FC236}">
                    <a16:creationId xmlns:a16="http://schemas.microsoft.com/office/drawing/2014/main" id="{865F9EDC-6E39-4FF3-9332-D7A8757FE368}"/>
                  </a:ext>
                </a:extLst>
              </p:cNvPr>
              <p:cNvSpPr/>
              <p:nvPr/>
            </p:nvSpPr>
            <p:spPr bwMode="auto">
              <a:xfrm>
                <a:off x="2158377" y="1674885"/>
                <a:ext cx="550833" cy="158181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6BC0605D-8C13-42F1-8FB2-632E3C16E819}"/>
                  </a:ext>
                </a:extLst>
              </p:cNvPr>
              <p:cNvSpPr/>
              <p:nvPr/>
            </p:nvSpPr>
            <p:spPr bwMode="auto">
              <a:xfrm>
                <a:off x="2101626" y="1635341"/>
                <a:ext cx="664336" cy="110727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950CC69F-1D5B-447A-ACA2-62B2C3E2ADB2}"/>
                  </a:ext>
                </a:extLst>
              </p:cNvPr>
              <p:cNvSpPr/>
              <p:nvPr/>
            </p:nvSpPr>
            <p:spPr bwMode="auto">
              <a:xfrm>
                <a:off x="2535615" y="1730249"/>
                <a:ext cx="243700" cy="97544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66E0B7E4-32FE-453E-AD2E-67ED4B50E954}"/>
                  </a:ext>
                </a:extLst>
              </p:cNvPr>
              <p:cNvSpPr/>
              <p:nvPr/>
            </p:nvSpPr>
            <p:spPr bwMode="auto">
              <a:xfrm>
                <a:off x="2091610" y="1732885"/>
                <a:ext cx="240363" cy="94908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20DA4B2B-01FF-4B74-9F5F-32452F8F613B}"/>
                  </a:ext>
                </a:extLst>
              </p:cNvPr>
              <p:cNvCxnSpPr>
                <a:endCxn id="265" idx="2"/>
              </p:cNvCxnSpPr>
              <p:nvPr/>
            </p:nvCxnSpPr>
            <p:spPr bwMode="auto">
              <a:xfrm flipH="1" flipV="1">
                <a:off x="1871277" y="1735522"/>
                <a:ext cx="3339" cy="123907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BAB9105D-BFFE-47D7-943C-6A46847EE3AA}"/>
                  </a:ext>
                </a:extLst>
              </p:cNvPr>
              <p:cNvCxnSpPr/>
              <p:nvPr/>
            </p:nvCxnSpPr>
            <p:spPr bwMode="auto">
              <a:xfrm flipH="1" flipV="1">
                <a:off x="2996311" y="1735522"/>
                <a:ext cx="3337" cy="121272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2745" name="Group 259">
              <a:extLst>
                <a:ext uri="{FF2B5EF4-FFF2-40B4-BE49-F238E27FC236}">
                  <a16:creationId xmlns:a16="http://schemas.microsoft.com/office/drawing/2014/main" id="{D7EA97DE-453A-4B80-8DED-718BE60D29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0362" y="2873352"/>
              <a:ext cx="441422" cy="369332"/>
              <a:chOff x="667045" y="1708643"/>
              <a:chExt cx="441422" cy="369332"/>
            </a:xfrm>
          </p:grpSpPr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48580921-4029-40C7-9F74-9C407D6F7D16}"/>
                  </a:ext>
                </a:extLst>
              </p:cNvPr>
              <p:cNvSpPr/>
              <p:nvPr/>
            </p:nvSpPr>
            <p:spPr bwMode="auto">
              <a:xfrm>
                <a:off x="724736" y="1787785"/>
                <a:ext cx="356144" cy="232152"/>
              </a:xfrm>
              <a:prstGeom prst="ellipse">
                <a:avLst/>
              </a:prstGeom>
              <a:solidFill>
                <a:schemeClr val="bg1">
                  <a:alpha val="76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</p:txBody>
          </p:sp>
          <p:sp>
            <p:nvSpPr>
              <p:cNvPr id="242747" name="TextBox 261">
                <a:extLst>
                  <a:ext uri="{FF2B5EF4-FFF2-40B4-BE49-F238E27FC236}">
                    <a16:creationId xmlns:a16="http://schemas.microsoft.com/office/drawing/2014/main" id="{62D303ED-3479-42E7-8A0E-2CEDB55850E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045" y="1708643"/>
                <a:ext cx="44142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3a</a:t>
                </a:r>
              </a:p>
            </p:txBody>
          </p:sp>
        </p:grpSp>
      </p:grpSp>
      <p:cxnSp>
        <p:nvCxnSpPr>
          <p:cNvPr id="242701" name="Straight Connector 253">
            <a:extLst>
              <a:ext uri="{FF2B5EF4-FFF2-40B4-BE49-F238E27FC236}">
                <a16:creationId xmlns:a16="http://schemas.microsoft.com/office/drawing/2014/main" id="{E6C31F93-D9F2-4CB2-BD2F-EBA272ACDCF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276975" y="2366963"/>
            <a:ext cx="1143000" cy="635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2702" name="Straight Connector 254">
            <a:extLst>
              <a:ext uri="{FF2B5EF4-FFF2-40B4-BE49-F238E27FC236}">
                <a16:creationId xmlns:a16="http://schemas.microsoft.com/office/drawing/2014/main" id="{B9A8E8E6-0E9C-4637-BE92-9CB9C6483119}"/>
              </a:ext>
            </a:extLst>
          </p:cNvPr>
          <p:cNvCxnSpPr>
            <a:cxnSpLocks noChangeShapeType="1"/>
            <a:stCxn id="302" idx="7"/>
          </p:cNvCxnSpPr>
          <p:nvPr/>
        </p:nvCxnSpPr>
        <p:spPr bwMode="auto">
          <a:xfrm>
            <a:off x="7046913" y="1922463"/>
            <a:ext cx="455612" cy="333375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2703" name="Straight Connector 255">
            <a:extLst>
              <a:ext uri="{FF2B5EF4-FFF2-40B4-BE49-F238E27FC236}">
                <a16:creationId xmlns:a16="http://schemas.microsoft.com/office/drawing/2014/main" id="{902177D8-1602-463A-A71C-476163A6D75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173788" y="2492375"/>
            <a:ext cx="454025" cy="322263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2704" name="Straight Connector 256">
            <a:extLst>
              <a:ext uri="{FF2B5EF4-FFF2-40B4-BE49-F238E27FC236}">
                <a16:creationId xmlns:a16="http://schemas.microsoft.com/office/drawing/2014/main" id="{B0F88D95-E926-4B53-936C-33FE5A406DAD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6162675" y="1933575"/>
            <a:ext cx="482600" cy="314325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43C2F55B-757F-458D-B4ED-13D2A548DFD5}"/>
              </a:ext>
            </a:extLst>
          </p:cNvPr>
          <p:cNvCxnSpPr/>
          <p:nvPr/>
        </p:nvCxnSpPr>
        <p:spPr bwMode="auto">
          <a:xfrm flipH="1" flipV="1">
            <a:off x="5411788" y="3178175"/>
            <a:ext cx="1295400" cy="644525"/>
          </a:xfrm>
          <a:prstGeom prst="line">
            <a:avLst/>
          </a:prstGeom>
          <a:solidFill>
            <a:schemeClr val="accent1"/>
          </a:solidFill>
          <a:ln w="19050" cap="flat" cmpd="sng" algn="ctr">
            <a:solidFill>
              <a:schemeClr val="bg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2706" name="Straight Connector 310">
            <a:extLst>
              <a:ext uri="{FF2B5EF4-FFF2-40B4-BE49-F238E27FC236}">
                <a16:creationId xmlns:a16="http://schemas.microsoft.com/office/drawing/2014/main" id="{7190E628-300E-40F0-A0E9-BD752EFD03F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3046413" y="2562225"/>
            <a:ext cx="542925" cy="781050"/>
          </a:xfrm>
          <a:prstGeom prst="line">
            <a:avLst/>
          </a:prstGeom>
          <a:noFill/>
          <a:ln w="381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2707" name="Straight Connector 311">
            <a:extLst>
              <a:ext uri="{FF2B5EF4-FFF2-40B4-BE49-F238E27FC236}">
                <a16:creationId xmlns:a16="http://schemas.microsoft.com/office/drawing/2014/main" id="{2B44F7D5-F0AB-4518-B4A1-1104C36BF9B6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522913" y="2503488"/>
            <a:ext cx="338137" cy="822325"/>
          </a:xfrm>
          <a:prstGeom prst="line">
            <a:avLst/>
          </a:prstGeom>
          <a:noFill/>
          <a:ln w="381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2708" name="TextBox 312">
            <a:extLst>
              <a:ext uri="{FF2B5EF4-FFF2-40B4-BE49-F238E27FC236}">
                <a16:creationId xmlns:a16="http://schemas.microsoft.com/office/drawing/2014/main" id="{EC29C157-6EEE-4947-9F53-0421253A7F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00" y="2660650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AS2</a:t>
            </a:r>
          </a:p>
        </p:txBody>
      </p:sp>
      <p:sp>
        <p:nvSpPr>
          <p:cNvPr id="242709" name="TextBox 313">
            <a:extLst>
              <a:ext uri="{FF2B5EF4-FFF2-40B4-BE49-F238E27FC236}">
                <a16:creationId xmlns:a16="http://schemas.microsoft.com/office/drawing/2014/main" id="{DC91B58F-06C9-493D-B210-5CAB166FF5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550" y="1573213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AS3</a:t>
            </a:r>
          </a:p>
        </p:txBody>
      </p:sp>
      <p:sp>
        <p:nvSpPr>
          <p:cNvPr id="242710" name="TextBox 314">
            <a:extLst>
              <a:ext uri="{FF2B5EF4-FFF2-40B4-BE49-F238E27FC236}">
                <a16:creationId xmlns:a16="http://schemas.microsoft.com/office/drawing/2014/main" id="{81715AAF-8DB2-4A42-BCC9-EB36FD220F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438" y="1784350"/>
            <a:ext cx="6826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0009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AS1</a:t>
            </a:r>
          </a:p>
        </p:txBody>
      </p:sp>
      <p:grpSp>
        <p:nvGrpSpPr>
          <p:cNvPr id="242711" name="Group 315">
            <a:extLst>
              <a:ext uri="{FF2B5EF4-FFF2-40B4-BE49-F238E27FC236}">
                <a16:creationId xmlns:a16="http://schemas.microsoft.com/office/drawing/2014/main" id="{86020D56-3E6B-4E5F-AB9B-5F246105E457}"/>
              </a:ext>
            </a:extLst>
          </p:cNvPr>
          <p:cNvGrpSpPr>
            <a:grpSpLocks/>
          </p:cNvGrpSpPr>
          <p:nvPr/>
        </p:nvGrpSpPr>
        <p:grpSpPr bwMode="auto">
          <a:xfrm>
            <a:off x="7070725" y="2635250"/>
            <a:ext cx="1701800" cy="615950"/>
            <a:chOff x="7073692" y="5469792"/>
            <a:chExt cx="1701734" cy="616172"/>
          </a:xfrm>
        </p:grpSpPr>
        <p:grpSp>
          <p:nvGrpSpPr>
            <p:cNvPr id="242728" name="Group 316">
              <a:extLst>
                <a:ext uri="{FF2B5EF4-FFF2-40B4-BE49-F238E27FC236}">
                  <a16:creationId xmlns:a16="http://schemas.microsoft.com/office/drawing/2014/main" id="{8F6F944C-CC4B-464E-AF46-65DA6A701E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3692" y="5469792"/>
              <a:ext cx="1701734" cy="616172"/>
              <a:chOff x="6946249" y="5096269"/>
              <a:chExt cx="1701734" cy="616172"/>
            </a:xfrm>
          </p:grpSpPr>
          <p:sp>
            <p:nvSpPr>
              <p:cNvPr id="242730" name="Freeform 2">
                <a:extLst>
                  <a:ext uri="{FF2B5EF4-FFF2-40B4-BE49-F238E27FC236}">
                    <a16:creationId xmlns:a16="http://schemas.microsoft.com/office/drawing/2014/main" id="{A12D2444-7DE0-4193-8CD8-0720B2391D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46249" y="5096269"/>
                <a:ext cx="1701734" cy="616172"/>
              </a:xfrm>
              <a:custGeom>
                <a:avLst/>
                <a:gdLst>
                  <a:gd name="T0" fmla="*/ 2147483646 w 11293"/>
                  <a:gd name="T1" fmla="*/ 2147483646 h 11127"/>
                  <a:gd name="T2" fmla="*/ 2147483646 w 11293"/>
                  <a:gd name="T3" fmla="*/ 2147483646 h 11127"/>
                  <a:gd name="T4" fmla="*/ 2147483646 w 11293"/>
                  <a:gd name="T5" fmla="*/ 2147483646 h 11127"/>
                  <a:gd name="T6" fmla="*/ 2147483646 w 11293"/>
                  <a:gd name="T7" fmla="*/ 2147483646 h 11127"/>
                  <a:gd name="T8" fmla="*/ 2147483646 w 11293"/>
                  <a:gd name="T9" fmla="*/ 2147483646 h 11127"/>
                  <a:gd name="T10" fmla="*/ 2147483646 w 11293"/>
                  <a:gd name="T11" fmla="*/ 2147483646 h 11127"/>
                  <a:gd name="T12" fmla="*/ 2147483646 w 11293"/>
                  <a:gd name="T13" fmla="*/ 2147483646 h 11127"/>
                  <a:gd name="T14" fmla="*/ 2147483646 w 11293"/>
                  <a:gd name="T15" fmla="*/ 2147483646 h 11127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w 11293"/>
                  <a:gd name="T25" fmla="*/ 0 h 11127"/>
                  <a:gd name="T26" fmla="*/ 11293 w 11293"/>
                  <a:gd name="T27" fmla="*/ 11127 h 11127"/>
                </a:gdLst>
                <a:ahLst/>
                <a:cxnLst>
                  <a:cxn ang="T16">
                    <a:pos x="T0" y="T1"/>
                  </a:cxn>
                  <a:cxn ang="T17">
                    <a:pos x="T2" y="T3"/>
                  </a:cxn>
                  <a:cxn ang="T18">
                    <a:pos x="T4" y="T5"/>
                  </a:cxn>
                  <a:cxn ang="T19">
                    <a:pos x="T6" y="T7"/>
                  </a:cxn>
                  <a:cxn ang="T20">
                    <a:pos x="T8" y="T9"/>
                  </a:cxn>
                  <a:cxn ang="T21">
                    <a:pos x="T10" y="T11"/>
                  </a:cxn>
                  <a:cxn ang="T22">
                    <a:pos x="T12" y="T13"/>
                  </a:cxn>
                  <a:cxn ang="T23">
                    <a:pos x="T14" y="T15"/>
                  </a:cxn>
                </a:cxnLst>
                <a:rect l="T24" t="T25" r="T26" b="T27"/>
                <a:pathLst>
                  <a:path w="11293" h="11127">
                    <a:moveTo>
                      <a:pt x="40" y="9082"/>
                    </a:moveTo>
                    <a:cubicBezTo>
                      <a:pt x="352" y="7566"/>
                      <a:pt x="3280" y="1761"/>
                      <a:pt x="4577" y="470"/>
                    </a:cubicBezTo>
                    <a:cubicBezTo>
                      <a:pt x="5874" y="-821"/>
                      <a:pt x="6795" y="914"/>
                      <a:pt x="7822" y="1336"/>
                    </a:cubicBezTo>
                    <a:cubicBezTo>
                      <a:pt x="8849" y="1758"/>
                      <a:pt x="10193" y="1947"/>
                      <a:pt x="10740" y="3004"/>
                    </a:cubicBezTo>
                    <a:cubicBezTo>
                      <a:pt x="11287" y="4061"/>
                      <a:pt x="11468" y="6337"/>
                      <a:pt x="11102" y="7683"/>
                    </a:cubicBezTo>
                    <a:cubicBezTo>
                      <a:pt x="10736" y="9030"/>
                      <a:pt x="9940" y="10771"/>
                      <a:pt x="8541" y="11085"/>
                    </a:cubicBezTo>
                    <a:cubicBezTo>
                      <a:pt x="7141" y="11398"/>
                      <a:pt x="4122" y="9898"/>
                      <a:pt x="2705" y="9564"/>
                    </a:cubicBezTo>
                    <a:cubicBezTo>
                      <a:pt x="1288" y="9230"/>
                      <a:pt x="-272" y="10598"/>
                      <a:pt x="40" y="9082"/>
                    </a:cubicBezTo>
                    <a:close/>
                  </a:path>
                </a:pathLst>
              </a:custGeom>
              <a:solidFill>
                <a:srgbClr val="66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242731" name="Group 327">
                <a:extLst>
                  <a:ext uri="{FF2B5EF4-FFF2-40B4-BE49-F238E27FC236}">
                    <a16:creationId xmlns:a16="http://schemas.microsoft.com/office/drawing/2014/main" id="{704FBE7D-6CFD-4E86-BEBD-4338C65E87D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908175" y="5241780"/>
                <a:ext cx="536554" cy="263548"/>
                <a:chOff x="1871277" y="1576300"/>
                <a:chExt cx="1128371" cy="437861"/>
              </a:xfrm>
            </p:grpSpPr>
            <p:sp>
              <p:nvSpPr>
                <p:cNvPr id="324" name="Oval 323">
                  <a:extLst>
                    <a:ext uri="{FF2B5EF4-FFF2-40B4-BE49-F238E27FC236}">
                      <a16:creationId xmlns:a16="http://schemas.microsoft.com/office/drawing/2014/main" id="{25106009-DC95-4A82-8E24-5A587BFEF003}"/>
                    </a:ext>
                  </a:extLst>
                </p:cNvPr>
                <p:cNvSpPr/>
                <p:nvPr/>
              </p:nvSpPr>
              <p:spPr bwMode="auto">
                <a:xfrm flipV="1">
                  <a:off x="1874747" y="1693374"/>
                  <a:ext cx="1125032" cy="3218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0" scaled="1"/>
                  <a:tileRect/>
                </a:gra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5" name="Rectangle 324">
                  <a:extLst>
                    <a:ext uri="{FF2B5EF4-FFF2-40B4-BE49-F238E27FC236}">
                      <a16:creationId xmlns:a16="http://schemas.microsoft.com/office/drawing/2014/main" id="{CD364787-5876-44E2-87AE-215C90D0A646}"/>
                    </a:ext>
                  </a:extLst>
                </p:cNvPr>
                <p:cNvSpPr/>
                <p:nvPr/>
              </p:nvSpPr>
              <p:spPr bwMode="auto">
                <a:xfrm>
                  <a:off x="1871407" y="1740865"/>
                  <a:ext cx="1128371" cy="116091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75000"/>
                      </a:schemeClr>
                    </a:gs>
                    <a:gs pos="53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08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6" name="Oval 325">
                  <a:extLst>
                    <a:ext uri="{FF2B5EF4-FFF2-40B4-BE49-F238E27FC236}">
                      <a16:creationId xmlns:a16="http://schemas.microsoft.com/office/drawing/2014/main" id="{F953EA5B-9E8B-4202-95CD-3738C05BA962}"/>
                    </a:ext>
                  </a:extLst>
                </p:cNvPr>
                <p:cNvSpPr/>
                <p:nvPr/>
              </p:nvSpPr>
              <p:spPr bwMode="auto">
                <a:xfrm flipV="1">
                  <a:off x="1871407" y="1577282"/>
                  <a:ext cx="1125034" cy="321889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6350" cmpd="sng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solidFill>
                        <a:srgbClr val="000000"/>
                      </a:solidFill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7" name="Freeform 326">
                  <a:extLst>
                    <a:ext uri="{FF2B5EF4-FFF2-40B4-BE49-F238E27FC236}">
                      <a16:creationId xmlns:a16="http://schemas.microsoft.com/office/drawing/2014/main" id="{2B7E182D-C8BB-4367-847C-E5D48DB7E19F}"/>
                    </a:ext>
                  </a:extLst>
                </p:cNvPr>
                <p:cNvSpPr/>
                <p:nvPr/>
              </p:nvSpPr>
              <p:spPr bwMode="auto">
                <a:xfrm>
                  <a:off x="2158508" y="1674905"/>
                  <a:ext cx="550833" cy="158306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8" name="Freeform 327">
                  <a:extLst>
                    <a:ext uri="{FF2B5EF4-FFF2-40B4-BE49-F238E27FC236}">
                      <a16:creationId xmlns:a16="http://schemas.microsoft.com/office/drawing/2014/main" id="{D7FE2D7A-AB22-40C1-BE58-613B367341CC}"/>
                    </a:ext>
                  </a:extLst>
                </p:cNvPr>
                <p:cNvSpPr/>
                <p:nvPr/>
              </p:nvSpPr>
              <p:spPr bwMode="auto">
                <a:xfrm>
                  <a:off x="2101756" y="1635328"/>
                  <a:ext cx="664336" cy="110814"/>
                </a:xfrm>
                <a:custGeom>
                  <a:avLst/>
                  <a:gdLst>
                    <a:gd name="connsiteX0" fmla="*/ 0 w 3645229"/>
                    <a:gd name="connsiteY0" fmla="*/ 214441 h 923747"/>
                    <a:gd name="connsiteX1" fmla="*/ 659770 w 3645229"/>
                    <a:gd name="connsiteY1" fmla="*/ 16495 h 923747"/>
                    <a:gd name="connsiteX2" fmla="*/ 1814367 w 3645229"/>
                    <a:gd name="connsiteY2" fmla="*/ 511360 h 923747"/>
                    <a:gd name="connsiteX3" fmla="*/ 2968965 w 3645229"/>
                    <a:gd name="connsiteY3" fmla="*/ 0 h 923747"/>
                    <a:gd name="connsiteX4" fmla="*/ 3645229 w 3645229"/>
                    <a:gd name="connsiteY4" fmla="*/ 197946 h 923747"/>
                    <a:gd name="connsiteX5" fmla="*/ 3199884 w 3645229"/>
                    <a:gd name="connsiteY5" fmla="*/ 461874 h 923747"/>
                    <a:gd name="connsiteX6" fmla="*/ 2985459 w 3645229"/>
                    <a:gd name="connsiteY6" fmla="*/ 379396 h 923747"/>
                    <a:gd name="connsiteX7" fmla="*/ 1830861 w 3645229"/>
                    <a:gd name="connsiteY7" fmla="*/ 923747 h 923747"/>
                    <a:gd name="connsiteX8" fmla="*/ 676264 w 3645229"/>
                    <a:gd name="connsiteY8" fmla="*/ 412387 h 923747"/>
                    <a:gd name="connsiteX9" fmla="*/ 527816 w 3645229"/>
                    <a:gd name="connsiteY9" fmla="*/ 478369 h 923747"/>
                    <a:gd name="connsiteX10" fmla="*/ 0 w 3645229"/>
                    <a:gd name="connsiteY10" fmla="*/ 21444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78369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71662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23747"/>
                    <a:gd name="connsiteX1" fmla="*/ 655168 w 3640627"/>
                    <a:gd name="connsiteY1" fmla="*/ 16495 h 923747"/>
                    <a:gd name="connsiteX2" fmla="*/ 1809765 w 3640627"/>
                    <a:gd name="connsiteY2" fmla="*/ 511360 h 923747"/>
                    <a:gd name="connsiteX3" fmla="*/ 2964363 w 3640627"/>
                    <a:gd name="connsiteY3" fmla="*/ 0 h 923747"/>
                    <a:gd name="connsiteX4" fmla="*/ 3640627 w 3640627"/>
                    <a:gd name="connsiteY4" fmla="*/ 197946 h 923747"/>
                    <a:gd name="connsiteX5" fmla="*/ 3195282 w 3640627"/>
                    <a:gd name="connsiteY5" fmla="*/ 461874 h 923747"/>
                    <a:gd name="connsiteX6" fmla="*/ 2980857 w 3640627"/>
                    <a:gd name="connsiteY6" fmla="*/ 379396 h 923747"/>
                    <a:gd name="connsiteX7" fmla="*/ 1826259 w 3640627"/>
                    <a:gd name="connsiteY7" fmla="*/ 923747 h 923747"/>
                    <a:gd name="connsiteX8" fmla="*/ 690067 w 3640627"/>
                    <a:gd name="connsiteY8" fmla="*/ 412387 h 923747"/>
                    <a:gd name="connsiteX9" fmla="*/ 523214 w 3640627"/>
                    <a:gd name="connsiteY9" fmla="*/ 482971 h 923747"/>
                    <a:gd name="connsiteX10" fmla="*/ 0 w 3640627"/>
                    <a:gd name="connsiteY10" fmla="*/ 242051 h 923747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09765 w 3640627"/>
                    <a:gd name="connsiteY2" fmla="*/ 511360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2980857 w 3640627"/>
                    <a:gd name="connsiteY6" fmla="*/ 379396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640627"/>
                    <a:gd name="connsiteY0" fmla="*/ 242051 h 946755"/>
                    <a:gd name="connsiteX1" fmla="*/ 655168 w 3640627"/>
                    <a:gd name="connsiteY1" fmla="*/ 16495 h 946755"/>
                    <a:gd name="connsiteX2" fmla="*/ 1855778 w 3640627"/>
                    <a:gd name="connsiteY2" fmla="*/ 534367 h 946755"/>
                    <a:gd name="connsiteX3" fmla="*/ 2964363 w 3640627"/>
                    <a:gd name="connsiteY3" fmla="*/ 0 h 946755"/>
                    <a:gd name="connsiteX4" fmla="*/ 3640627 w 3640627"/>
                    <a:gd name="connsiteY4" fmla="*/ 197946 h 946755"/>
                    <a:gd name="connsiteX5" fmla="*/ 3195282 w 3640627"/>
                    <a:gd name="connsiteY5" fmla="*/ 461874 h 946755"/>
                    <a:gd name="connsiteX6" fmla="*/ 3008465 w 3640627"/>
                    <a:gd name="connsiteY6" fmla="*/ 402404 h 946755"/>
                    <a:gd name="connsiteX7" fmla="*/ 1876873 w 3640627"/>
                    <a:gd name="connsiteY7" fmla="*/ 946755 h 946755"/>
                    <a:gd name="connsiteX8" fmla="*/ 690067 w 3640627"/>
                    <a:gd name="connsiteY8" fmla="*/ 412387 h 946755"/>
                    <a:gd name="connsiteX9" fmla="*/ 523214 w 3640627"/>
                    <a:gd name="connsiteY9" fmla="*/ 482971 h 946755"/>
                    <a:gd name="connsiteX10" fmla="*/ 0 w 3640627"/>
                    <a:gd name="connsiteY10" fmla="*/ 242051 h 946755"/>
                    <a:gd name="connsiteX0" fmla="*/ 0 w 3723451"/>
                    <a:gd name="connsiteY0" fmla="*/ 242051 h 946755"/>
                    <a:gd name="connsiteX1" fmla="*/ 655168 w 3723451"/>
                    <a:gd name="connsiteY1" fmla="*/ 16495 h 946755"/>
                    <a:gd name="connsiteX2" fmla="*/ 1855778 w 3723451"/>
                    <a:gd name="connsiteY2" fmla="*/ 534367 h 946755"/>
                    <a:gd name="connsiteX3" fmla="*/ 2964363 w 3723451"/>
                    <a:gd name="connsiteY3" fmla="*/ 0 h 946755"/>
                    <a:gd name="connsiteX4" fmla="*/ 3723451 w 3723451"/>
                    <a:gd name="connsiteY4" fmla="*/ 220954 h 946755"/>
                    <a:gd name="connsiteX5" fmla="*/ 3195282 w 3723451"/>
                    <a:gd name="connsiteY5" fmla="*/ 461874 h 946755"/>
                    <a:gd name="connsiteX6" fmla="*/ 3008465 w 3723451"/>
                    <a:gd name="connsiteY6" fmla="*/ 402404 h 946755"/>
                    <a:gd name="connsiteX7" fmla="*/ 1876873 w 3723451"/>
                    <a:gd name="connsiteY7" fmla="*/ 946755 h 946755"/>
                    <a:gd name="connsiteX8" fmla="*/ 690067 w 3723451"/>
                    <a:gd name="connsiteY8" fmla="*/ 412387 h 946755"/>
                    <a:gd name="connsiteX9" fmla="*/ 523214 w 3723451"/>
                    <a:gd name="connsiteY9" fmla="*/ 482971 h 946755"/>
                    <a:gd name="connsiteX10" fmla="*/ 0 w 3723451"/>
                    <a:gd name="connsiteY10" fmla="*/ 242051 h 946755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08465 w 3723451"/>
                    <a:gd name="connsiteY6" fmla="*/ 388599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95282 w 3723451"/>
                    <a:gd name="connsiteY5" fmla="*/ 448069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690067 w 3723451"/>
                    <a:gd name="connsiteY8" fmla="*/ 398582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  <a:gd name="connsiteX0" fmla="*/ 0 w 3723451"/>
                    <a:gd name="connsiteY0" fmla="*/ 228246 h 932950"/>
                    <a:gd name="connsiteX1" fmla="*/ 655168 w 3723451"/>
                    <a:gd name="connsiteY1" fmla="*/ 2690 h 932950"/>
                    <a:gd name="connsiteX2" fmla="*/ 1855778 w 3723451"/>
                    <a:gd name="connsiteY2" fmla="*/ 520562 h 932950"/>
                    <a:gd name="connsiteX3" fmla="*/ 3001174 w 3723451"/>
                    <a:gd name="connsiteY3" fmla="*/ 0 h 932950"/>
                    <a:gd name="connsiteX4" fmla="*/ 3723451 w 3723451"/>
                    <a:gd name="connsiteY4" fmla="*/ 207149 h 932950"/>
                    <a:gd name="connsiteX5" fmla="*/ 3186079 w 3723451"/>
                    <a:gd name="connsiteY5" fmla="*/ 461874 h 932950"/>
                    <a:gd name="connsiteX6" fmla="*/ 3013067 w 3723451"/>
                    <a:gd name="connsiteY6" fmla="*/ 393200 h 932950"/>
                    <a:gd name="connsiteX7" fmla="*/ 1876873 w 3723451"/>
                    <a:gd name="connsiteY7" fmla="*/ 932950 h 932950"/>
                    <a:gd name="connsiteX8" fmla="*/ 711613 w 3723451"/>
                    <a:gd name="connsiteY8" fmla="*/ 413055 h 932950"/>
                    <a:gd name="connsiteX9" fmla="*/ 523214 w 3723451"/>
                    <a:gd name="connsiteY9" fmla="*/ 469166 h 932950"/>
                    <a:gd name="connsiteX10" fmla="*/ 0 w 3723451"/>
                    <a:gd name="connsiteY10" fmla="*/ 228246 h 9329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29" name="Freeform 328">
                  <a:extLst>
                    <a:ext uri="{FF2B5EF4-FFF2-40B4-BE49-F238E27FC236}">
                      <a16:creationId xmlns:a16="http://schemas.microsoft.com/office/drawing/2014/main" id="{28A615C9-63E2-4BA8-86E0-A1A3EF9ADCD1}"/>
                    </a:ext>
                  </a:extLst>
                </p:cNvPr>
                <p:cNvSpPr/>
                <p:nvPr/>
              </p:nvSpPr>
              <p:spPr bwMode="auto">
                <a:xfrm>
                  <a:off x="2535745" y="1730312"/>
                  <a:ext cx="243700" cy="97623"/>
                </a:xfrm>
                <a:custGeom>
                  <a:avLst/>
                  <a:gdLst>
                    <a:gd name="connsiteX0" fmla="*/ 55216 w 1421812"/>
                    <a:gd name="connsiteY0" fmla="*/ 0 h 800665"/>
                    <a:gd name="connsiteX1" fmla="*/ 1421812 w 1421812"/>
                    <a:gd name="connsiteY1" fmla="*/ 625807 h 800665"/>
                    <a:gd name="connsiteX2" fmla="*/ 947874 w 1421812"/>
                    <a:gd name="connsiteY2" fmla="*/ 800665 h 800665"/>
                    <a:gd name="connsiteX3" fmla="*/ 50614 w 1421812"/>
                    <a:gd name="connsiteY3" fmla="*/ 404934 h 800665"/>
                    <a:gd name="connsiteX4" fmla="*/ 0 w 1421812"/>
                    <a:gd name="connsiteY4" fmla="*/ 404934 h 800665"/>
                    <a:gd name="connsiteX5" fmla="*/ 55216 w 1421812"/>
                    <a:gd name="connsiteY5" fmla="*/ 0 h 800665"/>
                    <a:gd name="connsiteX0" fmla="*/ 4602 w 1371198"/>
                    <a:gd name="connsiteY0" fmla="*/ 0 h 800665"/>
                    <a:gd name="connsiteX1" fmla="*/ 1371198 w 1371198"/>
                    <a:gd name="connsiteY1" fmla="*/ 625807 h 800665"/>
                    <a:gd name="connsiteX2" fmla="*/ 897260 w 1371198"/>
                    <a:gd name="connsiteY2" fmla="*/ 800665 h 800665"/>
                    <a:gd name="connsiteX3" fmla="*/ 0 w 1371198"/>
                    <a:gd name="connsiteY3" fmla="*/ 404934 h 800665"/>
                    <a:gd name="connsiteX4" fmla="*/ 4602 w 1371198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0665"/>
                    <a:gd name="connsiteX1" fmla="*/ 1366596 w 1366596"/>
                    <a:gd name="connsiteY1" fmla="*/ 625807 h 800665"/>
                    <a:gd name="connsiteX2" fmla="*/ 892658 w 1366596"/>
                    <a:gd name="connsiteY2" fmla="*/ 800665 h 800665"/>
                    <a:gd name="connsiteX3" fmla="*/ 4601 w 1366596"/>
                    <a:gd name="connsiteY3" fmla="*/ 427942 h 800665"/>
                    <a:gd name="connsiteX4" fmla="*/ 0 w 1366596"/>
                    <a:gd name="connsiteY4" fmla="*/ 0 h 800665"/>
                    <a:gd name="connsiteX0" fmla="*/ 0 w 1366596"/>
                    <a:gd name="connsiteY0" fmla="*/ 0 h 809868"/>
                    <a:gd name="connsiteX1" fmla="*/ 1366596 w 1366596"/>
                    <a:gd name="connsiteY1" fmla="*/ 625807 h 809868"/>
                    <a:gd name="connsiteX2" fmla="*/ 865050 w 1366596"/>
                    <a:gd name="connsiteY2" fmla="*/ 809868 h 809868"/>
                    <a:gd name="connsiteX3" fmla="*/ 4601 w 1366596"/>
                    <a:gd name="connsiteY3" fmla="*/ 427942 h 809868"/>
                    <a:gd name="connsiteX4" fmla="*/ 0 w 1366596"/>
                    <a:gd name="connsiteY4" fmla="*/ 0 h 809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330" name="Freeform 329">
                  <a:extLst>
                    <a:ext uri="{FF2B5EF4-FFF2-40B4-BE49-F238E27FC236}">
                      <a16:creationId xmlns:a16="http://schemas.microsoft.com/office/drawing/2014/main" id="{84265764-8247-4B0F-8D2A-F59B85B6563B}"/>
                    </a:ext>
                  </a:extLst>
                </p:cNvPr>
                <p:cNvSpPr/>
                <p:nvPr/>
              </p:nvSpPr>
              <p:spPr bwMode="auto">
                <a:xfrm>
                  <a:off x="2091740" y="1732951"/>
                  <a:ext cx="240363" cy="94984"/>
                </a:xfrm>
                <a:custGeom>
                  <a:avLst/>
                  <a:gdLst>
                    <a:gd name="connsiteX0" fmla="*/ 1329786 w 1348191"/>
                    <a:gd name="connsiteY0" fmla="*/ 0 h 809869"/>
                    <a:gd name="connsiteX1" fmla="*/ 1348191 w 1348191"/>
                    <a:gd name="connsiteY1" fmla="*/ 400333 h 809869"/>
                    <a:gd name="connsiteX2" fmla="*/ 487742 w 1348191"/>
                    <a:gd name="connsiteY2" fmla="*/ 809869 h 809869"/>
                    <a:gd name="connsiteX3" fmla="*/ 0 w 1348191"/>
                    <a:gd name="connsiteY3" fmla="*/ 630409 h 809869"/>
                    <a:gd name="connsiteX4" fmla="*/ 1329786 w 1348191"/>
                    <a:gd name="connsiteY4" fmla="*/ 0 h 809869"/>
                    <a:gd name="connsiteX0" fmla="*/ 1329786 w 1348191"/>
                    <a:gd name="connsiteY0" fmla="*/ 0 h 791462"/>
                    <a:gd name="connsiteX1" fmla="*/ 1348191 w 1348191"/>
                    <a:gd name="connsiteY1" fmla="*/ 381926 h 791462"/>
                    <a:gd name="connsiteX2" fmla="*/ 487742 w 1348191"/>
                    <a:gd name="connsiteY2" fmla="*/ 791462 h 791462"/>
                    <a:gd name="connsiteX3" fmla="*/ 0 w 1348191"/>
                    <a:gd name="connsiteY3" fmla="*/ 612002 h 791462"/>
                    <a:gd name="connsiteX4" fmla="*/ 1329786 w 1348191"/>
                    <a:gd name="connsiteY4" fmla="*/ 0 h 791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cxnSp>
              <p:nvCxnSpPr>
                <p:cNvPr id="331" name="Straight Connector 330">
                  <a:extLst>
                    <a:ext uri="{FF2B5EF4-FFF2-40B4-BE49-F238E27FC236}">
                      <a16:creationId xmlns:a16="http://schemas.microsoft.com/office/drawing/2014/main" id="{A5718F52-D2F8-4F29-B05E-26BB54317E9B}"/>
                    </a:ext>
                  </a:extLst>
                </p:cNvPr>
                <p:cNvCxnSpPr>
                  <a:endCxn id="326" idx="2"/>
                </p:cNvCxnSpPr>
                <p:nvPr/>
              </p:nvCxnSpPr>
              <p:spPr bwMode="auto">
                <a:xfrm flipH="1" flipV="1">
                  <a:off x="1871407" y="1735589"/>
                  <a:ext cx="3339" cy="124007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2" name="Straight Connector 331">
                  <a:extLst>
                    <a:ext uri="{FF2B5EF4-FFF2-40B4-BE49-F238E27FC236}">
                      <a16:creationId xmlns:a16="http://schemas.microsoft.com/office/drawing/2014/main" id="{6D205726-D1C5-4D71-AA0C-CE40762F5F4A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2996441" y="1735589"/>
                  <a:ext cx="3337" cy="121368"/>
                </a:xfrm>
                <a:prstGeom prst="line">
                  <a:avLst/>
                </a:prstGeom>
                <a:ln w="6350" cmpd="sng">
                  <a:solidFill>
                    <a:schemeClr val="tx1"/>
                  </a:solidFill>
                </a:ln>
                <a:effectLst>
                  <a:outerShdw blurRad="40005" dist="19939" dir="5400000" algn="tl" rotWithShape="0">
                    <a:srgbClr val="000000">
                      <a:alpha val="38000"/>
                    </a:srgbClr>
                  </a:outerShdw>
                </a:effectLst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2732" name="Group 320">
                <a:extLst>
                  <a:ext uri="{FF2B5EF4-FFF2-40B4-BE49-F238E27FC236}">
                    <a16:creationId xmlns:a16="http://schemas.microsoft.com/office/drawing/2014/main" id="{702EFE54-B624-4B8C-8E81-B65904FCA1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876581" y="5223365"/>
                <a:ext cx="466894" cy="369332"/>
                <a:chOff x="599495" y="1708643"/>
                <a:chExt cx="491778" cy="409344"/>
              </a:xfrm>
            </p:grpSpPr>
            <p:sp>
              <p:nvSpPr>
                <p:cNvPr id="322" name="Oval 321">
                  <a:extLst>
                    <a:ext uri="{FF2B5EF4-FFF2-40B4-BE49-F238E27FC236}">
                      <a16:creationId xmlns:a16="http://schemas.microsoft.com/office/drawing/2014/main" id="{86E45572-D4C8-4B0E-9D03-C3C41B817A53}"/>
                    </a:ext>
                  </a:extLst>
                </p:cNvPr>
                <p:cNvSpPr/>
                <p:nvPr/>
              </p:nvSpPr>
              <p:spPr bwMode="auto">
                <a:xfrm>
                  <a:off x="724801" y="1787793"/>
                  <a:ext cx="356145" cy="232336"/>
                </a:xfrm>
                <a:prstGeom prst="ellipse">
                  <a:avLst/>
                </a:prstGeom>
                <a:solidFill>
                  <a:schemeClr val="bg1">
                    <a:alpha val="76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endParaRPr>
                </a:p>
              </p:txBody>
            </p:sp>
            <p:sp>
              <p:nvSpPr>
                <p:cNvPr id="242734" name="TextBox 322">
                  <a:extLst>
                    <a:ext uri="{FF2B5EF4-FFF2-40B4-BE49-F238E27FC236}">
                      <a16:creationId xmlns:a16="http://schemas.microsoft.com/office/drawing/2014/main" id="{6EC9036F-1E36-402C-9786-61660F1B5C5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99495" y="1708643"/>
                  <a:ext cx="491778" cy="40934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  X</a:t>
                  </a:r>
                </a:p>
              </p:txBody>
            </p:sp>
          </p:grpSp>
        </p:grpSp>
        <p:cxnSp>
          <p:nvCxnSpPr>
            <p:cNvPr id="242729" name="Straight Connector 317">
              <a:extLst>
                <a:ext uri="{FF2B5EF4-FFF2-40B4-BE49-F238E27FC236}">
                  <a16:creationId xmlns:a16="http://schemas.microsoft.com/office/drawing/2014/main" id="{7A425369-5DD7-4412-9674-E94506B70CD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133690" y="5764030"/>
              <a:ext cx="870024" cy="9999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6" name="Group 332">
            <a:extLst>
              <a:ext uri="{FF2B5EF4-FFF2-40B4-BE49-F238E27FC236}">
                <a16:creationId xmlns:a16="http://schemas.microsoft.com/office/drawing/2014/main" id="{E02E03FD-F3D7-42D0-B499-3A67CB9E3677}"/>
              </a:ext>
            </a:extLst>
          </p:cNvPr>
          <p:cNvGrpSpPr>
            <a:grpSpLocks/>
          </p:cNvGrpSpPr>
          <p:nvPr/>
        </p:nvGrpSpPr>
        <p:grpSpPr bwMode="auto">
          <a:xfrm>
            <a:off x="5713413" y="2600325"/>
            <a:ext cx="871537" cy="788988"/>
            <a:chOff x="5713444" y="2379268"/>
            <a:chExt cx="872159" cy="788717"/>
          </a:xfrm>
        </p:grpSpPr>
        <p:sp>
          <p:nvSpPr>
            <p:cNvPr id="242726" name="AutoShape 118">
              <a:extLst>
                <a:ext uri="{FF2B5EF4-FFF2-40B4-BE49-F238E27FC236}">
                  <a16:creationId xmlns:a16="http://schemas.microsoft.com/office/drawing/2014/main" id="{8A3D202C-0444-4EBA-8488-7671B87CCE9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4002035">
              <a:off x="5467382" y="2625330"/>
              <a:ext cx="768350" cy="276226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242727" name="Text Box 119">
              <a:extLst>
                <a:ext uri="{FF2B5EF4-FFF2-40B4-BE49-F238E27FC236}">
                  <a16:creationId xmlns:a16="http://schemas.microsoft.com/office/drawing/2014/main" id="{8A818F54-A6F7-43BA-A918-C709A4CF01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48435" y="2887139"/>
              <a:ext cx="737168" cy="2808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AS3,X </a:t>
              </a:r>
            </a:p>
          </p:txBody>
        </p:sp>
      </p:grpSp>
      <p:grpSp>
        <p:nvGrpSpPr>
          <p:cNvPr id="47" name="Group 335">
            <a:extLst>
              <a:ext uri="{FF2B5EF4-FFF2-40B4-BE49-F238E27FC236}">
                <a16:creationId xmlns:a16="http://schemas.microsoft.com/office/drawing/2014/main" id="{5126523B-1F8E-4151-89F0-5DACD25C8346}"/>
              </a:ext>
            </a:extLst>
          </p:cNvPr>
          <p:cNvGrpSpPr>
            <a:grpSpLocks/>
          </p:cNvGrpSpPr>
          <p:nvPr/>
        </p:nvGrpSpPr>
        <p:grpSpPr bwMode="auto">
          <a:xfrm>
            <a:off x="2239963" y="2660650"/>
            <a:ext cx="1127125" cy="992188"/>
            <a:chOff x="2240503" y="2438604"/>
            <a:chExt cx="1126397" cy="993049"/>
          </a:xfrm>
        </p:grpSpPr>
        <p:sp>
          <p:nvSpPr>
            <p:cNvPr id="242724" name="Text Box 119">
              <a:extLst>
                <a:ext uri="{FF2B5EF4-FFF2-40B4-BE49-F238E27FC236}">
                  <a16:creationId xmlns:a16="http://schemas.microsoft.com/office/drawing/2014/main" id="{7E7217F6-38F6-4048-9805-A3D5075C34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40503" y="3150807"/>
              <a:ext cx="1126397" cy="2808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AS1,AS3,X </a:t>
              </a:r>
            </a:p>
          </p:txBody>
        </p:sp>
        <p:sp>
          <p:nvSpPr>
            <p:cNvPr id="242725" name="AutoShape 118">
              <a:extLst>
                <a:ext uri="{FF2B5EF4-FFF2-40B4-BE49-F238E27FC236}">
                  <a16:creationId xmlns:a16="http://schemas.microsoft.com/office/drawing/2014/main" id="{84FE2644-6348-4C1D-AEA1-E263A3B96CE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-7371667">
              <a:off x="2734864" y="2684666"/>
              <a:ext cx="768350" cy="276225"/>
            </a:xfrm>
            <a:prstGeom prst="leftArrow">
              <a:avLst>
                <a:gd name="adj1" fmla="val 50000"/>
                <a:gd name="adj2" fmla="val 69540"/>
              </a:avLst>
            </a:prstGeom>
            <a:gradFill rotWithShape="1">
              <a:gsLst>
                <a:gs pos="0">
                  <a:srgbClr val="FF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65B9B44E-EBB8-49DE-A3ED-B76186E7573C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4913313" y="3654425"/>
            <a:ext cx="357187" cy="288925"/>
          </a:xfrm>
          <a:prstGeom prst="straightConnector1">
            <a:avLst/>
          </a:prstGeom>
          <a:noFill/>
          <a:ln w="25400" algn="ctr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546E2A8-E05B-4C5B-AD57-41885584314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886200" y="3671888"/>
            <a:ext cx="412750" cy="296862"/>
          </a:xfrm>
          <a:prstGeom prst="straightConnector1">
            <a:avLst/>
          </a:prstGeom>
          <a:noFill/>
          <a:ln w="25400" algn="ctr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2716" name="Straight Connector 342">
            <a:extLst>
              <a:ext uri="{FF2B5EF4-FFF2-40B4-BE49-F238E27FC236}">
                <a16:creationId xmlns:a16="http://schemas.microsoft.com/office/drawing/2014/main" id="{BAAFD7B4-F928-4566-A1C0-018AED93FC7B}"/>
              </a:ext>
            </a:extLst>
          </p:cNvPr>
          <p:cNvCxnSpPr>
            <a:cxnSpLocks noChangeShapeType="1"/>
            <a:stCxn id="242747" idx="1"/>
          </p:cNvCxnSpPr>
          <p:nvPr/>
        </p:nvCxnSpPr>
        <p:spPr bwMode="auto">
          <a:xfrm flipH="1">
            <a:off x="3046413" y="2381250"/>
            <a:ext cx="2717800" cy="144463"/>
          </a:xfrm>
          <a:prstGeom prst="line">
            <a:avLst/>
          </a:prstGeom>
          <a:noFill/>
          <a:ln w="381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2717" name="TextBox 353">
            <a:extLst>
              <a:ext uri="{FF2B5EF4-FFF2-40B4-BE49-F238E27FC236}">
                <a16:creationId xmlns:a16="http://schemas.microsoft.com/office/drawing/2014/main" id="{4FF33BEB-893C-43D0-954C-DEF1D1214F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3538" y="3668713"/>
            <a:ext cx="18605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OSPF link weights</a:t>
            </a:r>
          </a:p>
        </p:txBody>
      </p:sp>
      <p:sp>
        <p:nvSpPr>
          <p:cNvPr id="242718" name="TextBox 3">
            <a:extLst>
              <a:ext uri="{FF2B5EF4-FFF2-40B4-BE49-F238E27FC236}">
                <a16:creationId xmlns:a16="http://schemas.microsoft.com/office/drawing/2014/main" id="{3058EB70-CFA4-46B0-8301-0E5FE39440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3525" y="3471863"/>
            <a:ext cx="5270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201</a:t>
            </a:r>
            <a:endParaRPr kumimoji="0" lang="en-US" altLang="en-US" sz="1800" b="0" i="1" u="none" strike="noStrike" kern="1200" cap="none" spc="0" normalizeH="0" baseline="0" noProof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42719" name="TextBox 356">
            <a:extLst>
              <a:ext uri="{FF2B5EF4-FFF2-40B4-BE49-F238E27FC236}">
                <a16:creationId xmlns:a16="http://schemas.microsoft.com/office/drawing/2014/main" id="{7E7E679A-A12C-473C-A12C-A71E15CE3E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2313" y="3127375"/>
            <a:ext cx="5270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152</a:t>
            </a:r>
            <a:endParaRPr kumimoji="0" lang="en-US" altLang="en-US" sz="1800" b="0" i="1" u="none" strike="noStrike" kern="1200" cap="none" spc="0" normalizeH="0" baseline="0" noProof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42720" name="TextBox 357">
            <a:extLst>
              <a:ext uri="{FF2B5EF4-FFF2-40B4-BE49-F238E27FC236}">
                <a16:creationId xmlns:a16="http://schemas.microsoft.com/office/drawing/2014/main" id="{8F990182-BA75-49CF-8D08-8AC740337E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3325" y="2967038"/>
            <a:ext cx="5143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112</a:t>
            </a:r>
            <a:endParaRPr kumimoji="0" lang="en-US" altLang="en-US" sz="1800" b="0" i="1" u="none" strike="noStrike" kern="1200" cap="none" spc="0" normalizeH="0" baseline="0" noProof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42721" name="TextBox 358">
            <a:extLst>
              <a:ext uri="{FF2B5EF4-FFF2-40B4-BE49-F238E27FC236}">
                <a16:creationId xmlns:a16="http://schemas.microsoft.com/office/drawing/2014/main" id="{99E1FDCC-E7D6-40D7-864B-50CEB6DE35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62488" y="3433763"/>
            <a:ext cx="5270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1" u="none" strike="noStrike" kern="1200" cap="none" spc="0" normalizeH="0" baseline="0" noProof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263</a:t>
            </a:r>
            <a:endParaRPr kumimoji="0" lang="en-US" altLang="en-US" sz="1800" b="0" i="1" u="none" strike="noStrike" kern="1200" cap="none" spc="0" normalizeH="0" baseline="0" noProof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42722" name="Slide Number Placeholder 5">
            <a:extLst>
              <a:ext uri="{FF2B5EF4-FFF2-40B4-BE49-F238E27FC236}">
                <a16:creationId xmlns:a16="http://schemas.microsoft.com/office/drawing/2014/main" id="{B253F8F2-940F-40A9-9B88-B837399A6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456613" y="6475413"/>
            <a:ext cx="547687" cy="27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CDCDEB47-424A-46A0-9382-4A89F6EEA20F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42723" name="Footer Placeholder 2">
            <a:extLst>
              <a:ext uri="{FF2B5EF4-FFF2-40B4-BE49-F238E27FC236}">
                <a16:creationId xmlns:a16="http://schemas.microsoft.com/office/drawing/2014/main" id="{D14F6832-863F-464C-B623-04CE2F9A3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2967377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6"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94" name="Footer Placeholder 4">
            <a:extLst>
              <a:ext uri="{FF2B5EF4-FFF2-40B4-BE49-F238E27FC236}">
                <a16:creationId xmlns:a16="http://schemas.microsoft.com/office/drawing/2014/main" id="{1D2E75B9-193E-43CD-A08D-83B6A5E62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264195" name="Slide Number Placeholder 5">
            <a:extLst>
              <a:ext uri="{FF2B5EF4-FFF2-40B4-BE49-F238E27FC236}">
                <a16:creationId xmlns:a16="http://schemas.microsoft.com/office/drawing/2014/main" id="{0CDB6BD0-6C6D-4FE4-B9CF-25202DC01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595F7F0C-C828-45BE-8B03-63BE681CBF2F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4932" name="Rectangle 2">
            <a:extLst>
              <a:ext uri="{FF2B5EF4-FFF2-40B4-BE49-F238E27FC236}">
                <a16:creationId xmlns:a16="http://schemas.microsoft.com/office/drawing/2014/main" id="{ADE4A1BE-E3C5-4E2D-8BEB-84D212B6B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3600" dirty="0">
                <a:cs typeface="+mj-cs"/>
              </a:rPr>
              <a:t>Why different Intra-, Inter-AS routing?</a:t>
            </a:r>
            <a:r>
              <a:rPr lang="en-US" sz="4800" dirty="0">
                <a:cs typeface="+mj-cs"/>
              </a:rPr>
              <a:t> </a:t>
            </a:r>
          </a:p>
        </p:txBody>
      </p:sp>
      <p:sp>
        <p:nvSpPr>
          <p:cNvPr id="184325" name="Rectangle 3">
            <a:extLst>
              <a:ext uri="{FF2B5EF4-FFF2-40B4-BE49-F238E27FC236}">
                <a16:creationId xmlns:a16="http://schemas.microsoft.com/office/drawing/2014/main" id="{6E9D0C68-4634-4597-B1BF-E169D06DB3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7213" y="1393825"/>
            <a:ext cx="8229600" cy="45720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sz="3200" i="1" dirty="0">
                <a:solidFill>
                  <a:srgbClr val="CC0000"/>
                </a:solidFill>
                <a:ea typeface="ＭＳ Ｐゴシック" pitchFamily="34" charset="-128"/>
              </a:rPr>
              <a:t>policy:</a:t>
            </a:r>
            <a:r>
              <a:rPr lang="en-US" altLang="zh-TW" dirty="0">
                <a:ea typeface="ＭＳ Ｐゴシック" pitchFamily="34" charset="-128"/>
              </a:rPr>
              <a:t> </a:t>
            </a:r>
          </a:p>
          <a:p>
            <a:pPr>
              <a:defRPr/>
            </a:pP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inter-AS</a:t>
            </a:r>
            <a:r>
              <a:rPr lang="en-US" altLang="zh-TW" dirty="0">
                <a:ea typeface="ＭＳ Ｐゴシック" pitchFamily="34" charset="-128"/>
              </a:rPr>
              <a:t>: admin wants control over how its traffic routed, who routes through its net. </a:t>
            </a:r>
          </a:p>
          <a:p>
            <a:pPr>
              <a:defRPr/>
            </a:pP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intra-AS</a:t>
            </a:r>
            <a:r>
              <a:rPr lang="en-US" altLang="zh-TW" dirty="0">
                <a:ea typeface="ＭＳ Ｐゴシック" pitchFamily="34" charset="-128"/>
              </a:rPr>
              <a:t>: single admin, so </a:t>
            </a: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no policy decisions</a:t>
            </a:r>
            <a:r>
              <a:rPr lang="en-US" altLang="zh-TW" dirty="0">
                <a:ea typeface="ＭＳ Ｐゴシック" pitchFamily="34" charset="-128"/>
              </a:rPr>
              <a:t> needed</a:t>
            </a:r>
          </a:p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sz="3200" i="1" dirty="0">
                <a:solidFill>
                  <a:srgbClr val="CC0000"/>
                </a:solidFill>
                <a:ea typeface="ＭＳ Ｐゴシック" pitchFamily="34" charset="-128"/>
              </a:rPr>
              <a:t>scale:</a:t>
            </a:r>
            <a:endParaRPr lang="en-US" altLang="zh-TW" i="1" dirty="0">
              <a:solidFill>
                <a:srgbClr val="CC0000"/>
              </a:solidFill>
              <a:ea typeface="ＭＳ Ｐゴシック" pitchFamily="34" charset="-128"/>
            </a:endParaRPr>
          </a:p>
          <a:p>
            <a:pPr>
              <a:defRPr/>
            </a:pPr>
            <a:r>
              <a:rPr lang="en-US" altLang="zh-TW" dirty="0">
                <a:ea typeface="ＭＳ Ｐゴシック" pitchFamily="34" charset="-128"/>
              </a:rPr>
              <a:t>hierarchical routing saves table size, reduced update traffic</a:t>
            </a:r>
          </a:p>
          <a:p>
            <a:pPr>
              <a:buFont typeface="Wingdings" panose="05000000000000000000" pitchFamily="2" charset="2"/>
              <a:buNone/>
              <a:defRPr/>
            </a:pPr>
            <a:r>
              <a:rPr lang="en-US" altLang="zh-TW" i="1" dirty="0">
                <a:solidFill>
                  <a:srgbClr val="CC0000"/>
                </a:solidFill>
                <a:ea typeface="ＭＳ Ｐゴシック" pitchFamily="34" charset="-128"/>
              </a:rPr>
              <a:t>performance: </a:t>
            </a:r>
          </a:p>
          <a:p>
            <a:pPr>
              <a:defRPr/>
            </a:pP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inter-AS</a:t>
            </a:r>
            <a:r>
              <a:rPr lang="en-US" altLang="zh-TW" dirty="0">
                <a:ea typeface="ＭＳ Ｐゴシック" pitchFamily="34" charset="-128"/>
              </a:rPr>
              <a:t>: </a:t>
            </a: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policy</a:t>
            </a:r>
            <a:r>
              <a:rPr lang="en-US" altLang="zh-TW" dirty="0">
                <a:ea typeface="ＭＳ Ｐゴシック" pitchFamily="34" charset="-128"/>
              </a:rPr>
              <a:t> may dominate over performance</a:t>
            </a:r>
          </a:p>
          <a:p>
            <a:pPr>
              <a:defRPr/>
            </a:pP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intra-AS</a:t>
            </a:r>
            <a:r>
              <a:rPr lang="en-US" altLang="zh-TW" dirty="0">
                <a:ea typeface="ＭＳ Ｐゴシック" pitchFamily="34" charset="-128"/>
              </a:rPr>
              <a:t>: can focus on </a:t>
            </a: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performance</a:t>
            </a:r>
          </a:p>
          <a:p>
            <a:pPr marL="0" indent="0">
              <a:buFont typeface="Wingdings" panose="05000000000000000000" pitchFamily="2" charset="2"/>
              <a:buNone/>
              <a:defRPr/>
            </a:pPr>
            <a:endParaRPr lang="en-US" altLang="zh-TW" dirty="0">
              <a:ea typeface="ＭＳ Ｐゴシック" pitchFamily="34" charset="-128"/>
            </a:endParaRPr>
          </a:p>
        </p:txBody>
      </p:sp>
      <p:pic>
        <p:nvPicPr>
          <p:cNvPr id="264198" name="Picture 4" descr="underline_base">
            <a:extLst>
              <a:ext uri="{FF2B5EF4-FFF2-40B4-BE49-F238E27FC236}">
                <a16:creationId xmlns:a16="http://schemas.microsoft.com/office/drawing/2014/main" id="{E61B8372-2405-4A14-936D-76E3A541258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1049338"/>
            <a:ext cx="7313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1" name="Picture 2" descr="underline_base"/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3012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5.1 introduction</a:t>
            </a:r>
          </a:p>
          <a:p>
            <a:pPr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5.2 routing protocols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link state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Gill Sans MT" charset="0"/>
              </a:rPr>
              <a:t>distance vector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5.3 intra-AS routing in the Internet: OSPF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/>
              <a:t>5.4 routing among the ISPs: BGP</a:t>
            </a:r>
            <a:endParaRPr lang="en-US" sz="2400" dirty="0">
              <a:latin typeface="Gill Sans MT" charset="0"/>
            </a:endParaRPr>
          </a:p>
        </p:txBody>
      </p:sp>
      <p:sp>
        <p:nvSpPr>
          <p:cNvPr id="43013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marL="461963" indent="-461963">
              <a:lnSpc>
                <a:spcPct val="100000"/>
              </a:lnSpc>
              <a:buFont typeface="Wingdings" charset="0"/>
              <a:buNone/>
            </a:pPr>
            <a:r>
              <a:rPr lang="en-US" sz="2400" dirty="0">
                <a:latin typeface="Gill Sans MT" charset="0"/>
              </a:rPr>
              <a:t>5.5 The SDN control plane</a:t>
            </a:r>
          </a:p>
          <a:p>
            <a:pPr marL="461963" indent="-461963">
              <a:lnSpc>
                <a:spcPct val="100000"/>
              </a:lnSpc>
              <a:buNone/>
            </a:pPr>
            <a:r>
              <a:rPr lang="en-US" sz="2400" dirty="0">
                <a:solidFill>
                  <a:srgbClr val="CC0000"/>
                </a:solidFill>
              </a:rPr>
              <a:t>5.6 ICMP: The Internet Control Message Protocol </a:t>
            </a:r>
          </a:p>
        </p:txBody>
      </p:sp>
      <p:sp>
        <p:nvSpPr>
          <p:cNvPr id="43014" name="Rectangle 2"/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4400" dirty="0">
                <a:solidFill>
                  <a:srgbClr val="000099"/>
                </a:solidFill>
                <a:latin typeface="Gill Sans MT" charset="0"/>
              </a:rPr>
              <a:t>Chapter 5: outline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49</a:t>
            </a:fld>
            <a:endParaRPr lang="en-US" sz="1200" dirty="0">
              <a:latin typeface="Tahoma" charset="0"/>
            </a:endParaRPr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25287253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Footer Placeholder 5">
            <a:extLst>
              <a:ext uri="{FF2B5EF4-FFF2-40B4-BE49-F238E27FC236}">
                <a16:creationId xmlns:a16="http://schemas.microsoft.com/office/drawing/2014/main" id="{8E6D21F1-6C4C-463F-A8C0-51DBDD5EE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68963" name="Slide Number Placeholder 6">
            <a:extLst>
              <a:ext uri="{FF2B5EF4-FFF2-40B4-BE49-F238E27FC236}">
                <a16:creationId xmlns:a16="http://schemas.microsoft.com/office/drawing/2014/main" id="{2A5555F9-C252-4D23-A199-EE42A14D4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FF09073A-C8BE-4092-A066-50C88E2D0FBD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8964" name="Rectangle 2">
            <a:extLst>
              <a:ext uri="{FF2B5EF4-FFF2-40B4-BE49-F238E27FC236}">
                <a16:creationId xmlns:a16="http://schemas.microsoft.com/office/drawing/2014/main" id="{D2520246-C2CF-4002-B7C2-1FA1A39426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8600"/>
            <a:ext cx="8124825" cy="876300"/>
          </a:xfrm>
        </p:spPr>
        <p:txBody>
          <a:bodyPr/>
          <a:lstStyle/>
          <a:p>
            <a:r>
              <a:rPr lang="en-US" altLang="zh-TW" sz="3600" dirty="0">
                <a:ea typeface="ＭＳ Ｐゴシック" panose="020B0600070205080204" pitchFamily="34" charset="-128"/>
              </a:rPr>
              <a:t>ICMP: internet control message protocol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168965" name="Rectangle 3">
            <a:extLst>
              <a:ext uri="{FF2B5EF4-FFF2-40B4-BE49-F238E27FC236}">
                <a16:creationId xmlns:a16="http://schemas.microsoft.com/office/drawing/2014/main" id="{6D345783-C313-4D73-9A27-2062EF550C4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77838" y="1544638"/>
            <a:ext cx="3810000" cy="4648200"/>
          </a:xfrm>
        </p:spPr>
        <p:txBody>
          <a:bodyPr/>
          <a:lstStyle/>
          <a:p>
            <a:r>
              <a:rPr lang="en-US" altLang="zh-TW" sz="2400" dirty="0">
                <a:ea typeface="ＭＳ Ｐゴシック" panose="020B0600070205080204" pitchFamily="34" charset="-128"/>
              </a:rPr>
              <a:t>used by hosts &amp; routers to </a:t>
            </a:r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communicate network-level information</a:t>
            </a:r>
          </a:p>
          <a:p>
            <a:pPr lvl="1"/>
            <a:r>
              <a:rPr lang="en-US" altLang="zh-TW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error reporting</a:t>
            </a:r>
            <a:r>
              <a:rPr lang="en-US" altLang="zh-TW" sz="2000" dirty="0">
                <a:ea typeface="ＭＳ Ｐゴシック" panose="020B0600070205080204" pitchFamily="34" charset="-128"/>
              </a:rPr>
              <a:t>: unreachable host, network, port, protocol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echo request/reply (used by </a:t>
            </a:r>
            <a:r>
              <a:rPr lang="en-US" altLang="zh-TW" sz="20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ping</a:t>
            </a:r>
            <a:r>
              <a:rPr lang="en-US" altLang="zh-TW" sz="2000" dirty="0">
                <a:ea typeface="ＭＳ Ｐゴシック" panose="020B0600070205080204" pitchFamily="34" charset="-128"/>
              </a:rPr>
              <a:t>)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network-layer </a:t>
            </a:r>
            <a:r>
              <a:rPr lang="ja-JP" altLang="en-US" sz="2400" dirty="0"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ea typeface="ＭＳ Ｐゴシック" panose="020B0600070205080204" pitchFamily="34" charset="-128"/>
              </a:rPr>
              <a:t>above</a:t>
            </a:r>
            <a:r>
              <a:rPr lang="ja-JP" altLang="en-US" sz="2400" dirty="0"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ea typeface="ＭＳ Ｐゴシック" panose="020B0600070205080204" pitchFamily="34" charset="-128"/>
              </a:rPr>
              <a:t> IP:</a:t>
            </a:r>
          </a:p>
          <a:p>
            <a:pPr lvl="1"/>
            <a:r>
              <a:rPr lang="en-US" altLang="zh-TW" sz="2000" dirty="0">
                <a:ea typeface="ＭＳ Ｐゴシック" panose="020B0600070205080204" pitchFamily="34" charset="-128"/>
              </a:rPr>
              <a:t>ICMP </a:t>
            </a:r>
            <a:r>
              <a:rPr lang="en-US" altLang="zh-TW" sz="2000" dirty="0" err="1">
                <a:ea typeface="ＭＳ Ｐゴシック" panose="020B0600070205080204" pitchFamily="34" charset="-128"/>
              </a:rPr>
              <a:t>msgs</a:t>
            </a:r>
            <a:r>
              <a:rPr lang="en-US" altLang="zh-TW" sz="2000" dirty="0">
                <a:ea typeface="ＭＳ Ｐゴシック" panose="020B0600070205080204" pitchFamily="34" charset="-128"/>
              </a:rPr>
              <a:t> carried in IP datagrams</a:t>
            </a:r>
          </a:p>
          <a:p>
            <a:r>
              <a:rPr lang="en-US" altLang="zh-TW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ICMP message:</a:t>
            </a:r>
            <a:r>
              <a:rPr lang="en-US" altLang="zh-TW" sz="2400" dirty="0">
                <a:ea typeface="ＭＳ Ｐゴシック" panose="020B0600070205080204" pitchFamily="34" charset="-128"/>
              </a:rPr>
              <a:t> type, code plus first 8 bytes of IP datagram causing error</a:t>
            </a:r>
          </a:p>
        </p:txBody>
      </p:sp>
      <p:sp>
        <p:nvSpPr>
          <p:cNvPr id="168966" name="Text Box 4">
            <a:extLst>
              <a:ext uri="{FF2B5EF4-FFF2-40B4-BE49-F238E27FC236}">
                <a16:creationId xmlns:a16="http://schemas.microsoft.com/office/drawing/2014/main" id="{15231A62-7366-42E5-A2E7-7A404AAEF4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4700" y="1760538"/>
            <a:ext cx="4260850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Type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Code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description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      0         echo reply (ping)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3        0         </a:t>
            </a:r>
            <a:r>
              <a:rPr kumimoji="0" lang="en-US" altLang="zh-TW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. network unreachable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3        1         </a:t>
            </a:r>
            <a:r>
              <a:rPr kumimoji="0" lang="en-US" altLang="zh-TW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host unreachable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3        2         </a:t>
            </a:r>
            <a:r>
              <a:rPr kumimoji="0" lang="en-US" altLang="zh-TW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protocol unreachable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3        3         </a:t>
            </a:r>
            <a:r>
              <a:rPr kumimoji="0" lang="en-US" altLang="zh-TW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port unreachable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3        6         </a:t>
            </a:r>
            <a:r>
              <a:rPr kumimoji="0" lang="en-US" altLang="zh-TW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network unknown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3        7         </a:t>
            </a:r>
            <a:r>
              <a:rPr kumimoji="0" lang="en-US" altLang="zh-TW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host unknown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        0         source quench (congestion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            control - not used)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8        0         echo request (ping)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9        0         route advertisement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      0         router discovery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      0         TTL expired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12      0         bad IP header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68967" name="Picture 5" descr="underline_base">
            <a:extLst>
              <a:ext uri="{FF2B5EF4-FFF2-40B4-BE49-F238E27FC236}">
                <a16:creationId xmlns:a16="http://schemas.microsoft.com/office/drawing/2014/main" id="{9BDEE5A6-7DD2-42F8-BD0C-5DC691BD273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5" y="955675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96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010" name="Footer Placeholder 2">
            <a:extLst>
              <a:ext uri="{FF2B5EF4-FFF2-40B4-BE49-F238E27FC236}">
                <a16:creationId xmlns:a16="http://schemas.microsoft.com/office/drawing/2014/main" id="{6B8D10B5-C8FF-4966-AA5D-9C28D037F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Introduction</a:t>
            </a:r>
          </a:p>
        </p:txBody>
      </p:sp>
      <p:pic>
        <p:nvPicPr>
          <p:cNvPr id="171011" name="Picture 99" descr="underline_base">
            <a:extLst>
              <a:ext uri="{FF2B5EF4-FFF2-40B4-BE49-F238E27FC236}">
                <a16:creationId xmlns:a16="http://schemas.microsoft.com/office/drawing/2014/main" id="{00E62D1A-99BD-4E7E-B45D-F7BFBA67CFC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5" y="896938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1012" name="Rectangle 2">
            <a:extLst>
              <a:ext uri="{FF2B5EF4-FFF2-40B4-BE49-F238E27FC236}">
                <a16:creationId xmlns:a16="http://schemas.microsoft.com/office/drawing/2014/main" id="{784550D2-0A85-4482-8F7E-0A5DDAD1D94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276225" y="128588"/>
            <a:ext cx="7772400" cy="1143000"/>
          </a:xfrm>
        </p:spPr>
        <p:txBody>
          <a:bodyPr/>
          <a:lstStyle/>
          <a:p>
            <a:pPr eaLnBrk="1" hangingPunct="1"/>
            <a:r>
              <a:rPr lang="en-US" altLang="en-US" sz="4000">
                <a:ea typeface="ＭＳ Ｐゴシック" panose="020B0600070205080204" pitchFamily="34" charset="-128"/>
              </a:rPr>
              <a:t>Traceroute and ICMP</a:t>
            </a:r>
            <a:endParaRPr lang="en-US" altLang="zh-TW" sz="4000">
              <a:ea typeface="ＭＳ Ｐゴシック" panose="020B0600070205080204" pitchFamily="34" charset="-128"/>
            </a:endParaRPr>
          </a:p>
        </p:txBody>
      </p:sp>
      <p:sp>
        <p:nvSpPr>
          <p:cNvPr id="171013" name="Rectangle 5">
            <a:extLst>
              <a:ext uri="{FF2B5EF4-FFF2-40B4-BE49-F238E27FC236}">
                <a16:creationId xmlns:a16="http://schemas.microsoft.com/office/drawing/2014/main" id="{A403D64E-8754-411E-B6E1-D53F81CBC83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500063" y="1270000"/>
            <a:ext cx="7772400" cy="3098800"/>
          </a:xfrm>
        </p:spPr>
        <p:txBody>
          <a:bodyPr/>
          <a:lstStyle/>
          <a:p>
            <a:pPr eaLnBrk="1" hangingPunct="1">
              <a:buSzPct val="75000"/>
            </a:pPr>
            <a:r>
              <a:rPr lang="en-US" altLang="zh-TW">
                <a:solidFill>
                  <a:srgbClr val="FF0000"/>
                </a:solidFill>
                <a:latin typeface="Courier New" panose="02070309020205020404" pitchFamily="49" charset="0"/>
                <a:ea typeface="ＭＳ Ｐゴシック" panose="020B0600070205080204" pitchFamily="34" charset="-128"/>
                <a:cs typeface="Courier New" panose="02070309020205020404" pitchFamily="49" charset="0"/>
              </a:rPr>
              <a:t>traceroute </a:t>
            </a:r>
            <a:r>
              <a:rPr lang="en-US" altLang="zh-TW">
                <a:ea typeface="ＭＳ Ｐゴシック" panose="020B0600070205080204" pitchFamily="34" charset="-128"/>
                <a:cs typeface="Courier New" panose="02070309020205020404" pitchFamily="49" charset="0"/>
              </a:rPr>
              <a:t>program: </a:t>
            </a:r>
            <a:r>
              <a:rPr lang="en-US" altLang="zh-TW">
                <a:ea typeface="ＭＳ Ｐゴシック" panose="020B0600070205080204" pitchFamily="34" charset="-128"/>
              </a:rPr>
              <a:t>provides delay measurement from source to router along end-end Internet path towards destination.  For all </a:t>
            </a:r>
            <a:r>
              <a:rPr lang="en-US" altLang="zh-TW" i="1">
                <a:ea typeface="ＭＳ Ｐゴシック" panose="020B0600070205080204" pitchFamily="34" charset="-128"/>
              </a:rPr>
              <a:t>i:</a:t>
            </a:r>
          </a:p>
          <a:p>
            <a:pPr lvl="1" eaLnBrk="1" hangingPunct="1"/>
            <a:r>
              <a:rPr lang="en-US" altLang="zh-TW">
                <a:ea typeface="PMingLiU" panose="02020500000000000000" pitchFamily="18" charset="-120"/>
              </a:rPr>
              <a:t>sends three packets that will reach router </a:t>
            </a:r>
            <a:r>
              <a:rPr lang="en-US" altLang="zh-TW" i="1">
                <a:ea typeface="PMingLiU" panose="02020500000000000000" pitchFamily="18" charset="-120"/>
              </a:rPr>
              <a:t>i</a:t>
            </a:r>
            <a:r>
              <a:rPr lang="en-US" altLang="zh-TW">
                <a:ea typeface="PMingLiU" panose="02020500000000000000" pitchFamily="18" charset="-120"/>
              </a:rPr>
              <a:t> on path towards destination</a:t>
            </a:r>
          </a:p>
          <a:p>
            <a:pPr lvl="1" eaLnBrk="1" hangingPunct="1"/>
            <a:r>
              <a:rPr lang="en-US" altLang="zh-TW">
                <a:ea typeface="PMingLiU" panose="02020500000000000000" pitchFamily="18" charset="-120"/>
              </a:rPr>
              <a:t>router </a:t>
            </a:r>
            <a:r>
              <a:rPr lang="en-US" altLang="zh-TW" i="1">
                <a:ea typeface="PMingLiU" panose="02020500000000000000" pitchFamily="18" charset="-120"/>
              </a:rPr>
              <a:t>i</a:t>
            </a:r>
            <a:r>
              <a:rPr lang="en-US" altLang="zh-TW">
                <a:ea typeface="PMingLiU" panose="02020500000000000000" pitchFamily="18" charset="-120"/>
              </a:rPr>
              <a:t> will return packets to sender</a:t>
            </a:r>
          </a:p>
          <a:p>
            <a:pPr lvl="1" eaLnBrk="1" hangingPunct="1"/>
            <a:r>
              <a:rPr lang="en-US" altLang="zh-TW">
                <a:ea typeface="PMingLiU" panose="02020500000000000000" pitchFamily="18" charset="-120"/>
              </a:rPr>
              <a:t>sender times interval between transmission and reply.</a:t>
            </a:r>
            <a:endParaRPr lang="en-US" altLang="zh-TW" sz="2800">
              <a:ea typeface="PMingLiU" panose="02020500000000000000" pitchFamily="18" charset="-120"/>
            </a:endParaRPr>
          </a:p>
        </p:txBody>
      </p:sp>
      <p:sp>
        <p:nvSpPr>
          <p:cNvPr id="171014" name="Line 38">
            <a:extLst>
              <a:ext uri="{FF2B5EF4-FFF2-40B4-BE49-F238E27FC236}">
                <a16:creationId xmlns:a16="http://schemas.microsoft.com/office/drawing/2014/main" id="{FB1D0F82-0866-4541-9127-6AF2260FAC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5875" y="5319713"/>
            <a:ext cx="288925" cy="2651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15" name="Line 105">
            <a:extLst>
              <a:ext uri="{FF2B5EF4-FFF2-40B4-BE49-F238E27FC236}">
                <a16:creationId xmlns:a16="http://schemas.microsoft.com/office/drawing/2014/main" id="{19929390-432F-499A-A4C8-3A1CE8EE32A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79625" y="5370513"/>
            <a:ext cx="458788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16" name="Line 106">
            <a:extLst>
              <a:ext uri="{FF2B5EF4-FFF2-40B4-BE49-F238E27FC236}">
                <a16:creationId xmlns:a16="http://schemas.microsoft.com/office/drawing/2014/main" id="{40F250F7-CD63-405C-93EF-EC6490DD9B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14663" y="5354638"/>
            <a:ext cx="485775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17" name="Line 108">
            <a:extLst>
              <a:ext uri="{FF2B5EF4-FFF2-40B4-BE49-F238E27FC236}">
                <a16:creationId xmlns:a16="http://schemas.microsoft.com/office/drawing/2014/main" id="{52A8564A-0E7C-4D84-B0BE-E1DD772A7D3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76538" y="5086350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18" name="Line 113">
            <a:extLst>
              <a:ext uri="{FF2B5EF4-FFF2-40B4-BE49-F238E27FC236}">
                <a16:creationId xmlns:a16="http://schemas.microsoft.com/office/drawing/2014/main" id="{7D0023ED-EC6E-4401-B5F7-AE717F437C0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90975" y="5414963"/>
            <a:ext cx="620713" cy="1444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19" name="Line 260">
            <a:extLst>
              <a:ext uri="{FF2B5EF4-FFF2-40B4-BE49-F238E27FC236}">
                <a16:creationId xmlns:a16="http://schemas.microsoft.com/office/drawing/2014/main" id="{B3BBB394-642F-4F89-A7F3-6597B612784D}"/>
              </a:ext>
            </a:extLst>
          </p:cNvPr>
          <p:cNvSpPr>
            <a:spLocks noChangeShapeType="1"/>
          </p:cNvSpPr>
          <p:nvPr/>
        </p:nvSpPr>
        <p:spPr bwMode="auto">
          <a:xfrm>
            <a:off x="5110163" y="5380038"/>
            <a:ext cx="485775" cy="207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20" name="Line 261">
            <a:extLst>
              <a:ext uri="{FF2B5EF4-FFF2-40B4-BE49-F238E27FC236}">
                <a16:creationId xmlns:a16="http://schemas.microsoft.com/office/drawing/2014/main" id="{DD70CB19-B8F4-4A7F-A719-866E1DA5B3D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48375" y="5326063"/>
            <a:ext cx="557213" cy="2778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21" name="Line 291">
            <a:extLst>
              <a:ext uri="{FF2B5EF4-FFF2-40B4-BE49-F238E27FC236}">
                <a16:creationId xmlns:a16="http://schemas.microsoft.com/office/drawing/2014/main" id="{2514BBB0-1189-4869-BEFA-D8330F51019A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4788" y="5486400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22" name="Line 292">
            <a:extLst>
              <a:ext uri="{FF2B5EF4-FFF2-40B4-BE49-F238E27FC236}">
                <a16:creationId xmlns:a16="http://schemas.microsoft.com/office/drawing/2014/main" id="{67AE622F-2AF5-4077-9008-B9E8C3F896AB}"/>
              </a:ext>
            </a:extLst>
          </p:cNvPr>
          <p:cNvSpPr>
            <a:spLocks noChangeShapeType="1"/>
          </p:cNvSpPr>
          <p:nvPr/>
        </p:nvSpPr>
        <p:spPr bwMode="auto">
          <a:xfrm>
            <a:off x="4668838" y="5073650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23" name="Line 294">
            <a:extLst>
              <a:ext uri="{FF2B5EF4-FFF2-40B4-BE49-F238E27FC236}">
                <a16:creationId xmlns:a16="http://schemas.microsoft.com/office/drawing/2014/main" id="{50067B8F-0688-4111-AADF-6EF20AFD92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6138" y="5676900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24" name="Line 295">
            <a:extLst>
              <a:ext uri="{FF2B5EF4-FFF2-40B4-BE49-F238E27FC236}">
                <a16:creationId xmlns:a16="http://schemas.microsoft.com/office/drawing/2014/main" id="{B4CBF490-3E8D-435C-A3B8-B729B6FE898E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1738" y="5181600"/>
            <a:ext cx="6350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244" name="Text Box 300">
            <a:extLst>
              <a:ext uri="{FF2B5EF4-FFF2-40B4-BE49-F238E27FC236}">
                <a16:creationId xmlns:a16="http://schemas.microsoft.com/office/drawing/2014/main" id="{85C5F0C9-45B5-4D12-9C56-FAF285FDF2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7475" y="5038725"/>
            <a:ext cx="1073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83246" name="Text Box 302">
            <a:extLst>
              <a:ext uri="{FF2B5EF4-FFF2-40B4-BE49-F238E27FC236}">
                <a16:creationId xmlns:a16="http://schemas.microsoft.com/office/drawing/2014/main" id="{5D70908D-2D08-4DB0-8308-6362798501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1838" y="5599113"/>
            <a:ext cx="1073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sp>
        <p:nvSpPr>
          <p:cNvPr id="83248" name="Text Box 304">
            <a:extLst>
              <a:ext uri="{FF2B5EF4-FFF2-40B4-BE49-F238E27FC236}">
                <a16:creationId xmlns:a16="http://schemas.microsoft.com/office/drawing/2014/main" id="{55752B07-9835-4590-A69C-2C9B328A6D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5775" y="5013325"/>
            <a:ext cx="1073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probes</a:t>
            </a:r>
          </a:p>
        </p:txBody>
      </p:sp>
      <p:grpSp>
        <p:nvGrpSpPr>
          <p:cNvPr id="171028" name="Group 100">
            <a:extLst>
              <a:ext uri="{FF2B5EF4-FFF2-40B4-BE49-F238E27FC236}">
                <a16:creationId xmlns:a16="http://schemas.microsoft.com/office/drawing/2014/main" id="{0880547E-1B20-457A-9DB2-7FB4C825482B}"/>
              </a:ext>
            </a:extLst>
          </p:cNvPr>
          <p:cNvGrpSpPr>
            <a:grpSpLocks/>
          </p:cNvGrpSpPr>
          <p:nvPr/>
        </p:nvGrpSpPr>
        <p:grpSpPr bwMode="auto">
          <a:xfrm>
            <a:off x="517525" y="4975225"/>
            <a:ext cx="820738" cy="688975"/>
            <a:chOff x="-44" y="1473"/>
            <a:chExt cx="981" cy="1105"/>
          </a:xfrm>
        </p:grpSpPr>
        <p:pic>
          <p:nvPicPr>
            <p:cNvPr id="171081" name="Picture 101" descr="desktop_computer_stylized_medium">
              <a:extLst>
                <a:ext uri="{FF2B5EF4-FFF2-40B4-BE49-F238E27FC236}">
                  <a16:creationId xmlns:a16="http://schemas.microsoft.com/office/drawing/2014/main" id="{30903B49-099D-400B-8124-802574525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1082" name="Freeform 102">
              <a:extLst>
                <a:ext uri="{FF2B5EF4-FFF2-40B4-BE49-F238E27FC236}">
                  <a16:creationId xmlns:a16="http://schemas.microsoft.com/office/drawing/2014/main" id="{A415E52B-3AF7-4198-9E42-08D1515BF61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0603 h 368"/>
                <a:gd name="T4" fmla="*/ 17900689 w 356"/>
                <a:gd name="T5" fmla="*/ 38567533 h 368"/>
                <a:gd name="T6" fmla="*/ 3945041 w 356"/>
                <a:gd name="T7" fmla="*/ 4823383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1029" name="Group 103">
            <a:extLst>
              <a:ext uri="{FF2B5EF4-FFF2-40B4-BE49-F238E27FC236}">
                <a16:creationId xmlns:a16="http://schemas.microsoft.com/office/drawing/2014/main" id="{07229053-7CE3-473A-B293-16F8EC5802C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65900" y="5013325"/>
            <a:ext cx="754063" cy="669925"/>
            <a:chOff x="-44" y="1473"/>
            <a:chExt cx="981" cy="1105"/>
          </a:xfrm>
        </p:grpSpPr>
        <p:pic>
          <p:nvPicPr>
            <p:cNvPr id="171079" name="Picture 104" descr="desktop_computer_stylized_medium">
              <a:extLst>
                <a:ext uri="{FF2B5EF4-FFF2-40B4-BE49-F238E27FC236}">
                  <a16:creationId xmlns:a16="http://schemas.microsoft.com/office/drawing/2014/main" id="{9ACEC618-D993-4A10-871A-193494894B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1080" name="Freeform 105">
              <a:extLst>
                <a:ext uri="{FF2B5EF4-FFF2-40B4-BE49-F238E27FC236}">
                  <a16:creationId xmlns:a16="http://schemas.microsoft.com/office/drawing/2014/main" id="{5D822F9C-D503-4057-9B4F-CF762F2998CB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5089652 w 356"/>
                <a:gd name="T3" fmla="*/ 1850603 h 368"/>
                <a:gd name="T4" fmla="*/ 17900689 w 356"/>
                <a:gd name="T5" fmla="*/ 38567533 h 368"/>
                <a:gd name="T6" fmla="*/ 3945041 w 356"/>
                <a:gd name="T7" fmla="*/ 48233833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1030" name="Group 124">
            <a:extLst>
              <a:ext uri="{FF2B5EF4-FFF2-40B4-BE49-F238E27FC236}">
                <a16:creationId xmlns:a16="http://schemas.microsoft.com/office/drawing/2014/main" id="{A439D98E-9393-4054-86F6-6C023663EDC5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5513388"/>
            <a:ext cx="617537" cy="250825"/>
            <a:chOff x="2356" y="1300"/>
            <a:chExt cx="555" cy="194"/>
          </a:xfrm>
        </p:grpSpPr>
        <p:sp>
          <p:nvSpPr>
            <p:cNvPr id="171071" name="Oval 407">
              <a:extLst>
                <a:ext uri="{FF2B5EF4-FFF2-40B4-BE49-F238E27FC236}">
                  <a16:creationId xmlns:a16="http://schemas.microsoft.com/office/drawing/2014/main" id="{6EE23729-F4E3-4B2A-B899-E17746699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72" name="Rectangle 410">
              <a:extLst>
                <a:ext uri="{FF2B5EF4-FFF2-40B4-BE49-F238E27FC236}">
                  <a16:creationId xmlns:a16="http://schemas.microsoft.com/office/drawing/2014/main" id="{1650AA23-99B4-4D48-A535-C8D1A4D223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73" name="Oval 411">
              <a:extLst>
                <a:ext uri="{FF2B5EF4-FFF2-40B4-BE49-F238E27FC236}">
                  <a16:creationId xmlns:a16="http://schemas.microsoft.com/office/drawing/2014/main" id="{02DB72BC-7E9F-4494-BFE0-AD7FC9D333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71074" name="Group 128">
              <a:extLst>
                <a:ext uri="{FF2B5EF4-FFF2-40B4-BE49-F238E27FC236}">
                  <a16:creationId xmlns:a16="http://schemas.microsoft.com/office/drawing/2014/main" id="{15A95F39-B6C3-43E3-8713-7002009C8C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1077" name="Freeform 129">
                <a:extLst>
                  <a:ext uri="{FF2B5EF4-FFF2-40B4-BE49-F238E27FC236}">
                    <a16:creationId xmlns:a16="http://schemas.microsoft.com/office/drawing/2014/main" id="{20157B51-AD8F-45DD-8FCC-2408E86593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1078" name="Freeform 130">
                <a:extLst>
                  <a:ext uri="{FF2B5EF4-FFF2-40B4-BE49-F238E27FC236}">
                    <a16:creationId xmlns:a16="http://schemas.microsoft.com/office/drawing/2014/main" id="{BFDB15FC-9210-44A1-863C-DA7654DB01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1075" name="Line 131">
              <a:extLst>
                <a:ext uri="{FF2B5EF4-FFF2-40B4-BE49-F238E27FC236}">
                  <a16:creationId xmlns:a16="http://schemas.microsoft.com/office/drawing/2014/main" id="{DB8AEED8-2C9C-4E69-A515-B27B1EA72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76" name="Line 132">
              <a:extLst>
                <a:ext uri="{FF2B5EF4-FFF2-40B4-BE49-F238E27FC236}">
                  <a16:creationId xmlns:a16="http://schemas.microsoft.com/office/drawing/2014/main" id="{BAD38556-78F8-48F1-AE8C-93678900E5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1031" name="Group 133">
            <a:extLst>
              <a:ext uri="{FF2B5EF4-FFF2-40B4-BE49-F238E27FC236}">
                <a16:creationId xmlns:a16="http://schemas.microsoft.com/office/drawing/2014/main" id="{89B47E1E-1FFE-4D68-BD5C-7E6B2260DDC6}"/>
              </a:ext>
            </a:extLst>
          </p:cNvPr>
          <p:cNvGrpSpPr>
            <a:grpSpLocks/>
          </p:cNvGrpSpPr>
          <p:nvPr/>
        </p:nvGrpSpPr>
        <p:grpSpPr bwMode="auto">
          <a:xfrm>
            <a:off x="4545013" y="5241925"/>
            <a:ext cx="617537" cy="250825"/>
            <a:chOff x="2356" y="1300"/>
            <a:chExt cx="555" cy="194"/>
          </a:xfrm>
        </p:grpSpPr>
        <p:sp>
          <p:nvSpPr>
            <p:cNvPr id="171063" name="Oval 407">
              <a:extLst>
                <a:ext uri="{FF2B5EF4-FFF2-40B4-BE49-F238E27FC236}">
                  <a16:creationId xmlns:a16="http://schemas.microsoft.com/office/drawing/2014/main" id="{22E96516-9D57-4BD0-AB66-532715501F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64" name="Rectangle 410">
              <a:extLst>
                <a:ext uri="{FF2B5EF4-FFF2-40B4-BE49-F238E27FC236}">
                  <a16:creationId xmlns:a16="http://schemas.microsoft.com/office/drawing/2014/main" id="{9CE40C11-B28E-46D1-9F5C-32508618B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65" name="Oval 411">
              <a:extLst>
                <a:ext uri="{FF2B5EF4-FFF2-40B4-BE49-F238E27FC236}">
                  <a16:creationId xmlns:a16="http://schemas.microsoft.com/office/drawing/2014/main" id="{FFB3922D-C4B3-4E0D-91F8-1CE9870FB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71066" name="Group 137">
              <a:extLst>
                <a:ext uri="{FF2B5EF4-FFF2-40B4-BE49-F238E27FC236}">
                  <a16:creationId xmlns:a16="http://schemas.microsoft.com/office/drawing/2014/main" id="{667C8468-37CF-4D16-93AD-77261611881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1069" name="Freeform 138">
                <a:extLst>
                  <a:ext uri="{FF2B5EF4-FFF2-40B4-BE49-F238E27FC236}">
                    <a16:creationId xmlns:a16="http://schemas.microsoft.com/office/drawing/2014/main" id="{BDC6121B-89FD-4FE4-9F05-C774E2055F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1070" name="Freeform 139">
                <a:extLst>
                  <a:ext uri="{FF2B5EF4-FFF2-40B4-BE49-F238E27FC236}">
                    <a16:creationId xmlns:a16="http://schemas.microsoft.com/office/drawing/2014/main" id="{7D66FE30-B125-4F1D-9D1A-055DFE54A2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1067" name="Line 140">
              <a:extLst>
                <a:ext uri="{FF2B5EF4-FFF2-40B4-BE49-F238E27FC236}">
                  <a16:creationId xmlns:a16="http://schemas.microsoft.com/office/drawing/2014/main" id="{4810D7A6-5DB6-4BD3-BE85-F377668760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68" name="Line 141">
              <a:extLst>
                <a:ext uri="{FF2B5EF4-FFF2-40B4-BE49-F238E27FC236}">
                  <a16:creationId xmlns:a16="http://schemas.microsoft.com/office/drawing/2014/main" id="{365CFDED-E58B-4619-8E26-BF3CE4BAF7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1032" name="Group 142">
            <a:extLst>
              <a:ext uri="{FF2B5EF4-FFF2-40B4-BE49-F238E27FC236}">
                <a16:creationId xmlns:a16="http://schemas.microsoft.com/office/drawing/2014/main" id="{8C40AD74-2B28-4200-9EB1-E9814F72D95F}"/>
              </a:ext>
            </a:extLst>
          </p:cNvPr>
          <p:cNvGrpSpPr>
            <a:grpSpLocks/>
          </p:cNvGrpSpPr>
          <p:nvPr/>
        </p:nvGrpSpPr>
        <p:grpSpPr bwMode="auto">
          <a:xfrm>
            <a:off x="3394075" y="5451475"/>
            <a:ext cx="617538" cy="250825"/>
            <a:chOff x="2356" y="1300"/>
            <a:chExt cx="555" cy="194"/>
          </a:xfrm>
        </p:grpSpPr>
        <p:sp>
          <p:nvSpPr>
            <p:cNvPr id="171055" name="Oval 407">
              <a:extLst>
                <a:ext uri="{FF2B5EF4-FFF2-40B4-BE49-F238E27FC236}">
                  <a16:creationId xmlns:a16="http://schemas.microsoft.com/office/drawing/2014/main" id="{2AAB60E9-2003-4ED4-A88A-3144C51434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56" name="Rectangle 410">
              <a:extLst>
                <a:ext uri="{FF2B5EF4-FFF2-40B4-BE49-F238E27FC236}">
                  <a16:creationId xmlns:a16="http://schemas.microsoft.com/office/drawing/2014/main" id="{E4F16E49-69F0-495F-B1A9-FF25E9A41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57" name="Oval 411">
              <a:extLst>
                <a:ext uri="{FF2B5EF4-FFF2-40B4-BE49-F238E27FC236}">
                  <a16:creationId xmlns:a16="http://schemas.microsoft.com/office/drawing/2014/main" id="{897F1819-5CC0-4759-9ED7-A1EB04B7D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71058" name="Group 146">
              <a:extLst>
                <a:ext uri="{FF2B5EF4-FFF2-40B4-BE49-F238E27FC236}">
                  <a16:creationId xmlns:a16="http://schemas.microsoft.com/office/drawing/2014/main" id="{1FA4419C-9CE9-4E3F-AF2C-0E0F4B9627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1061" name="Freeform 147">
                <a:extLst>
                  <a:ext uri="{FF2B5EF4-FFF2-40B4-BE49-F238E27FC236}">
                    <a16:creationId xmlns:a16="http://schemas.microsoft.com/office/drawing/2014/main" id="{F8CA52D9-D97A-403A-985A-8FD3E4F57E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1062" name="Freeform 148">
                <a:extLst>
                  <a:ext uri="{FF2B5EF4-FFF2-40B4-BE49-F238E27FC236}">
                    <a16:creationId xmlns:a16="http://schemas.microsoft.com/office/drawing/2014/main" id="{C197FDCA-3522-4BE1-9B66-2F6ABE575F2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1059" name="Line 149">
              <a:extLst>
                <a:ext uri="{FF2B5EF4-FFF2-40B4-BE49-F238E27FC236}">
                  <a16:creationId xmlns:a16="http://schemas.microsoft.com/office/drawing/2014/main" id="{A6D60970-EF4D-48D4-88D9-256B20F4DE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60" name="Line 150">
              <a:extLst>
                <a:ext uri="{FF2B5EF4-FFF2-40B4-BE49-F238E27FC236}">
                  <a16:creationId xmlns:a16="http://schemas.microsoft.com/office/drawing/2014/main" id="{116C4DB1-9610-4929-BB4B-66D0AA5A98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1033" name="Group 151">
            <a:extLst>
              <a:ext uri="{FF2B5EF4-FFF2-40B4-BE49-F238E27FC236}">
                <a16:creationId xmlns:a16="http://schemas.microsoft.com/office/drawing/2014/main" id="{0A8BB5D4-3EEA-4704-9E1F-79E8EAC57391}"/>
              </a:ext>
            </a:extLst>
          </p:cNvPr>
          <p:cNvGrpSpPr>
            <a:grpSpLocks/>
          </p:cNvGrpSpPr>
          <p:nvPr/>
        </p:nvGrpSpPr>
        <p:grpSpPr bwMode="auto">
          <a:xfrm>
            <a:off x="2392363" y="5205413"/>
            <a:ext cx="617537" cy="250825"/>
            <a:chOff x="2356" y="1300"/>
            <a:chExt cx="555" cy="194"/>
          </a:xfrm>
        </p:grpSpPr>
        <p:sp>
          <p:nvSpPr>
            <p:cNvPr id="171047" name="Oval 407">
              <a:extLst>
                <a:ext uri="{FF2B5EF4-FFF2-40B4-BE49-F238E27FC236}">
                  <a16:creationId xmlns:a16="http://schemas.microsoft.com/office/drawing/2014/main" id="{182F0839-E301-428E-9984-2DC91042A6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48" name="Rectangle 410">
              <a:extLst>
                <a:ext uri="{FF2B5EF4-FFF2-40B4-BE49-F238E27FC236}">
                  <a16:creationId xmlns:a16="http://schemas.microsoft.com/office/drawing/2014/main" id="{068B05A9-5059-4C0C-BCFE-1BABB8ADB2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49" name="Oval 411">
              <a:extLst>
                <a:ext uri="{FF2B5EF4-FFF2-40B4-BE49-F238E27FC236}">
                  <a16:creationId xmlns:a16="http://schemas.microsoft.com/office/drawing/2014/main" id="{FB38DA5B-DFC8-4508-9999-F35CAB63D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71050" name="Group 155">
              <a:extLst>
                <a:ext uri="{FF2B5EF4-FFF2-40B4-BE49-F238E27FC236}">
                  <a16:creationId xmlns:a16="http://schemas.microsoft.com/office/drawing/2014/main" id="{156BCF62-3257-455D-8799-29D479B296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1053" name="Freeform 156">
                <a:extLst>
                  <a:ext uri="{FF2B5EF4-FFF2-40B4-BE49-F238E27FC236}">
                    <a16:creationId xmlns:a16="http://schemas.microsoft.com/office/drawing/2014/main" id="{F952697B-F49C-4FA0-B477-A39C148B75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1054" name="Freeform 157">
                <a:extLst>
                  <a:ext uri="{FF2B5EF4-FFF2-40B4-BE49-F238E27FC236}">
                    <a16:creationId xmlns:a16="http://schemas.microsoft.com/office/drawing/2014/main" id="{9724D242-3811-4B76-BB18-E7246ECC07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1051" name="Line 158">
              <a:extLst>
                <a:ext uri="{FF2B5EF4-FFF2-40B4-BE49-F238E27FC236}">
                  <a16:creationId xmlns:a16="http://schemas.microsoft.com/office/drawing/2014/main" id="{B3CE95E3-131F-4A52-BF01-597C366A4A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52" name="Line 159">
              <a:extLst>
                <a:ext uri="{FF2B5EF4-FFF2-40B4-BE49-F238E27FC236}">
                  <a16:creationId xmlns:a16="http://schemas.microsoft.com/office/drawing/2014/main" id="{D1587E74-D63C-46F8-B491-FE96E50C86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1034" name="Group 160">
            <a:extLst>
              <a:ext uri="{FF2B5EF4-FFF2-40B4-BE49-F238E27FC236}">
                <a16:creationId xmlns:a16="http://schemas.microsoft.com/office/drawing/2014/main" id="{A81FC69A-6DC2-48F1-A016-722A1FF74F68}"/>
              </a:ext>
            </a:extLst>
          </p:cNvPr>
          <p:cNvGrpSpPr>
            <a:grpSpLocks/>
          </p:cNvGrpSpPr>
          <p:nvPr/>
        </p:nvGrpSpPr>
        <p:grpSpPr bwMode="auto">
          <a:xfrm>
            <a:off x="1517650" y="5472113"/>
            <a:ext cx="617538" cy="250825"/>
            <a:chOff x="2356" y="1300"/>
            <a:chExt cx="555" cy="194"/>
          </a:xfrm>
        </p:grpSpPr>
        <p:sp>
          <p:nvSpPr>
            <p:cNvPr id="171039" name="Oval 407">
              <a:extLst>
                <a:ext uri="{FF2B5EF4-FFF2-40B4-BE49-F238E27FC236}">
                  <a16:creationId xmlns:a16="http://schemas.microsoft.com/office/drawing/2014/main" id="{D3D99076-17CA-4EA9-A0A8-A2DF1F1997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40" name="Rectangle 410">
              <a:extLst>
                <a:ext uri="{FF2B5EF4-FFF2-40B4-BE49-F238E27FC236}">
                  <a16:creationId xmlns:a16="http://schemas.microsoft.com/office/drawing/2014/main" id="{091E6B09-8741-46B2-9075-CC5F1B760C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41" name="Oval 411">
              <a:extLst>
                <a:ext uri="{FF2B5EF4-FFF2-40B4-BE49-F238E27FC236}">
                  <a16:creationId xmlns:a16="http://schemas.microsoft.com/office/drawing/2014/main" id="{FE953426-8487-4675-9D40-8B1A49DA83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71042" name="Group 164">
              <a:extLst>
                <a:ext uri="{FF2B5EF4-FFF2-40B4-BE49-F238E27FC236}">
                  <a16:creationId xmlns:a16="http://schemas.microsoft.com/office/drawing/2014/main" id="{DD185A6B-EE15-41C3-BA85-3586E8D33A5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1045" name="Freeform 165">
                <a:extLst>
                  <a:ext uri="{FF2B5EF4-FFF2-40B4-BE49-F238E27FC236}">
                    <a16:creationId xmlns:a16="http://schemas.microsoft.com/office/drawing/2014/main" id="{9383B208-61AB-47FC-8329-A690D4A7A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1046" name="Freeform 166">
                <a:extLst>
                  <a:ext uri="{FF2B5EF4-FFF2-40B4-BE49-F238E27FC236}">
                    <a16:creationId xmlns:a16="http://schemas.microsoft.com/office/drawing/2014/main" id="{BB0FE43F-E69E-475D-87C5-304D144C00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1043" name="Line 167">
              <a:extLst>
                <a:ext uri="{FF2B5EF4-FFF2-40B4-BE49-F238E27FC236}">
                  <a16:creationId xmlns:a16="http://schemas.microsoft.com/office/drawing/2014/main" id="{CF30F137-C370-4634-BCB6-F3CA52600F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1044" name="Line 168">
              <a:extLst>
                <a:ext uri="{FF2B5EF4-FFF2-40B4-BE49-F238E27FC236}">
                  <a16:creationId xmlns:a16="http://schemas.microsoft.com/office/drawing/2014/main" id="{8AF613B0-9B9C-43B0-8003-F298483077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83247" name="Freeform 303">
            <a:extLst>
              <a:ext uri="{FF2B5EF4-FFF2-40B4-BE49-F238E27FC236}">
                <a16:creationId xmlns:a16="http://schemas.microsoft.com/office/drawing/2014/main" id="{4857DCA1-30A2-497E-92C0-CC2B976BC0AD}"/>
              </a:ext>
            </a:extLst>
          </p:cNvPr>
          <p:cNvSpPr>
            <a:spLocks/>
          </p:cNvSpPr>
          <p:nvPr/>
        </p:nvSpPr>
        <p:spPr bwMode="auto">
          <a:xfrm>
            <a:off x="1257300" y="5259388"/>
            <a:ext cx="2247900" cy="403225"/>
          </a:xfrm>
          <a:custGeom>
            <a:avLst/>
            <a:gdLst>
              <a:gd name="T0" fmla="*/ 2147483646 w 1416"/>
              <a:gd name="T1" fmla="*/ 2147483646 h 254"/>
              <a:gd name="T2" fmla="*/ 2147483646 w 1416"/>
              <a:gd name="T3" fmla="*/ 2147483646 h 254"/>
              <a:gd name="T4" fmla="*/ 2147483646 w 1416"/>
              <a:gd name="T5" fmla="*/ 2147483646 h 254"/>
              <a:gd name="T6" fmla="*/ 2147483646 w 1416"/>
              <a:gd name="T7" fmla="*/ 2147483646 h 254"/>
              <a:gd name="T8" fmla="*/ 2147483646 w 1416"/>
              <a:gd name="T9" fmla="*/ 2147483646 h 254"/>
              <a:gd name="T10" fmla="*/ 2147483646 w 1416"/>
              <a:gd name="T11" fmla="*/ 2147483646 h 254"/>
              <a:gd name="T12" fmla="*/ 0 w 1416"/>
              <a:gd name="T13" fmla="*/ 2147483646 h 2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416"/>
              <a:gd name="T22" fmla="*/ 0 h 254"/>
              <a:gd name="T23" fmla="*/ 1416 w 1416"/>
              <a:gd name="T24" fmla="*/ 254 h 2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416" h="254">
                <a:moveTo>
                  <a:pt x="76" y="30"/>
                </a:moveTo>
                <a:cubicBezTo>
                  <a:pt x="137" y="11"/>
                  <a:pt x="200" y="170"/>
                  <a:pt x="324" y="170"/>
                </a:cubicBezTo>
                <a:cubicBezTo>
                  <a:pt x="461" y="165"/>
                  <a:pt x="717" y="0"/>
                  <a:pt x="896" y="2"/>
                </a:cubicBezTo>
                <a:cubicBezTo>
                  <a:pt x="1075" y="4"/>
                  <a:pt x="1416" y="122"/>
                  <a:pt x="1400" y="182"/>
                </a:cubicBezTo>
                <a:cubicBezTo>
                  <a:pt x="1384" y="242"/>
                  <a:pt x="1073" y="63"/>
                  <a:pt x="896" y="74"/>
                </a:cubicBezTo>
                <a:cubicBezTo>
                  <a:pt x="719" y="85"/>
                  <a:pt x="489" y="254"/>
                  <a:pt x="340" y="250"/>
                </a:cubicBezTo>
                <a:cubicBezTo>
                  <a:pt x="191" y="246"/>
                  <a:pt x="62" y="32"/>
                  <a:pt x="0" y="50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243" name="Freeform 299">
            <a:extLst>
              <a:ext uri="{FF2B5EF4-FFF2-40B4-BE49-F238E27FC236}">
                <a16:creationId xmlns:a16="http://schemas.microsoft.com/office/drawing/2014/main" id="{12F691E2-B155-44F4-93FA-A93BDE6DCB6B}"/>
              </a:ext>
            </a:extLst>
          </p:cNvPr>
          <p:cNvSpPr>
            <a:spLocks/>
          </p:cNvSpPr>
          <p:nvPr/>
        </p:nvSpPr>
        <p:spPr bwMode="auto">
          <a:xfrm>
            <a:off x="1289050" y="5295900"/>
            <a:ext cx="419100" cy="419100"/>
          </a:xfrm>
          <a:custGeom>
            <a:avLst/>
            <a:gdLst>
              <a:gd name="T0" fmla="*/ 2147483646 w 264"/>
              <a:gd name="T1" fmla="*/ 0 h 264"/>
              <a:gd name="T2" fmla="*/ 2147483646 w 264"/>
              <a:gd name="T3" fmla="*/ 2147483646 h 264"/>
              <a:gd name="T4" fmla="*/ 0 w 264"/>
              <a:gd name="T5" fmla="*/ 2147483646 h 264"/>
              <a:gd name="T6" fmla="*/ 0 60000 65536"/>
              <a:gd name="T7" fmla="*/ 0 60000 65536"/>
              <a:gd name="T8" fmla="*/ 0 60000 65536"/>
              <a:gd name="T9" fmla="*/ 0 w 264"/>
              <a:gd name="T10" fmla="*/ 0 h 264"/>
              <a:gd name="T11" fmla="*/ 264 w 264"/>
              <a:gd name="T12" fmla="*/ 264 h 2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64" h="264">
                <a:moveTo>
                  <a:pt x="60" y="0"/>
                </a:moveTo>
                <a:cubicBezTo>
                  <a:pt x="86" y="31"/>
                  <a:pt x="264" y="176"/>
                  <a:pt x="228" y="220"/>
                </a:cubicBezTo>
                <a:cubicBezTo>
                  <a:pt x="192" y="264"/>
                  <a:pt x="60" y="109"/>
                  <a:pt x="0" y="88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83245" name="Freeform 301">
            <a:extLst>
              <a:ext uri="{FF2B5EF4-FFF2-40B4-BE49-F238E27FC236}">
                <a16:creationId xmlns:a16="http://schemas.microsoft.com/office/drawing/2014/main" id="{843ACFCB-7EE8-4410-B692-889A8C899EC6}"/>
              </a:ext>
            </a:extLst>
          </p:cNvPr>
          <p:cNvSpPr>
            <a:spLocks/>
          </p:cNvSpPr>
          <p:nvPr/>
        </p:nvSpPr>
        <p:spPr bwMode="auto">
          <a:xfrm>
            <a:off x="1282700" y="5210175"/>
            <a:ext cx="1346200" cy="474663"/>
          </a:xfrm>
          <a:custGeom>
            <a:avLst/>
            <a:gdLst>
              <a:gd name="T0" fmla="*/ 2147483646 w 848"/>
              <a:gd name="T1" fmla="*/ 2147483646 h 299"/>
              <a:gd name="T2" fmla="*/ 2147483646 w 848"/>
              <a:gd name="T3" fmla="*/ 2147483646 h 299"/>
              <a:gd name="T4" fmla="*/ 2147483646 w 848"/>
              <a:gd name="T5" fmla="*/ 2147483646 h 299"/>
              <a:gd name="T6" fmla="*/ 2147483646 w 848"/>
              <a:gd name="T7" fmla="*/ 2147483646 h 299"/>
              <a:gd name="T8" fmla="*/ 0 w 848"/>
              <a:gd name="T9" fmla="*/ 2147483646 h 29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48"/>
              <a:gd name="T16" fmla="*/ 0 h 299"/>
              <a:gd name="T17" fmla="*/ 848 w 848"/>
              <a:gd name="T18" fmla="*/ 299 h 29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48" h="299">
                <a:moveTo>
                  <a:pt x="76" y="76"/>
                </a:moveTo>
                <a:cubicBezTo>
                  <a:pt x="137" y="57"/>
                  <a:pt x="200" y="216"/>
                  <a:pt x="324" y="216"/>
                </a:cubicBezTo>
                <a:cubicBezTo>
                  <a:pt x="448" y="216"/>
                  <a:pt x="792" y="0"/>
                  <a:pt x="820" y="76"/>
                </a:cubicBezTo>
                <a:cubicBezTo>
                  <a:pt x="848" y="152"/>
                  <a:pt x="469" y="245"/>
                  <a:pt x="340" y="296"/>
                </a:cubicBezTo>
                <a:cubicBezTo>
                  <a:pt x="203" y="299"/>
                  <a:pt x="62" y="78"/>
                  <a:pt x="0" y="96"/>
                </a:cubicBezTo>
              </a:path>
            </a:pathLst>
          </a:cu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1038" name="Slide Number Placeholder 3">
            <a:extLst>
              <a:ext uri="{FF2B5EF4-FFF2-40B4-BE49-F238E27FC236}">
                <a16:creationId xmlns:a16="http://schemas.microsoft.com/office/drawing/2014/main" id="{A88FBDD4-351C-4CD7-9B34-C54B43157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1-</a:t>
            </a:r>
            <a:fld id="{DFE6AA3A-915C-4E3E-BE12-1A844FB997FA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244" grpId="0"/>
      <p:bldP spid="83246" grpId="0"/>
      <p:bldP spid="8324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Footer Placeholder 2">
            <a:extLst>
              <a:ext uri="{FF2B5EF4-FFF2-40B4-BE49-F238E27FC236}">
                <a16:creationId xmlns:a16="http://schemas.microsoft.com/office/drawing/2014/main" id="{2F07D885-3A66-478A-A104-80937177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Introduction</a:t>
            </a:r>
          </a:p>
        </p:txBody>
      </p:sp>
      <p:sp>
        <p:nvSpPr>
          <p:cNvPr id="173059" name="Rectangle 2">
            <a:extLst>
              <a:ext uri="{FF2B5EF4-FFF2-40B4-BE49-F238E27FC236}">
                <a16:creationId xmlns:a16="http://schemas.microsoft.com/office/drawing/2014/main" id="{9E78562B-E752-46E0-8263-161AEB7E042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41313" y="166688"/>
            <a:ext cx="7772400" cy="892175"/>
          </a:xfrm>
        </p:spPr>
        <p:txBody>
          <a:bodyPr/>
          <a:lstStyle/>
          <a:p>
            <a:pPr eaLnBrk="1" hangingPunct="1"/>
            <a:r>
              <a:rPr lang="en-US" altLang="en-US" sz="4000">
                <a:ea typeface="ＭＳ Ｐゴシック" panose="020B0600070205080204" pitchFamily="34" charset="-128"/>
              </a:rPr>
              <a:t>Traceroute and ICMP</a:t>
            </a:r>
            <a:endParaRPr lang="en-US" altLang="zh-TW" sz="4000">
              <a:ea typeface="ＭＳ Ｐゴシック" panose="020B0600070205080204" pitchFamily="34" charset="-128"/>
            </a:endParaRPr>
          </a:p>
        </p:txBody>
      </p:sp>
      <p:sp>
        <p:nvSpPr>
          <p:cNvPr id="173060" name="Text Box 4">
            <a:extLst>
              <a:ext uri="{FF2B5EF4-FFF2-40B4-BE49-F238E27FC236}">
                <a16:creationId xmlns:a16="http://schemas.microsoft.com/office/drawing/2014/main" id="{0C14B080-4BFB-4AA8-B06E-730DF4748C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4850" y="2338388"/>
            <a:ext cx="8229600" cy="389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 cs-gw (128.119.240.254)  1 ms  1 ms  2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  border1-rt-fa5-1-0.gw.umass.edu (128.119.3.145)  1 ms  1 ms  2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 cht-vbns.gw.umass.edu (128.119.3.130)  6 ms 5 ms 5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  jn1-at1-0-0-19.wor.vbns.net (204.147.132.129)  16 ms 11 ms 13 ms 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5  jn1-so7-0-0-0.wae.vbns.net (204.147.136.136)  21 ms 18 ms 18 ms 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6  abilene-vbns.abilene.ucaid.edu (198.32.11.9)  22 ms  18 ms  22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7  nycm-wash.abilene.ucaid.edu (198.32.8.46)  22 ms  22 ms  22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8  62.40.103.253 (62.40.103.253)  104 ms 109 ms 106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9  de2-1.de1.de.geant.net (62.40.96.129)  109 ms 102 ms 104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  de.fr1.fr.geant.net (62.40.96.50)  113 ms 121 ms 114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  renater-gw.fr1.fr.geant.net (62.40.103.54)  112 ms  114 ms  112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12  nio-n2.cssi.renater.fr (193.51.206.13)  111 ms  114 ms  116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  nice.cssi.renater.fr (195.220.98.102)  123 ms  125 ms  124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14  r3t2-nice.cssi.renater.fr (195.220.98.110)  126 ms  126 ms  124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15  eurecom-valbonne.r3t2.ft.net (193.48.50.54)  135 ms  128 ms  133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16  194.214.211.25 (194.214.211.25)  126 ms  128 ms  126 ms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17  * * *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18  * * *</a:t>
            </a:r>
          </a:p>
          <a:p>
            <a:pPr marL="457200" marR="0" lvl="0" indent="-457200" algn="l" defTabSz="914400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  fantasia.eurecom.fr (193.55.113.142)  132 ms  128 ms  136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ms</a:t>
            </a:r>
          </a:p>
        </p:txBody>
      </p:sp>
      <p:sp>
        <p:nvSpPr>
          <p:cNvPr id="173061" name="Text Box 5">
            <a:extLst>
              <a:ext uri="{FF2B5EF4-FFF2-40B4-BE49-F238E27FC236}">
                <a16:creationId xmlns:a16="http://schemas.microsoft.com/office/drawing/2014/main" id="{D0EB61AB-E7D7-4B0F-8096-3A5C074BBA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5488" y="1235075"/>
            <a:ext cx="81930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traceroute:</a:t>
            </a: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gaia.cs.umass.edu to www.eurecom.fr</a:t>
            </a:r>
          </a:p>
        </p:txBody>
      </p:sp>
      <p:sp>
        <p:nvSpPr>
          <p:cNvPr id="173062" name="Line 6">
            <a:extLst>
              <a:ext uri="{FF2B5EF4-FFF2-40B4-BE49-F238E27FC236}">
                <a16:creationId xmlns:a16="http://schemas.microsoft.com/office/drawing/2014/main" id="{1313AEAD-CF46-4564-A15C-B17D24087F36}"/>
              </a:ext>
            </a:extLst>
          </p:cNvPr>
          <p:cNvSpPr>
            <a:spLocks noChangeShapeType="1"/>
          </p:cNvSpPr>
          <p:nvPr/>
        </p:nvSpPr>
        <p:spPr bwMode="auto">
          <a:xfrm>
            <a:off x="1611313" y="5634038"/>
            <a:ext cx="968375" cy="26987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3063" name="Text Box 7">
            <a:extLst>
              <a:ext uri="{FF2B5EF4-FFF2-40B4-BE49-F238E27FC236}">
                <a16:creationId xmlns:a16="http://schemas.microsoft.com/office/drawing/2014/main" id="{4E0FCA20-A30D-4CD6-A6FD-9441201180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8350" y="1738313"/>
            <a:ext cx="4565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 delay measurements from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gaia.cs.umass.edu to cs-gw.cs.umass.edu </a:t>
            </a:r>
          </a:p>
        </p:txBody>
      </p:sp>
      <p:sp>
        <p:nvSpPr>
          <p:cNvPr id="173064" name="Line 8">
            <a:extLst>
              <a:ext uri="{FF2B5EF4-FFF2-40B4-BE49-F238E27FC236}">
                <a16:creationId xmlns:a16="http://schemas.microsoft.com/office/drawing/2014/main" id="{C635773E-D8E0-4C23-81F3-2444E89E1F5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1863" y="1965325"/>
            <a:ext cx="671512" cy="412750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3065" name="Line 9">
            <a:extLst>
              <a:ext uri="{FF2B5EF4-FFF2-40B4-BE49-F238E27FC236}">
                <a16:creationId xmlns:a16="http://schemas.microsoft.com/office/drawing/2014/main" id="{D1772897-9722-43BF-B64F-3E41110132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011613" y="1954213"/>
            <a:ext cx="139700" cy="404812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3066" name="Line 10">
            <a:extLst>
              <a:ext uri="{FF2B5EF4-FFF2-40B4-BE49-F238E27FC236}">
                <a16:creationId xmlns:a16="http://schemas.microsoft.com/office/drawing/2014/main" id="{D3011A2B-5B4C-47F3-BA2D-0D7BDAAFB19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146550" y="1963738"/>
            <a:ext cx="366713" cy="39052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3067" name="Line 11">
            <a:extLst>
              <a:ext uri="{FF2B5EF4-FFF2-40B4-BE49-F238E27FC236}">
                <a16:creationId xmlns:a16="http://schemas.microsoft.com/office/drawing/2014/main" id="{21A51F29-D7A9-4DD5-BFAB-14AB0162E24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38613" y="1970088"/>
            <a:ext cx="377825" cy="31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3068" name="Text Box 12">
            <a:extLst>
              <a:ext uri="{FF2B5EF4-FFF2-40B4-BE49-F238E27FC236}">
                <a16:creationId xmlns:a16="http://schemas.microsoft.com/office/drawing/2014/main" id="{00B79753-223E-4179-B483-2AADDF2DAE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1750" y="5564188"/>
            <a:ext cx="6286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* means no response (probe lost, router not replying)</a:t>
            </a:r>
          </a:p>
        </p:txBody>
      </p:sp>
      <p:sp>
        <p:nvSpPr>
          <p:cNvPr id="173069" name="Freeform 14">
            <a:extLst>
              <a:ext uri="{FF2B5EF4-FFF2-40B4-BE49-F238E27FC236}">
                <a16:creationId xmlns:a16="http://schemas.microsoft.com/office/drawing/2014/main" id="{863594CB-0895-4857-87A2-41E8F32304BA}"/>
              </a:ext>
            </a:extLst>
          </p:cNvPr>
          <p:cNvSpPr>
            <a:spLocks/>
          </p:cNvSpPr>
          <p:nvPr/>
        </p:nvSpPr>
        <p:spPr bwMode="auto">
          <a:xfrm>
            <a:off x="6092825" y="3651250"/>
            <a:ext cx="1012825" cy="246063"/>
          </a:xfrm>
          <a:custGeom>
            <a:avLst/>
            <a:gdLst>
              <a:gd name="T0" fmla="*/ 2147483646 w 638"/>
              <a:gd name="T1" fmla="*/ 0 h 155"/>
              <a:gd name="T2" fmla="*/ 2147483646 w 638"/>
              <a:gd name="T3" fmla="*/ 2147483646 h 155"/>
              <a:gd name="T4" fmla="*/ 2147483646 w 638"/>
              <a:gd name="T5" fmla="*/ 2147483646 h 155"/>
              <a:gd name="T6" fmla="*/ 2147483646 w 638"/>
              <a:gd name="T7" fmla="*/ 2147483646 h 155"/>
              <a:gd name="T8" fmla="*/ 0 w 638"/>
              <a:gd name="T9" fmla="*/ 2147483646 h 15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8"/>
              <a:gd name="T16" fmla="*/ 0 h 155"/>
              <a:gd name="T17" fmla="*/ 638 w 638"/>
              <a:gd name="T18" fmla="*/ 155 h 15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8" h="155">
                <a:moveTo>
                  <a:pt x="593" y="0"/>
                </a:moveTo>
                <a:cubicBezTo>
                  <a:pt x="607" y="9"/>
                  <a:pt x="621" y="18"/>
                  <a:pt x="623" y="38"/>
                </a:cubicBezTo>
                <a:cubicBezTo>
                  <a:pt x="625" y="58"/>
                  <a:pt x="638" y="104"/>
                  <a:pt x="608" y="123"/>
                </a:cubicBezTo>
                <a:cubicBezTo>
                  <a:pt x="578" y="142"/>
                  <a:pt x="547" y="153"/>
                  <a:pt x="446" y="154"/>
                </a:cubicBezTo>
                <a:cubicBezTo>
                  <a:pt x="345" y="155"/>
                  <a:pt x="72" y="133"/>
                  <a:pt x="0" y="130"/>
                </a:cubicBezTo>
              </a:path>
            </a:pathLst>
          </a:custGeom>
          <a:noFill/>
          <a:ln w="19050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3070" name="Text Box 15">
            <a:extLst>
              <a:ext uri="{FF2B5EF4-FFF2-40B4-BE49-F238E27FC236}">
                <a16:creationId xmlns:a16="http://schemas.microsoft.com/office/drawing/2014/main" id="{E4F5AFC0-5D43-44AE-8AC2-0F82C5B0D9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7400" y="3436938"/>
            <a:ext cx="17081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trans-oceanic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link</a:t>
            </a:r>
          </a:p>
        </p:txBody>
      </p:sp>
      <p:pic>
        <p:nvPicPr>
          <p:cNvPr id="173071" name="Picture 19" descr="underline_base">
            <a:extLst>
              <a:ext uri="{FF2B5EF4-FFF2-40B4-BE49-F238E27FC236}">
                <a16:creationId xmlns:a16="http://schemas.microsoft.com/office/drawing/2014/main" id="{3DE37B63-F5A9-437B-9803-88E5866CC7B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13" y="815975"/>
            <a:ext cx="6399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3072" name="Slide Number Placeholder 3">
            <a:extLst>
              <a:ext uri="{FF2B5EF4-FFF2-40B4-BE49-F238E27FC236}">
                <a16:creationId xmlns:a16="http://schemas.microsoft.com/office/drawing/2014/main" id="{57A25813-76E5-49C6-B4C6-AD07EE3B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1-</a:t>
            </a:r>
            <a:fld id="{1BBBB0F7-278D-48C3-B323-A2ED12B11069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DD151464-C709-4098-9D68-0A9788A93C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313" y="6307138"/>
            <a:ext cx="8193087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Q: How to design Traceroute program based on ICMP?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Footer Placeholder 5">
            <a:extLst>
              <a:ext uri="{FF2B5EF4-FFF2-40B4-BE49-F238E27FC236}">
                <a16:creationId xmlns:a16="http://schemas.microsoft.com/office/drawing/2014/main" id="{859D642A-E456-426A-915D-93B8C6A78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75107" name="Slide Number Placeholder 6">
            <a:extLst>
              <a:ext uri="{FF2B5EF4-FFF2-40B4-BE49-F238E27FC236}">
                <a16:creationId xmlns:a16="http://schemas.microsoft.com/office/drawing/2014/main" id="{8C8AE5F5-EC1E-4088-A39A-F292AFA55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5-</a:t>
            </a:r>
            <a:fld id="{DF41CE5E-9F51-493A-BE7E-C60607A77387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6564" name="Rectangle 2">
            <a:extLst>
              <a:ext uri="{FF2B5EF4-FFF2-40B4-BE49-F238E27FC236}">
                <a16:creationId xmlns:a16="http://schemas.microsoft.com/office/drawing/2014/main" id="{07BC859D-1799-48E8-82FA-B9D44BCC46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85725"/>
            <a:ext cx="7772400" cy="974725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Traceroute and ICMP</a:t>
            </a:r>
          </a:p>
        </p:txBody>
      </p:sp>
      <p:sp>
        <p:nvSpPr>
          <p:cNvPr id="66565" name="Rectangle 3">
            <a:extLst>
              <a:ext uri="{FF2B5EF4-FFF2-40B4-BE49-F238E27FC236}">
                <a16:creationId xmlns:a16="http://schemas.microsoft.com/office/drawing/2014/main" id="{3BAFA785-871A-442C-A70C-006753E571C8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11175" y="1166813"/>
            <a:ext cx="3887788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source sends </a:t>
            </a:r>
            <a:r>
              <a:rPr lang="en-US" sz="2400" dirty="0">
                <a:solidFill>
                  <a:srgbClr val="0070C0"/>
                </a:solidFill>
                <a:cs typeface="+mn-cs"/>
              </a:rPr>
              <a:t>series of UDP segments</a:t>
            </a:r>
            <a:r>
              <a:rPr lang="en-US" sz="2400" dirty="0">
                <a:cs typeface="+mn-cs"/>
              </a:rPr>
              <a:t> to dest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/>
              <a:t>first set has </a:t>
            </a:r>
            <a:r>
              <a:rPr lang="en-US" sz="2000" dirty="0">
                <a:solidFill>
                  <a:srgbClr val="FF0000"/>
                </a:solidFill>
              </a:rPr>
              <a:t>TTL</a:t>
            </a:r>
            <a:r>
              <a:rPr lang="en-US" sz="2000" dirty="0"/>
              <a:t> =1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/>
              <a:t>second set has TTL=2, etc.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>
                <a:solidFill>
                  <a:srgbClr val="FF0000"/>
                </a:solidFill>
              </a:rPr>
              <a:t>unlikely port number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when </a:t>
            </a:r>
            <a:r>
              <a:rPr lang="en-US" sz="2400" i="1" dirty="0">
                <a:solidFill>
                  <a:srgbClr val="0070C0"/>
                </a:solidFill>
                <a:cs typeface="+mn-cs"/>
              </a:rPr>
              <a:t>n</a:t>
            </a:r>
            <a:r>
              <a:rPr lang="en-US" sz="2400" dirty="0">
                <a:solidFill>
                  <a:srgbClr val="0070C0"/>
                </a:solidFill>
                <a:cs typeface="+mn-cs"/>
              </a:rPr>
              <a:t>th set of datagrams  arrives to nth router</a:t>
            </a:r>
            <a:r>
              <a:rPr lang="en-US" sz="2400" dirty="0">
                <a:cs typeface="+mn-cs"/>
              </a:rPr>
              <a:t>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/>
              <a:t>router </a:t>
            </a:r>
            <a:r>
              <a:rPr lang="en-US" sz="2000" dirty="0">
                <a:solidFill>
                  <a:srgbClr val="0070C0"/>
                </a:solidFill>
              </a:rPr>
              <a:t>discards</a:t>
            </a:r>
            <a:r>
              <a:rPr lang="en-US" sz="2000" dirty="0"/>
              <a:t> datagrams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/>
              <a:t>and sends source ICMP messages (</a:t>
            </a:r>
            <a:r>
              <a:rPr lang="en-US" sz="2000" dirty="0">
                <a:solidFill>
                  <a:srgbClr val="0070C0"/>
                </a:solidFill>
              </a:rPr>
              <a:t>type 11, code 0</a:t>
            </a:r>
            <a:r>
              <a:rPr lang="en-US" sz="2000" dirty="0"/>
              <a:t>)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/>
              <a:t>ICMP messages includes </a:t>
            </a:r>
            <a:r>
              <a:rPr lang="en-US" sz="2000" dirty="0">
                <a:solidFill>
                  <a:srgbClr val="0070C0"/>
                </a:solidFill>
              </a:rPr>
              <a:t>name of router &amp; IP address</a:t>
            </a:r>
          </a:p>
        </p:txBody>
      </p:sp>
      <p:sp>
        <p:nvSpPr>
          <p:cNvPr id="66566" name="Rectangle 4">
            <a:extLst>
              <a:ext uri="{FF2B5EF4-FFF2-40B4-BE49-F238E27FC236}">
                <a16:creationId xmlns:a16="http://schemas.microsoft.com/office/drawing/2014/main" id="{F1653203-C14D-481B-95CE-943B96F8BA1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895850" y="1177925"/>
            <a:ext cx="3810000" cy="2005013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when ICMP messages arrives, source records </a:t>
            </a:r>
            <a:r>
              <a:rPr lang="en-US" sz="2400" dirty="0">
                <a:solidFill>
                  <a:srgbClr val="FF0000"/>
                </a:solidFill>
                <a:cs typeface="+mn-cs"/>
              </a:rPr>
              <a:t>RTTs</a:t>
            </a:r>
          </a:p>
        </p:txBody>
      </p:sp>
      <p:sp>
        <p:nvSpPr>
          <p:cNvPr id="655365" name="Rectangle 5">
            <a:extLst>
              <a:ext uri="{FF2B5EF4-FFF2-40B4-BE49-F238E27FC236}">
                <a16:creationId xmlns:a16="http://schemas.microsoft.com/office/drawing/2014/main" id="{D2941FA8-53C1-45FC-BE56-35B11E1060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92675" y="2411413"/>
            <a:ext cx="3810000" cy="304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stopping criteria: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UDP segment eventually 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arrives at destination host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destination returns ICMP 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port unreachable</a:t>
            </a:r>
            <a:r>
              <a:rPr kumimoji="0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message (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type 3, code 3</a:t>
            </a:r>
            <a:r>
              <a:rPr kumimoji="0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)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source stops</a:t>
            </a:r>
          </a:p>
        </p:txBody>
      </p:sp>
      <p:pic>
        <p:nvPicPr>
          <p:cNvPr id="175112" name="Picture 6" descr="underline_base">
            <a:extLst>
              <a:ext uri="{FF2B5EF4-FFF2-40B4-BE49-F238E27FC236}">
                <a16:creationId xmlns:a16="http://schemas.microsoft.com/office/drawing/2014/main" id="{A004F71E-66C8-4A70-BD83-8A6A22F49FBB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763" y="811213"/>
            <a:ext cx="5484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5113" name="Line 38">
            <a:extLst>
              <a:ext uri="{FF2B5EF4-FFF2-40B4-BE49-F238E27FC236}">
                <a16:creationId xmlns:a16="http://schemas.microsoft.com/office/drawing/2014/main" id="{8AB15C5E-EA89-436E-8234-C0B56F6D5D62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5875" y="5886450"/>
            <a:ext cx="288925" cy="2651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14" name="Line 105">
            <a:extLst>
              <a:ext uri="{FF2B5EF4-FFF2-40B4-BE49-F238E27FC236}">
                <a16:creationId xmlns:a16="http://schemas.microsoft.com/office/drawing/2014/main" id="{7BB63AC2-4944-4B39-984B-3A2C7DEFD5F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79625" y="5937250"/>
            <a:ext cx="458788" cy="207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15" name="Line 106">
            <a:extLst>
              <a:ext uri="{FF2B5EF4-FFF2-40B4-BE49-F238E27FC236}">
                <a16:creationId xmlns:a16="http://schemas.microsoft.com/office/drawing/2014/main" id="{F6B6F1E0-ED8D-445C-BB75-101D3147767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14663" y="5921375"/>
            <a:ext cx="485775" cy="207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16" name="Line 108">
            <a:extLst>
              <a:ext uri="{FF2B5EF4-FFF2-40B4-BE49-F238E27FC236}">
                <a16:creationId xmlns:a16="http://schemas.microsoft.com/office/drawing/2014/main" id="{D1AF684B-0708-4811-8F10-4D714C590C7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776538" y="5653088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17" name="Line 113">
            <a:extLst>
              <a:ext uri="{FF2B5EF4-FFF2-40B4-BE49-F238E27FC236}">
                <a16:creationId xmlns:a16="http://schemas.microsoft.com/office/drawing/2014/main" id="{F0A3C7D6-FB01-45C0-A1D1-A8703A55AF2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90975" y="5981700"/>
            <a:ext cx="620713" cy="1444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18" name="Line 260">
            <a:extLst>
              <a:ext uri="{FF2B5EF4-FFF2-40B4-BE49-F238E27FC236}">
                <a16:creationId xmlns:a16="http://schemas.microsoft.com/office/drawing/2014/main" id="{A9B86AF5-4594-405F-9094-FA12B7F1AD41}"/>
              </a:ext>
            </a:extLst>
          </p:cNvPr>
          <p:cNvSpPr>
            <a:spLocks noChangeShapeType="1"/>
          </p:cNvSpPr>
          <p:nvPr/>
        </p:nvSpPr>
        <p:spPr bwMode="auto">
          <a:xfrm>
            <a:off x="5110163" y="5946775"/>
            <a:ext cx="485775" cy="207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19" name="Line 261">
            <a:extLst>
              <a:ext uri="{FF2B5EF4-FFF2-40B4-BE49-F238E27FC236}">
                <a16:creationId xmlns:a16="http://schemas.microsoft.com/office/drawing/2014/main" id="{EDDC9962-652E-40E5-9A53-EC223D9B871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48375" y="5892800"/>
            <a:ext cx="557213" cy="2778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20" name="Line 291">
            <a:extLst>
              <a:ext uri="{FF2B5EF4-FFF2-40B4-BE49-F238E27FC236}">
                <a16:creationId xmlns:a16="http://schemas.microsoft.com/office/drawing/2014/main" id="{B8900DF9-839F-41E0-86F8-F238F7CD89E1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4788" y="6053138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21" name="Line 292">
            <a:extLst>
              <a:ext uri="{FF2B5EF4-FFF2-40B4-BE49-F238E27FC236}">
                <a16:creationId xmlns:a16="http://schemas.microsoft.com/office/drawing/2014/main" id="{431885A2-1007-4B5A-B56C-A510EB8B6FCA}"/>
              </a:ext>
            </a:extLst>
          </p:cNvPr>
          <p:cNvSpPr>
            <a:spLocks noChangeShapeType="1"/>
          </p:cNvSpPr>
          <p:nvPr/>
        </p:nvSpPr>
        <p:spPr bwMode="auto">
          <a:xfrm>
            <a:off x="4668838" y="5640388"/>
            <a:ext cx="228600" cy="3111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22" name="Line 294">
            <a:extLst>
              <a:ext uri="{FF2B5EF4-FFF2-40B4-BE49-F238E27FC236}">
                <a16:creationId xmlns:a16="http://schemas.microsoft.com/office/drawing/2014/main" id="{D62BE364-C029-499C-BBBF-E210B88FC3A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86138" y="6243638"/>
            <a:ext cx="34925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5123" name="Line 295">
            <a:extLst>
              <a:ext uri="{FF2B5EF4-FFF2-40B4-BE49-F238E27FC236}">
                <a16:creationId xmlns:a16="http://schemas.microsoft.com/office/drawing/2014/main" id="{7798C914-0A84-42C3-A289-8E3B52F06A35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1738" y="5748338"/>
            <a:ext cx="6350" cy="260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75127" name="Group 21">
            <a:extLst>
              <a:ext uri="{FF2B5EF4-FFF2-40B4-BE49-F238E27FC236}">
                <a16:creationId xmlns:a16="http://schemas.microsoft.com/office/drawing/2014/main" id="{20B7512B-4597-4BDD-A5C3-FC0A84C028A8}"/>
              </a:ext>
            </a:extLst>
          </p:cNvPr>
          <p:cNvGrpSpPr>
            <a:grpSpLocks/>
          </p:cNvGrpSpPr>
          <p:nvPr/>
        </p:nvGrpSpPr>
        <p:grpSpPr bwMode="auto">
          <a:xfrm>
            <a:off x="517525" y="5541963"/>
            <a:ext cx="820738" cy="688975"/>
            <a:chOff x="-44" y="1473"/>
            <a:chExt cx="981" cy="1105"/>
          </a:xfrm>
        </p:grpSpPr>
        <p:pic>
          <p:nvPicPr>
            <p:cNvPr id="175179" name="Picture 22" descr="desktop_computer_stylized_medium">
              <a:extLst>
                <a:ext uri="{FF2B5EF4-FFF2-40B4-BE49-F238E27FC236}">
                  <a16:creationId xmlns:a16="http://schemas.microsoft.com/office/drawing/2014/main" id="{5416005E-E3CA-4F92-996F-B428F90470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5180" name="Freeform 23">
              <a:extLst>
                <a:ext uri="{FF2B5EF4-FFF2-40B4-BE49-F238E27FC236}">
                  <a16:creationId xmlns:a16="http://schemas.microsoft.com/office/drawing/2014/main" id="{24E15438-67FC-4E62-927E-328B20D398F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5128" name="Group 24">
            <a:extLst>
              <a:ext uri="{FF2B5EF4-FFF2-40B4-BE49-F238E27FC236}">
                <a16:creationId xmlns:a16="http://schemas.microsoft.com/office/drawing/2014/main" id="{9896D6B9-A30A-4E23-ADA3-AB9D4ED18757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6565900" y="5580063"/>
            <a:ext cx="754063" cy="669925"/>
            <a:chOff x="-44" y="1473"/>
            <a:chExt cx="981" cy="1105"/>
          </a:xfrm>
        </p:grpSpPr>
        <p:pic>
          <p:nvPicPr>
            <p:cNvPr id="175177" name="Picture 25" descr="desktop_computer_stylized_medium">
              <a:extLst>
                <a:ext uri="{FF2B5EF4-FFF2-40B4-BE49-F238E27FC236}">
                  <a16:creationId xmlns:a16="http://schemas.microsoft.com/office/drawing/2014/main" id="{09D4333D-06FF-44D4-96FC-8D0F3256EC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75178" name="Freeform 26">
              <a:extLst>
                <a:ext uri="{FF2B5EF4-FFF2-40B4-BE49-F238E27FC236}">
                  <a16:creationId xmlns:a16="http://schemas.microsoft.com/office/drawing/2014/main" id="{A319B7F6-A1DB-47D8-9051-79E74E6DC474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5129" name="Group 27">
            <a:extLst>
              <a:ext uri="{FF2B5EF4-FFF2-40B4-BE49-F238E27FC236}">
                <a16:creationId xmlns:a16="http://schemas.microsoft.com/office/drawing/2014/main" id="{A5962CD6-ED2E-45D1-BD93-0FFD736A9E6D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6080125"/>
            <a:ext cx="617537" cy="250825"/>
            <a:chOff x="2356" y="1300"/>
            <a:chExt cx="555" cy="194"/>
          </a:xfrm>
        </p:grpSpPr>
        <p:sp>
          <p:nvSpPr>
            <p:cNvPr id="175169" name="Oval 407">
              <a:extLst>
                <a:ext uri="{FF2B5EF4-FFF2-40B4-BE49-F238E27FC236}">
                  <a16:creationId xmlns:a16="http://schemas.microsoft.com/office/drawing/2014/main" id="{5E76BB5D-1080-466E-A9A9-DB8455B7F6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70" name="Rectangle 410">
              <a:extLst>
                <a:ext uri="{FF2B5EF4-FFF2-40B4-BE49-F238E27FC236}">
                  <a16:creationId xmlns:a16="http://schemas.microsoft.com/office/drawing/2014/main" id="{ECAFA3FA-0685-439F-8805-FEBBCE8429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71" name="Oval 411">
              <a:extLst>
                <a:ext uri="{FF2B5EF4-FFF2-40B4-BE49-F238E27FC236}">
                  <a16:creationId xmlns:a16="http://schemas.microsoft.com/office/drawing/2014/main" id="{5B85014D-E982-4A1B-B16C-C6B34501C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172" name="Group 31">
              <a:extLst>
                <a:ext uri="{FF2B5EF4-FFF2-40B4-BE49-F238E27FC236}">
                  <a16:creationId xmlns:a16="http://schemas.microsoft.com/office/drawing/2014/main" id="{19356F46-854F-464B-B648-EE88144AD6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5175" name="Freeform 32">
                <a:extLst>
                  <a:ext uri="{FF2B5EF4-FFF2-40B4-BE49-F238E27FC236}">
                    <a16:creationId xmlns:a16="http://schemas.microsoft.com/office/drawing/2014/main" id="{FB60346F-B260-4CB5-9F1D-9C5F7E13D2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5176" name="Freeform 33">
                <a:extLst>
                  <a:ext uri="{FF2B5EF4-FFF2-40B4-BE49-F238E27FC236}">
                    <a16:creationId xmlns:a16="http://schemas.microsoft.com/office/drawing/2014/main" id="{B6415797-D1D7-4DCE-892C-4080F7302C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5173" name="Line 34">
              <a:extLst>
                <a:ext uri="{FF2B5EF4-FFF2-40B4-BE49-F238E27FC236}">
                  <a16:creationId xmlns:a16="http://schemas.microsoft.com/office/drawing/2014/main" id="{224FCF04-33D3-45B6-B6B7-28064CCE1C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174" name="Line 35">
              <a:extLst>
                <a:ext uri="{FF2B5EF4-FFF2-40B4-BE49-F238E27FC236}">
                  <a16:creationId xmlns:a16="http://schemas.microsoft.com/office/drawing/2014/main" id="{BC8E77A5-6006-4A39-927B-2CDA0D7A0C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5130" name="Group 36">
            <a:extLst>
              <a:ext uri="{FF2B5EF4-FFF2-40B4-BE49-F238E27FC236}">
                <a16:creationId xmlns:a16="http://schemas.microsoft.com/office/drawing/2014/main" id="{30D7F4CF-DF3B-4DFE-B7FD-31A7DD18B9D3}"/>
              </a:ext>
            </a:extLst>
          </p:cNvPr>
          <p:cNvGrpSpPr>
            <a:grpSpLocks/>
          </p:cNvGrpSpPr>
          <p:nvPr/>
        </p:nvGrpSpPr>
        <p:grpSpPr bwMode="auto">
          <a:xfrm>
            <a:off x="4545013" y="5808663"/>
            <a:ext cx="617537" cy="250825"/>
            <a:chOff x="2356" y="1300"/>
            <a:chExt cx="555" cy="194"/>
          </a:xfrm>
        </p:grpSpPr>
        <p:sp>
          <p:nvSpPr>
            <p:cNvPr id="175161" name="Oval 407">
              <a:extLst>
                <a:ext uri="{FF2B5EF4-FFF2-40B4-BE49-F238E27FC236}">
                  <a16:creationId xmlns:a16="http://schemas.microsoft.com/office/drawing/2014/main" id="{E6F887A8-FF9D-4EEB-BCA1-BCF2904EA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62" name="Rectangle 410">
              <a:extLst>
                <a:ext uri="{FF2B5EF4-FFF2-40B4-BE49-F238E27FC236}">
                  <a16:creationId xmlns:a16="http://schemas.microsoft.com/office/drawing/2014/main" id="{86BC13B9-6E38-4BA5-8006-BDF8017AC4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63" name="Oval 411">
              <a:extLst>
                <a:ext uri="{FF2B5EF4-FFF2-40B4-BE49-F238E27FC236}">
                  <a16:creationId xmlns:a16="http://schemas.microsoft.com/office/drawing/2014/main" id="{AB55C1E0-3AC2-4E87-AA0A-38D7265312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164" name="Group 40">
              <a:extLst>
                <a:ext uri="{FF2B5EF4-FFF2-40B4-BE49-F238E27FC236}">
                  <a16:creationId xmlns:a16="http://schemas.microsoft.com/office/drawing/2014/main" id="{DB692EB3-671D-4F0B-9A07-BB6BCFFE55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5167" name="Freeform 41">
                <a:extLst>
                  <a:ext uri="{FF2B5EF4-FFF2-40B4-BE49-F238E27FC236}">
                    <a16:creationId xmlns:a16="http://schemas.microsoft.com/office/drawing/2014/main" id="{9420D47E-8520-44B7-9473-44823E2B83D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5168" name="Freeform 42">
                <a:extLst>
                  <a:ext uri="{FF2B5EF4-FFF2-40B4-BE49-F238E27FC236}">
                    <a16:creationId xmlns:a16="http://schemas.microsoft.com/office/drawing/2014/main" id="{5AAA904C-1DD9-4DDA-834A-9EC8FE7E97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5165" name="Line 43">
              <a:extLst>
                <a:ext uri="{FF2B5EF4-FFF2-40B4-BE49-F238E27FC236}">
                  <a16:creationId xmlns:a16="http://schemas.microsoft.com/office/drawing/2014/main" id="{24295695-361F-4557-B7C1-5135E1DB99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166" name="Line 44">
              <a:extLst>
                <a:ext uri="{FF2B5EF4-FFF2-40B4-BE49-F238E27FC236}">
                  <a16:creationId xmlns:a16="http://schemas.microsoft.com/office/drawing/2014/main" id="{DC52B74B-8E5B-4B53-9618-B8AA41663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5131" name="Group 45">
            <a:extLst>
              <a:ext uri="{FF2B5EF4-FFF2-40B4-BE49-F238E27FC236}">
                <a16:creationId xmlns:a16="http://schemas.microsoft.com/office/drawing/2014/main" id="{DAD63B65-F169-44ED-938F-38AB896F7C81}"/>
              </a:ext>
            </a:extLst>
          </p:cNvPr>
          <p:cNvGrpSpPr>
            <a:grpSpLocks/>
          </p:cNvGrpSpPr>
          <p:nvPr/>
        </p:nvGrpSpPr>
        <p:grpSpPr bwMode="auto">
          <a:xfrm>
            <a:off x="3394075" y="6018213"/>
            <a:ext cx="617538" cy="250825"/>
            <a:chOff x="2356" y="1300"/>
            <a:chExt cx="555" cy="194"/>
          </a:xfrm>
        </p:grpSpPr>
        <p:sp>
          <p:nvSpPr>
            <p:cNvPr id="175153" name="Oval 407">
              <a:extLst>
                <a:ext uri="{FF2B5EF4-FFF2-40B4-BE49-F238E27FC236}">
                  <a16:creationId xmlns:a16="http://schemas.microsoft.com/office/drawing/2014/main" id="{E840DA1A-76BF-40EC-8736-D1D0E3B868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54" name="Rectangle 410">
              <a:extLst>
                <a:ext uri="{FF2B5EF4-FFF2-40B4-BE49-F238E27FC236}">
                  <a16:creationId xmlns:a16="http://schemas.microsoft.com/office/drawing/2014/main" id="{B2357C33-F8E3-480B-8B66-056394F0B6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55" name="Oval 411">
              <a:extLst>
                <a:ext uri="{FF2B5EF4-FFF2-40B4-BE49-F238E27FC236}">
                  <a16:creationId xmlns:a16="http://schemas.microsoft.com/office/drawing/2014/main" id="{C4910935-31BD-43FD-BD73-6C10769C1A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156" name="Group 49">
              <a:extLst>
                <a:ext uri="{FF2B5EF4-FFF2-40B4-BE49-F238E27FC236}">
                  <a16:creationId xmlns:a16="http://schemas.microsoft.com/office/drawing/2014/main" id="{4B0042F9-7308-4A4F-97CC-C55DF44E8DF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5159" name="Freeform 50">
                <a:extLst>
                  <a:ext uri="{FF2B5EF4-FFF2-40B4-BE49-F238E27FC236}">
                    <a16:creationId xmlns:a16="http://schemas.microsoft.com/office/drawing/2014/main" id="{DEA45947-18D0-4E01-A198-15495F4558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5160" name="Freeform 51">
                <a:extLst>
                  <a:ext uri="{FF2B5EF4-FFF2-40B4-BE49-F238E27FC236}">
                    <a16:creationId xmlns:a16="http://schemas.microsoft.com/office/drawing/2014/main" id="{7344F462-9C5F-4622-89F1-244EB01552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5157" name="Line 52">
              <a:extLst>
                <a:ext uri="{FF2B5EF4-FFF2-40B4-BE49-F238E27FC236}">
                  <a16:creationId xmlns:a16="http://schemas.microsoft.com/office/drawing/2014/main" id="{CAC3E6BA-7A09-48C3-850F-F7244E85D2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158" name="Line 53">
              <a:extLst>
                <a:ext uri="{FF2B5EF4-FFF2-40B4-BE49-F238E27FC236}">
                  <a16:creationId xmlns:a16="http://schemas.microsoft.com/office/drawing/2014/main" id="{076ABE30-A012-4DB9-BC71-9B76A7C81B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5132" name="Group 54">
            <a:extLst>
              <a:ext uri="{FF2B5EF4-FFF2-40B4-BE49-F238E27FC236}">
                <a16:creationId xmlns:a16="http://schemas.microsoft.com/office/drawing/2014/main" id="{21F319D7-A5EE-497B-A894-93CFDE1F9770}"/>
              </a:ext>
            </a:extLst>
          </p:cNvPr>
          <p:cNvGrpSpPr>
            <a:grpSpLocks/>
          </p:cNvGrpSpPr>
          <p:nvPr/>
        </p:nvGrpSpPr>
        <p:grpSpPr bwMode="auto">
          <a:xfrm>
            <a:off x="2392363" y="5772150"/>
            <a:ext cx="617537" cy="250825"/>
            <a:chOff x="2356" y="1300"/>
            <a:chExt cx="555" cy="194"/>
          </a:xfrm>
        </p:grpSpPr>
        <p:sp>
          <p:nvSpPr>
            <p:cNvPr id="175145" name="Oval 407">
              <a:extLst>
                <a:ext uri="{FF2B5EF4-FFF2-40B4-BE49-F238E27FC236}">
                  <a16:creationId xmlns:a16="http://schemas.microsoft.com/office/drawing/2014/main" id="{ECB99169-9A73-41EE-8C31-321B1529E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46" name="Rectangle 410">
              <a:extLst>
                <a:ext uri="{FF2B5EF4-FFF2-40B4-BE49-F238E27FC236}">
                  <a16:creationId xmlns:a16="http://schemas.microsoft.com/office/drawing/2014/main" id="{4C09708E-63CC-4F6F-9805-FA7B0579E6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47" name="Oval 411">
              <a:extLst>
                <a:ext uri="{FF2B5EF4-FFF2-40B4-BE49-F238E27FC236}">
                  <a16:creationId xmlns:a16="http://schemas.microsoft.com/office/drawing/2014/main" id="{05561642-8757-4FAF-8CEA-1CF9517696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148" name="Group 58">
              <a:extLst>
                <a:ext uri="{FF2B5EF4-FFF2-40B4-BE49-F238E27FC236}">
                  <a16:creationId xmlns:a16="http://schemas.microsoft.com/office/drawing/2014/main" id="{5001EF6A-B149-4E7B-AA4D-56352148CE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5151" name="Freeform 59">
                <a:extLst>
                  <a:ext uri="{FF2B5EF4-FFF2-40B4-BE49-F238E27FC236}">
                    <a16:creationId xmlns:a16="http://schemas.microsoft.com/office/drawing/2014/main" id="{5CAD0367-8A54-4305-A270-E84BE5BE7A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5152" name="Freeform 60">
                <a:extLst>
                  <a:ext uri="{FF2B5EF4-FFF2-40B4-BE49-F238E27FC236}">
                    <a16:creationId xmlns:a16="http://schemas.microsoft.com/office/drawing/2014/main" id="{2D7C4280-DE56-45DE-9420-72F8D4FF4F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5149" name="Line 61">
              <a:extLst>
                <a:ext uri="{FF2B5EF4-FFF2-40B4-BE49-F238E27FC236}">
                  <a16:creationId xmlns:a16="http://schemas.microsoft.com/office/drawing/2014/main" id="{DD925AF8-54E2-4305-B2E1-2337430D4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150" name="Line 62">
              <a:extLst>
                <a:ext uri="{FF2B5EF4-FFF2-40B4-BE49-F238E27FC236}">
                  <a16:creationId xmlns:a16="http://schemas.microsoft.com/office/drawing/2014/main" id="{75371627-9300-4438-85AF-7DA50FA023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75133" name="Group 63">
            <a:extLst>
              <a:ext uri="{FF2B5EF4-FFF2-40B4-BE49-F238E27FC236}">
                <a16:creationId xmlns:a16="http://schemas.microsoft.com/office/drawing/2014/main" id="{BE9AA95F-694D-4317-BE2C-EFF6DEC0BB88}"/>
              </a:ext>
            </a:extLst>
          </p:cNvPr>
          <p:cNvGrpSpPr>
            <a:grpSpLocks/>
          </p:cNvGrpSpPr>
          <p:nvPr/>
        </p:nvGrpSpPr>
        <p:grpSpPr bwMode="auto">
          <a:xfrm>
            <a:off x="1517650" y="6038850"/>
            <a:ext cx="617538" cy="250825"/>
            <a:chOff x="2356" y="1300"/>
            <a:chExt cx="555" cy="194"/>
          </a:xfrm>
        </p:grpSpPr>
        <p:sp>
          <p:nvSpPr>
            <p:cNvPr id="175137" name="Oval 407">
              <a:extLst>
                <a:ext uri="{FF2B5EF4-FFF2-40B4-BE49-F238E27FC236}">
                  <a16:creationId xmlns:a16="http://schemas.microsoft.com/office/drawing/2014/main" id="{8787438E-6B9C-4C95-BA73-E8D7B39DDD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85"/>
              <a:ext cx="551" cy="109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38" name="Rectangle 410">
              <a:extLst>
                <a:ext uri="{FF2B5EF4-FFF2-40B4-BE49-F238E27FC236}">
                  <a16:creationId xmlns:a16="http://schemas.microsoft.com/office/drawing/2014/main" id="{A7AC9EEF-1D33-461D-BB59-14A21B7549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7" y="1374"/>
              <a:ext cx="554" cy="66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75139" name="Oval 411">
              <a:extLst>
                <a:ext uri="{FF2B5EF4-FFF2-40B4-BE49-F238E27FC236}">
                  <a16:creationId xmlns:a16="http://schemas.microsoft.com/office/drawing/2014/main" id="{4C53DE97-3037-4135-8AEF-CA9695514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6" y="1300"/>
              <a:ext cx="551" cy="127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75140" name="Group 67">
              <a:extLst>
                <a:ext uri="{FF2B5EF4-FFF2-40B4-BE49-F238E27FC236}">
                  <a16:creationId xmlns:a16="http://schemas.microsoft.com/office/drawing/2014/main" id="{E5664065-0DCC-4B2F-941B-91712C83D2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75143" name="Freeform 68">
                <a:extLst>
                  <a:ext uri="{FF2B5EF4-FFF2-40B4-BE49-F238E27FC236}">
                    <a16:creationId xmlns:a16="http://schemas.microsoft.com/office/drawing/2014/main" id="{8C427EF8-9361-483E-8300-371E934D5D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75144" name="Freeform 69">
                <a:extLst>
                  <a:ext uri="{FF2B5EF4-FFF2-40B4-BE49-F238E27FC236}">
                    <a16:creationId xmlns:a16="http://schemas.microsoft.com/office/drawing/2014/main" id="{0D95E8D9-75CD-4DB0-8D5E-FCF5CC5E887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75141" name="Line 70">
              <a:extLst>
                <a:ext uri="{FF2B5EF4-FFF2-40B4-BE49-F238E27FC236}">
                  <a16:creationId xmlns:a16="http://schemas.microsoft.com/office/drawing/2014/main" id="{B0B26D06-0C94-468D-8A7E-E510218EC8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57" y="1361"/>
              <a:ext cx="0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75142" name="Line 71">
              <a:extLst>
                <a:ext uri="{FF2B5EF4-FFF2-40B4-BE49-F238E27FC236}">
                  <a16:creationId xmlns:a16="http://schemas.microsoft.com/office/drawing/2014/main" id="{CD603B03-D660-43D4-8389-08EF19E0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7" y="1363"/>
              <a:ext cx="0" cy="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Footer Placeholder 5">
            <a:extLst>
              <a:ext uri="{FF2B5EF4-FFF2-40B4-BE49-F238E27FC236}">
                <a16:creationId xmlns:a16="http://schemas.microsoft.com/office/drawing/2014/main" id="{FF029FEB-2255-4066-BA64-D45B0DC5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83971" name="Slide Number Placeholder 6">
            <a:extLst>
              <a:ext uri="{FF2B5EF4-FFF2-40B4-BE49-F238E27FC236}">
                <a16:creationId xmlns:a16="http://schemas.microsoft.com/office/drawing/2014/main" id="{13B6AC79-A897-4A47-BC5C-943245696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2ABF4736-B331-4E28-BCBA-8EFBB7A856D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83972" name="Rectangle 2">
            <a:extLst>
              <a:ext uri="{FF2B5EF4-FFF2-40B4-BE49-F238E27FC236}">
                <a16:creationId xmlns:a16="http://schemas.microsoft.com/office/drawing/2014/main" id="{5B95839B-04F7-451B-BA2F-03662317C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4975" y="1781175"/>
            <a:ext cx="6534150" cy="4076700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E65C8277-693E-4AA5-9604-28D492F3D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1855788"/>
            <a:ext cx="6534150" cy="407670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74" name="Rectangle 4">
            <a:extLst>
              <a:ext uri="{FF2B5EF4-FFF2-40B4-BE49-F238E27FC236}">
                <a16:creationId xmlns:a16="http://schemas.microsoft.com/office/drawing/2014/main" id="{84949CA5-9B37-4A78-9276-D579B5133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9100" y="133350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The Internet network layer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grpSp>
        <p:nvGrpSpPr>
          <p:cNvPr id="83975" name="Group 6">
            <a:extLst>
              <a:ext uri="{FF2B5EF4-FFF2-40B4-BE49-F238E27FC236}">
                <a16:creationId xmlns:a16="http://schemas.microsoft.com/office/drawing/2014/main" id="{D5DDAACE-37E9-404B-B3AD-8315AFAB7AEB}"/>
              </a:ext>
            </a:extLst>
          </p:cNvPr>
          <p:cNvGrpSpPr>
            <a:grpSpLocks/>
          </p:cNvGrpSpPr>
          <p:nvPr/>
        </p:nvGrpSpPr>
        <p:grpSpPr bwMode="auto">
          <a:xfrm>
            <a:off x="3763963" y="3479800"/>
            <a:ext cx="1258887" cy="1214438"/>
            <a:chOff x="3992" y="2883"/>
            <a:chExt cx="613" cy="765"/>
          </a:xfrm>
        </p:grpSpPr>
        <p:sp>
          <p:nvSpPr>
            <p:cNvPr id="83998" name="Rectangle 7">
              <a:extLst>
                <a:ext uri="{FF2B5EF4-FFF2-40B4-BE49-F238E27FC236}">
                  <a16:creationId xmlns:a16="http://schemas.microsoft.com/office/drawing/2014/main" id="{7F1AC70C-CD3E-43AE-983A-59CEA224D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883"/>
              <a:ext cx="582" cy="738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3999" name="Rectangle 8">
              <a:extLst>
                <a:ext uri="{FF2B5EF4-FFF2-40B4-BE49-F238E27FC236}">
                  <a16:creationId xmlns:a16="http://schemas.microsoft.com/office/drawing/2014/main" id="{C2233089-B030-4984-8E70-385796DB71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6" y="2910"/>
              <a:ext cx="582" cy="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4000" name="Text Box 9">
              <a:extLst>
                <a:ext uri="{FF2B5EF4-FFF2-40B4-BE49-F238E27FC236}">
                  <a16:creationId xmlns:a16="http://schemas.microsoft.com/office/drawing/2014/main" id="{572E98BD-8AB9-45D5-BF7B-DC0342BF7D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92" y="3071"/>
              <a:ext cx="609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forwarding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table</a:t>
              </a:r>
            </a:p>
          </p:txBody>
        </p:sp>
        <p:sp>
          <p:nvSpPr>
            <p:cNvPr id="84001" name="Line 10">
              <a:extLst>
                <a:ext uri="{FF2B5EF4-FFF2-40B4-BE49-F238E27FC236}">
                  <a16:creationId xmlns:a16="http://schemas.microsoft.com/office/drawing/2014/main" id="{2BFC6A04-E455-44C0-B390-AB48B3345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5" y="2994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2" name="Line 11">
              <a:extLst>
                <a:ext uri="{FF2B5EF4-FFF2-40B4-BE49-F238E27FC236}">
                  <a16:creationId xmlns:a16="http://schemas.microsoft.com/office/drawing/2014/main" id="{5C2EFAF1-9C10-4E43-B429-E91AC54F3D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1" y="3048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3" name="Line 12">
              <a:extLst>
                <a:ext uri="{FF2B5EF4-FFF2-40B4-BE49-F238E27FC236}">
                  <a16:creationId xmlns:a16="http://schemas.microsoft.com/office/drawing/2014/main" id="{2EC9AAC9-A346-4492-A7DC-69B39D054D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4" y="3102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4" name="Line 13">
              <a:extLst>
                <a:ext uri="{FF2B5EF4-FFF2-40B4-BE49-F238E27FC236}">
                  <a16:creationId xmlns:a16="http://schemas.microsoft.com/office/drawing/2014/main" id="{AA3C31BC-E733-48EE-89BE-13F8359A40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5" y="3477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5" name="Line 14">
              <a:extLst>
                <a:ext uri="{FF2B5EF4-FFF2-40B4-BE49-F238E27FC236}">
                  <a16:creationId xmlns:a16="http://schemas.microsoft.com/office/drawing/2014/main" id="{46450C31-11F5-438F-9935-E023866DB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8" y="3528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6" name="Line 15">
              <a:extLst>
                <a:ext uri="{FF2B5EF4-FFF2-40B4-BE49-F238E27FC236}">
                  <a16:creationId xmlns:a16="http://schemas.microsoft.com/office/drawing/2014/main" id="{66759FA8-BA23-418C-B0F4-893979AC3C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1" y="3579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33800" name="Rectangle 16">
            <a:extLst>
              <a:ext uri="{FF2B5EF4-FFF2-40B4-BE49-F238E27FC236}">
                <a16:creationId xmlns:a16="http://schemas.microsoft.com/office/drawing/2014/main" id="{765E3159-F1B5-4847-823C-B19725EE165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58800" y="1189038"/>
            <a:ext cx="7534275" cy="43815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2400" dirty="0">
                <a:cs typeface="+mn-cs"/>
              </a:rPr>
              <a:t>host, router network layer functions:</a:t>
            </a:r>
          </a:p>
        </p:txBody>
      </p:sp>
      <p:sp>
        <p:nvSpPr>
          <p:cNvPr id="83977" name="Line 17">
            <a:extLst>
              <a:ext uri="{FF2B5EF4-FFF2-40B4-BE49-F238E27FC236}">
                <a16:creationId xmlns:a16="http://schemas.microsoft.com/office/drawing/2014/main" id="{02BAF5F0-7884-404A-BF4D-546AB6F0BBD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28775" y="5410200"/>
            <a:ext cx="6505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8" name="Line 18">
            <a:extLst>
              <a:ext uri="{FF2B5EF4-FFF2-40B4-BE49-F238E27FC236}">
                <a16:creationId xmlns:a16="http://schemas.microsoft.com/office/drawing/2014/main" id="{7E1C671A-4FAB-4864-9A67-9BA04E8934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57350" y="4886325"/>
            <a:ext cx="652462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9" name="Rectangle 20">
            <a:extLst>
              <a:ext uri="{FF2B5EF4-FFF2-40B4-BE49-F238E27FC236}">
                <a16:creationId xmlns:a16="http://schemas.microsoft.com/office/drawing/2014/main" id="{EFAA747B-E7DF-462E-AA7B-5E38F2255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2667000"/>
            <a:ext cx="1809750" cy="81915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0" name="Rectangle 21">
            <a:extLst>
              <a:ext uri="{FF2B5EF4-FFF2-40B4-BE49-F238E27FC236}">
                <a16:creationId xmlns:a16="http://schemas.microsoft.com/office/drawing/2014/main" id="{B0419B12-DCF7-4385-8F75-43BD7CB10D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2733675"/>
            <a:ext cx="1809750" cy="81915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1" name="Text Box 22">
            <a:extLst>
              <a:ext uri="{FF2B5EF4-FFF2-40B4-BE49-F238E27FC236}">
                <a16:creationId xmlns:a16="http://schemas.microsoft.com/office/drawing/2014/main" id="{E0DEE532-07A6-4B68-A964-3798C7A671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6738" y="2714625"/>
            <a:ext cx="1860550" cy="85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solidFill>
                  <a:srgbClr val="CC0000"/>
                </a:solidFill>
              </a:rPr>
              <a:t>routing protocols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>
                <a:latin typeface="Arial" panose="020B0604020202020204" pitchFamily="34" charset="0"/>
              </a:rPr>
              <a:t> path selection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>
                <a:latin typeface="Arial" panose="020B0604020202020204" pitchFamily="34" charset="0"/>
              </a:rPr>
              <a:t> RIP, OSPF, BGP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82" name="Freeform 23">
            <a:extLst>
              <a:ext uri="{FF2B5EF4-FFF2-40B4-BE49-F238E27FC236}">
                <a16:creationId xmlns:a16="http://schemas.microsoft.com/office/drawing/2014/main" id="{1AB941A4-486C-4B3F-BD01-0DDCE2DA27E6}"/>
              </a:ext>
            </a:extLst>
          </p:cNvPr>
          <p:cNvSpPr>
            <a:spLocks/>
          </p:cNvSpPr>
          <p:nvPr/>
        </p:nvSpPr>
        <p:spPr bwMode="auto">
          <a:xfrm>
            <a:off x="3143250" y="3657600"/>
            <a:ext cx="628650" cy="390525"/>
          </a:xfrm>
          <a:custGeom>
            <a:avLst/>
            <a:gdLst>
              <a:gd name="T0" fmla="*/ 0 w 396"/>
              <a:gd name="T1" fmla="*/ 0 h 246"/>
              <a:gd name="T2" fmla="*/ 2147483646 w 396"/>
              <a:gd name="T3" fmla="*/ 2147483646 h 246"/>
              <a:gd name="T4" fmla="*/ 2147483646 w 396"/>
              <a:gd name="T5" fmla="*/ 2147483646 h 246"/>
              <a:gd name="T6" fmla="*/ 0 60000 65536"/>
              <a:gd name="T7" fmla="*/ 0 60000 65536"/>
              <a:gd name="T8" fmla="*/ 0 60000 65536"/>
              <a:gd name="T9" fmla="*/ 0 w 396"/>
              <a:gd name="T10" fmla="*/ 0 h 246"/>
              <a:gd name="T11" fmla="*/ 396 w 396"/>
              <a:gd name="T12" fmla="*/ 246 h 24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96" h="246">
                <a:moveTo>
                  <a:pt x="0" y="0"/>
                </a:moveTo>
                <a:cubicBezTo>
                  <a:pt x="30" y="16"/>
                  <a:pt x="42" y="126"/>
                  <a:pt x="150" y="186"/>
                </a:cubicBezTo>
                <a:cubicBezTo>
                  <a:pt x="258" y="246"/>
                  <a:pt x="345" y="205"/>
                  <a:pt x="396" y="210"/>
                </a:cubicBezTo>
              </a:path>
            </a:pathLst>
          </a:custGeom>
          <a:noFill/>
          <a:ln w="38100" cap="flat" cmpd="sng">
            <a:solidFill>
              <a:srgbClr val="000099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83983" name="Group 24">
            <a:extLst>
              <a:ext uri="{FF2B5EF4-FFF2-40B4-BE49-F238E27FC236}">
                <a16:creationId xmlns:a16="http://schemas.microsoft.com/office/drawing/2014/main" id="{0E11EEAF-0D53-4E86-AF86-94F3635329FA}"/>
              </a:ext>
            </a:extLst>
          </p:cNvPr>
          <p:cNvGrpSpPr>
            <a:grpSpLocks/>
          </p:cNvGrpSpPr>
          <p:nvPr/>
        </p:nvGrpSpPr>
        <p:grpSpPr bwMode="auto">
          <a:xfrm>
            <a:off x="5092700" y="2576513"/>
            <a:ext cx="3000375" cy="1181100"/>
            <a:chOff x="102" y="1272"/>
            <a:chExt cx="1890" cy="744"/>
          </a:xfrm>
        </p:grpSpPr>
        <p:sp>
          <p:nvSpPr>
            <p:cNvPr id="83995" name="Rectangle 25">
              <a:extLst>
                <a:ext uri="{FF2B5EF4-FFF2-40B4-BE49-F238E27FC236}">
                  <a16:creationId xmlns:a16="http://schemas.microsoft.com/office/drawing/2014/main" id="{4ED469AC-6C77-4A6F-A56E-6AC75825B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72"/>
              <a:ext cx="1848" cy="690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3996" name="Rectangle 26">
              <a:extLst>
                <a:ext uri="{FF2B5EF4-FFF2-40B4-BE49-F238E27FC236}">
                  <a16:creationId xmlns:a16="http://schemas.microsoft.com/office/drawing/2014/main" id="{FE22644A-0C95-4C82-94C4-D17A31D02C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" y="1314"/>
              <a:ext cx="1848" cy="70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3997" name="Text Box 27">
              <a:extLst>
                <a:ext uri="{FF2B5EF4-FFF2-40B4-BE49-F238E27FC236}">
                  <a16:creationId xmlns:a16="http://schemas.microsoft.com/office/drawing/2014/main" id="{FF6FDCFF-083F-48D3-B62A-4C5434E6EC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6" y="1287"/>
              <a:ext cx="1810" cy="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solidFill>
                    <a:srgbClr val="CC0000"/>
                  </a:solidFill>
                </a:rPr>
                <a:t>IP protocol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Char char="•"/>
              </a:pPr>
              <a:r>
                <a:rPr lang="en-US" altLang="zh-TW" sz="1600">
                  <a:latin typeface="Arial" panose="020B0604020202020204" pitchFamily="34" charset="0"/>
                </a:rPr>
                <a:t> addressing conventions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Char char="•"/>
              </a:pPr>
              <a:r>
                <a:rPr lang="en-US" altLang="zh-TW" sz="1600">
                  <a:latin typeface="Arial" panose="020B0604020202020204" pitchFamily="34" charset="0"/>
                </a:rPr>
                <a:t> datagram format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Char char="•"/>
              </a:pPr>
              <a:r>
                <a:rPr lang="en-US" altLang="zh-TW" sz="1600">
                  <a:latin typeface="Arial" panose="020B0604020202020204" pitchFamily="34" charset="0"/>
                </a:rPr>
                <a:t> packet handling conventions</a:t>
              </a:r>
              <a:endParaRPr lang="en-US" altLang="zh-TW" sz="1800">
                <a:latin typeface="Arial" panose="020B0604020202020204" pitchFamily="34" charset="0"/>
              </a:endParaRPr>
            </a:p>
          </p:txBody>
        </p:sp>
      </p:grpSp>
      <p:sp>
        <p:nvSpPr>
          <p:cNvPr id="83984" name="Rectangle 29">
            <a:extLst>
              <a:ext uri="{FF2B5EF4-FFF2-40B4-BE49-F238E27FC236}">
                <a16:creationId xmlns:a16="http://schemas.microsoft.com/office/drawing/2014/main" id="{EEFE1708-1A64-4251-8C3D-92B84E82F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6525" y="3878263"/>
            <a:ext cx="1933575" cy="847725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5" name="Rectangle 30">
            <a:extLst>
              <a:ext uri="{FF2B5EF4-FFF2-40B4-BE49-F238E27FC236}">
                <a16:creationId xmlns:a16="http://schemas.microsoft.com/office/drawing/2014/main" id="{EDA194EA-181A-42BB-BB80-DF73F70F4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9850" y="3946525"/>
            <a:ext cx="1933575" cy="84772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6" name="Text Box 31">
            <a:extLst>
              <a:ext uri="{FF2B5EF4-FFF2-40B4-BE49-F238E27FC236}">
                <a16:creationId xmlns:a16="http://schemas.microsoft.com/office/drawing/2014/main" id="{AED5340C-B2F0-4879-8248-97BE0D071D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2550" y="3911600"/>
            <a:ext cx="1900238" cy="88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dirty="0">
                <a:solidFill>
                  <a:srgbClr val="CC0000"/>
                </a:solidFill>
              </a:rPr>
              <a:t>ICMP protocol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 dirty="0">
                <a:latin typeface="Arial" panose="020B0604020202020204" pitchFamily="34" charset="0"/>
              </a:rPr>
              <a:t> error reporting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 dirty="0">
                <a:latin typeface="Arial" panose="020B0604020202020204" pitchFamily="34" charset="0"/>
              </a:rPr>
              <a:t> router </a:t>
            </a:r>
            <a:r>
              <a:rPr lang="ja-JP" altLang="en-US" sz="1600" dirty="0">
                <a:latin typeface="Arial" panose="020B0604020202020204" pitchFamily="34" charset="0"/>
              </a:rPr>
              <a:t>“</a:t>
            </a:r>
            <a:r>
              <a:rPr lang="en-US" altLang="ja-JP" sz="1600" dirty="0">
                <a:latin typeface="Arial" panose="020B0604020202020204" pitchFamily="34" charset="0"/>
              </a:rPr>
              <a:t>signaling</a:t>
            </a:r>
            <a:r>
              <a:rPr lang="ja-JP" altLang="en-US" sz="1600" dirty="0">
                <a:latin typeface="Arial" panose="020B0604020202020204" pitchFamily="34" charset="0"/>
              </a:rPr>
              <a:t>”</a:t>
            </a:r>
            <a:endParaRPr lang="en-US" altLang="zh-TW" sz="1800" dirty="0">
              <a:latin typeface="Arial" panose="020B0604020202020204" pitchFamily="34" charset="0"/>
            </a:endParaRPr>
          </a:p>
        </p:txBody>
      </p:sp>
      <p:sp>
        <p:nvSpPr>
          <p:cNvPr id="83987" name="Line 32">
            <a:extLst>
              <a:ext uri="{FF2B5EF4-FFF2-40B4-BE49-F238E27FC236}">
                <a16:creationId xmlns:a16="http://schemas.microsoft.com/office/drawing/2014/main" id="{F15B305B-66FB-403F-9EAE-B2785AC103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57350" y="2466975"/>
            <a:ext cx="652462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88" name="Text Box 33">
            <a:extLst>
              <a:ext uri="{FF2B5EF4-FFF2-40B4-BE49-F238E27FC236}">
                <a16:creationId xmlns:a16="http://schemas.microsoft.com/office/drawing/2014/main" id="{C611AB34-DFA5-46F3-84BE-134803767E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8800" y="1989138"/>
            <a:ext cx="283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chemeClr val="bg2"/>
                </a:solidFill>
                <a:latin typeface="Arial" panose="020B0604020202020204" pitchFamily="34" charset="0"/>
              </a:rPr>
              <a:t>transport layer: TCP, UDP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89" name="Text Box 34">
            <a:extLst>
              <a:ext uri="{FF2B5EF4-FFF2-40B4-BE49-F238E27FC236}">
                <a16:creationId xmlns:a16="http://schemas.microsoft.com/office/drawing/2014/main" id="{0F31598F-6285-45D9-965A-8AA7EE7E6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3225" y="4960938"/>
            <a:ext cx="1085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chemeClr val="bg2"/>
                </a:solidFill>
                <a:latin typeface="Arial" panose="020B0604020202020204" pitchFamily="34" charset="0"/>
              </a:rPr>
              <a:t>link layer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90" name="Text Box 35">
            <a:extLst>
              <a:ext uri="{FF2B5EF4-FFF2-40B4-BE49-F238E27FC236}">
                <a16:creationId xmlns:a16="http://schemas.microsoft.com/office/drawing/2014/main" id="{D1CC80BC-2B34-40A4-9706-6DC77A2469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0825" y="5484813"/>
            <a:ext cx="156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chemeClr val="bg2"/>
                </a:solidFill>
                <a:latin typeface="Arial" panose="020B0604020202020204" pitchFamily="34" charset="0"/>
              </a:rPr>
              <a:t>physical layer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91" name="Text Box 36">
            <a:extLst>
              <a:ext uri="{FF2B5EF4-FFF2-40B4-BE49-F238E27FC236}">
                <a16:creationId xmlns:a16="http://schemas.microsoft.com/office/drawing/2014/main" id="{1751497F-2F48-4D31-B75D-7C64DF067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088" y="3259138"/>
            <a:ext cx="1252537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network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layer</a:t>
            </a:r>
            <a:endParaRPr lang="en-US" altLang="zh-TW" sz="18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83992" name="Line 37">
            <a:extLst>
              <a:ext uri="{FF2B5EF4-FFF2-40B4-BE49-F238E27FC236}">
                <a16:creationId xmlns:a16="http://schemas.microsoft.com/office/drawing/2014/main" id="{62CBE156-80A0-4021-933A-173BD020B41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81125" y="2486025"/>
            <a:ext cx="0" cy="7429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93" name="Line 38">
            <a:extLst>
              <a:ext uri="{FF2B5EF4-FFF2-40B4-BE49-F238E27FC236}">
                <a16:creationId xmlns:a16="http://schemas.microsoft.com/office/drawing/2014/main" id="{2A014C81-3C57-4D54-866F-E0899E930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1125" y="4152900"/>
            <a:ext cx="0" cy="7429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83994" name="Picture 40" descr="underline_base">
            <a:extLst>
              <a:ext uri="{FF2B5EF4-FFF2-40B4-BE49-F238E27FC236}">
                <a16:creationId xmlns:a16="http://schemas.microsoft.com/office/drawing/2014/main" id="{703ADB02-8E45-46C7-96A9-ED82F5925162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388" y="938213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7" name="Picture 7" descr="underline_base"/>
          <p:cNvPicPr>
            <a:picLocks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00" y="866696"/>
            <a:ext cx="4165600" cy="18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3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68184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Chapter 5: </a:t>
            </a:r>
            <a:r>
              <a:rPr lang="en-US" sz="3600" dirty="0">
                <a:cs typeface="+mj-cs"/>
              </a:rPr>
              <a:t>summary</a:t>
            </a:r>
          </a:p>
        </p:txBody>
      </p:sp>
      <p:sp>
        <p:nvSpPr>
          <p:cNvPr id="205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40347" y="1199153"/>
            <a:ext cx="8503653" cy="3680326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3200" i="1" dirty="0">
                <a:solidFill>
                  <a:srgbClr val="CC0000"/>
                </a:solidFill>
                <a:cs typeface="+mn-cs"/>
              </a:rPr>
              <a:t>we’ve learned a lot!</a:t>
            </a: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>
                <a:cs typeface="+mn-cs"/>
              </a:rPr>
              <a:t>approaches to network control plane</a:t>
            </a:r>
          </a:p>
          <a:p>
            <a:pPr marL="746125" lvl="1" indent="-346075">
              <a:buClr>
                <a:srgbClr val="000090"/>
              </a:buClr>
            </a:pPr>
            <a:r>
              <a:rPr lang="en-US" dirty="0">
                <a:cs typeface="Gill Sans MT"/>
              </a:rPr>
              <a:t>per-router control (traditional)</a:t>
            </a:r>
          </a:p>
          <a:p>
            <a:pPr marL="746125" lvl="1" indent="-346075">
              <a:buClr>
                <a:srgbClr val="000090"/>
              </a:buClr>
            </a:pPr>
            <a:r>
              <a:rPr lang="en-US" dirty="0">
                <a:cs typeface="Gill Sans MT"/>
              </a:rPr>
              <a:t>logically centralized control (software defined networking)</a:t>
            </a:r>
            <a:endParaRPr lang="en-US" dirty="0">
              <a:cs typeface="+mn-cs"/>
            </a:endParaRPr>
          </a:p>
          <a:p>
            <a:pPr>
              <a:defRPr/>
            </a:pPr>
            <a:r>
              <a:rPr lang="en-US" dirty="0">
                <a:cs typeface="+mn-cs"/>
              </a:rPr>
              <a:t>traditional routing algorithms</a:t>
            </a:r>
          </a:p>
          <a:p>
            <a:pPr lvl="1">
              <a:defRPr/>
            </a:pPr>
            <a:r>
              <a:rPr lang="en-US" dirty="0">
                <a:cs typeface="+mn-cs"/>
              </a:rPr>
              <a:t>implementation in Internet: OSPF, BGP</a:t>
            </a:r>
          </a:p>
          <a:p>
            <a:pPr>
              <a:defRPr/>
            </a:pPr>
            <a:r>
              <a:rPr lang="en-US" dirty="0">
                <a:cs typeface="+mn-cs"/>
              </a:rPr>
              <a:t>SDN controllers</a:t>
            </a:r>
          </a:p>
          <a:p>
            <a:pPr lvl="1">
              <a:defRPr/>
            </a:pPr>
            <a:r>
              <a:rPr lang="en-US" dirty="0">
                <a:cs typeface="+mn-cs"/>
              </a:rPr>
              <a:t>implementation in practice: ODL, ONOS</a:t>
            </a:r>
          </a:p>
          <a:p>
            <a:pPr>
              <a:defRPr/>
            </a:pPr>
            <a:r>
              <a:rPr lang="en-US" dirty="0"/>
              <a:t>Internet Control Message Protocol</a:t>
            </a:r>
            <a:endParaRPr lang="en-US" dirty="0">
              <a:cs typeface="+mn-cs"/>
            </a:endParaRPr>
          </a:p>
          <a:p>
            <a:pPr marL="0" indent="0">
              <a:buNone/>
              <a:defRPr/>
            </a:pPr>
            <a:endParaRPr lang="en-US" dirty="0"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08530" y="5721690"/>
            <a:ext cx="35447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000099"/>
                </a:solidFill>
              </a:rPr>
              <a:t>next stop:  link layer!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56154" y="6475895"/>
            <a:ext cx="548655" cy="272319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1200" dirty="0">
                <a:latin typeface="Tahoma" charset="0"/>
              </a:rPr>
              <a:t>5-</a:t>
            </a:r>
            <a:fld id="{8E8C6E93-DF5B-BC4B-80F9-500DED1EEDCC}" type="slidenum">
              <a:rPr lang="en-US" sz="1200">
                <a:latin typeface="Tahoma" charset="0"/>
              </a:rPr>
              <a:pPr/>
              <a:t>55</a:t>
            </a:fld>
            <a:endParaRPr lang="en-US" sz="1200" dirty="0">
              <a:latin typeface="Tahoma" charset="0"/>
            </a:endParaRPr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6375496" y="6475081"/>
            <a:ext cx="2177473" cy="241541"/>
          </a:xfr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r"/>
            <a:r>
              <a:rPr lang="en-US" sz="1200" dirty="0">
                <a:solidFill>
                  <a:srgbClr val="000000"/>
                </a:solidFill>
                <a:latin typeface="Tahoma" charset="0"/>
                <a:cs typeface="Arial" charset="0"/>
              </a:rPr>
              <a:t>Network Layer: Control Plane</a:t>
            </a:r>
          </a:p>
        </p:txBody>
      </p:sp>
    </p:spTree>
    <p:extLst>
      <p:ext uri="{BB962C8B-B14F-4D97-AF65-F5344CB8AC3E}">
        <p14:creationId xmlns:p14="http://schemas.microsoft.com/office/powerpoint/2010/main" val="304050026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gradFill>
          <a:gsLst>
            <a:gs pos="0">
              <a:schemeClr val="bg1">
                <a:lumMod val="95000"/>
              </a:schemeClr>
            </a:gs>
            <a:gs pos="100000">
              <a:schemeClr val="accent5">
                <a:lumMod val="75000"/>
              </a:schemeClr>
            </a:gs>
          </a:gsLst>
        </a:gra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7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gradFill>
          <a:gsLst>
            <a:gs pos="0">
              <a:schemeClr val="bg1">
                <a:lumMod val="95000"/>
              </a:schemeClr>
            </a:gs>
            <a:gs pos="100000">
              <a:schemeClr val="accent5">
                <a:lumMod val="75000"/>
              </a:schemeClr>
            </a:gs>
          </a:gsLst>
        </a:gra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18490</TotalTime>
  <Words>5043</Words>
  <Application>Microsoft Office PowerPoint</Application>
  <PresentationFormat>如螢幕大小 (4:3)</PresentationFormat>
  <Paragraphs>1188</Paragraphs>
  <Slides>55</Slides>
  <Notes>48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55</vt:i4>
      </vt:variant>
    </vt:vector>
  </HeadingPairs>
  <TitlesOfParts>
    <vt:vector size="68" baseType="lpstr">
      <vt:lpstr>ＭＳ Ｐゴシック</vt:lpstr>
      <vt:lpstr>ZapfDingbats</vt:lpstr>
      <vt:lpstr>PMingLiU</vt:lpstr>
      <vt:lpstr>Arial</vt:lpstr>
      <vt:lpstr>Comic Sans MS</vt:lpstr>
      <vt:lpstr>Courier New</vt:lpstr>
      <vt:lpstr>Gill Sans MT</vt:lpstr>
      <vt:lpstr>Tahoma</vt:lpstr>
      <vt:lpstr>Times New Roman</vt:lpstr>
      <vt:lpstr>Wingdings</vt:lpstr>
      <vt:lpstr>Default Design</vt:lpstr>
      <vt:lpstr>1_Default Design</vt:lpstr>
      <vt:lpstr>7_Default Design</vt:lpstr>
      <vt:lpstr>PowerPoint 簡報</vt:lpstr>
      <vt:lpstr>Chapter 5: network layer control plane</vt:lpstr>
      <vt:lpstr>PowerPoint 簡報</vt:lpstr>
      <vt:lpstr>Network-layer functions</vt:lpstr>
      <vt:lpstr>PowerPoint 簡報</vt:lpstr>
      <vt:lpstr>PowerPoint 簡報</vt:lpstr>
      <vt:lpstr>PowerPoint 簡報</vt:lpstr>
      <vt:lpstr>Interplay between routing, forwarding</vt:lpstr>
      <vt:lpstr>Graph abstraction</vt:lpstr>
      <vt:lpstr>Graph abstraction: costs</vt:lpstr>
      <vt:lpstr>Routing algorithm classification</vt:lpstr>
      <vt:lpstr>PowerPoint 簡報</vt:lpstr>
      <vt:lpstr>A Link-State Routing Algorithm</vt:lpstr>
      <vt:lpstr>Dijsktra’s Algorithm</vt:lpstr>
      <vt:lpstr>Dijkstra’s algorithm: example</vt:lpstr>
      <vt:lpstr>Dijkstra’s algorithm: example </vt:lpstr>
      <vt:lpstr>Dijkstra’s algorithm, discussion</vt:lpstr>
      <vt:lpstr>PowerPoint 簡報</vt:lpstr>
      <vt:lpstr>Distance vector algorithm </vt:lpstr>
      <vt:lpstr>Bellman-Ford example </vt:lpstr>
      <vt:lpstr>Distance vector algorithm </vt:lpstr>
      <vt:lpstr>Distance vector algorithm </vt:lpstr>
      <vt:lpstr>Distance vector algorithm </vt:lpstr>
      <vt:lpstr>PowerPoint 簡報</vt:lpstr>
      <vt:lpstr>PowerPoint 簡報</vt:lpstr>
      <vt:lpstr>Distance vector: link cost changes</vt:lpstr>
      <vt:lpstr>Distance vector: link cost changes</vt:lpstr>
      <vt:lpstr>Comparison of LS and DV algorithms</vt:lpstr>
      <vt:lpstr>PowerPoint 簡報</vt:lpstr>
      <vt:lpstr>Hierarchical routing</vt:lpstr>
      <vt:lpstr>Internet approach to scalable routing</vt:lpstr>
      <vt:lpstr>Interconnected ASes</vt:lpstr>
      <vt:lpstr>Intra-AS Routing</vt:lpstr>
      <vt:lpstr>OSPF (Open Shortest Path First)</vt:lpstr>
      <vt:lpstr>Hierarchical OSPF</vt:lpstr>
      <vt:lpstr>Hierarchical OSPF</vt:lpstr>
      <vt:lpstr>PowerPoint 簡報</vt:lpstr>
      <vt:lpstr>Inter-AS tasks</vt:lpstr>
      <vt:lpstr>Internet inter-AS routing: BGP</vt:lpstr>
      <vt:lpstr>eBGP, iBGP connections</vt:lpstr>
      <vt:lpstr>BGP basics</vt:lpstr>
      <vt:lpstr>Path attributes and BGP routes</vt:lpstr>
      <vt:lpstr>BGP messages</vt:lpstr>
      <vt:lpstr>BGP path advertisement</vt:lpstr>
      <vt:lpstr>BGP path advertisement</vt:lpstr>
      <vt:lpstr>BGP route selection</vt:lpstr>
      <vt:lpstr>Hot Potato Routing</vt:lpstr>
      <vt:lpstr>Why different Intra-, Inter-AS routing? </vt:lpstr>
      <vt:lpstr>PowerPoint 簡報</vt:lpstr>
      <vt:lpstr>ICMP: internet control message protocol</vt:lpstr>
      <vt:lpstr>Traceroute and ICMP</vt:lpstr>
      <vt:lpstr>Traceroute and ICMP</vt:lpstr>
      <vt:lpstr>Traceroute and ICMP</vt:lpstr>
      <vt:lpstr>The Internet network layer</vt:lpstr>
      <vt:lpstr>Chapter 5: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3rd Edition: Chapter 4</dc:title>
  <dc:creator>Jim Kurose and Keith Ross</dc:creator>
  <cp:lastModifiedBy>Prof. CHEUNG Man Hon Michael</cp:lastModifiedBy>
  <cp:revision>571</cp:revision>
  <dcterms:created xsi:type="dcterms:W3CDTF">1999-10-08T19:08:27Z</dcterms:created>
  <dcterms:modified xsi:type="dcterms:W3CDTF">2025-11-08T09:01:16Z</dcterms:modified>
</cp:coreProperties>
</file>