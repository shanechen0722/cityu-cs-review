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702" r:id="rId3"/>
    <p:sldId id="703" r:id="rId4"/>
    <p:sldId id="704" r:id="rId5"/>
    <p:sldId id="705" r:id="rId6"/>
    <p:sldId id="706" r:id="rId7"/>
    <p:sldId id="707" r:id="rId8"/>
  </p:sldIdLst>
  <p:sldSz cx="12192000" cy="6858000"/>
  <p:notesSz cx="6858000" cy="9144000"/>
  <p:defaultTextStyle>
    <a:defPPr>
      <a:defRPr lang="zh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729" autoAdjust="0"/>
  </p:normalViewPr>
  <p:slideViewPr>
    <p:cSldViewPr snapToGrid="0">
      <p:cViewPr varScale="1">
        <p:scale>
          <a:sx n="72" d="100"/>
          <a:sy n="72" d="100"/>
        </p:scale>
        <p:origin x="110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20715-EFA8-403A-82A7-EF6068908971}" type="datetimeFigureOut">
              <a:rPr lang="en-HK" smtClean="0"/>
              <a:t>14/11/2025</a:t>
            </a:fld>
            <a:endParaRPr lang="en-H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2F6D17-50A1-4272-A91E-EFC77007BEE5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0625646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6674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66788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C7694F-0701-4B4D-983C-84A003649EF5}" type="slidenum">
              <a:rPr kumimoji="0" lang="en-US" altLang="zh-TW" sz="13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anose="020B0600070205080204" pitchFamily="34" charset="-128"/>
                <a:cs typeface="+mn-cs"/>
              </a:rPr>
              <a:pPr marL="0" marR="0" lvl="0" indent="0" algn="r" defTabSz="966788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zh-TW" sz="1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anose="020B0600070205080204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6509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7AA726-E106-4EA7-9A80-C63538946C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E22371F-BAF2-4571-827A-0012A74D36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zh-HK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3F593F8-1E5C-4C8D-AB8D-F4B27EFF6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FFE93-C12F-4C27-9D9E-6538E874FECC}" type="datetimeFigureOut">
              <a:rPr lang="zh-HK" altLang="en-US" smtClean="0"/>
              <a:t>14/11/2025</a:t>
            </a:fld>
            <a:endParaRPr lang="zh-HK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0895710-B28F-443D-AA76-8A942757B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04004D7-FF76-4666-B13E-C46AA612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3E544-D52E-49CE-8CE0-D7A2C04AA468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87015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D931DB-41CE-4663-89D5-F39524B84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EAD3E8-FB1A-45C5-B317-FE63FA989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1A7E5C-15AF-4867-8DA8-E410A5349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FFE93-C12F-4C27-9D9E-6538E874FECC}" type="datetimeFigureOut">
              <a:rPr lang="zh-HK" altLang="en-US" smtClean="0"/>
              <a:t>14/11/2025</a:t>
            </a:fld>
            <a:endParaRPr lang="zh-HK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9667A6D-150D-4B39-B063-618C1A24D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F96E793-AD25-4DD2-92C9-67E415323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3E544-D52E-49CE-8CE0-D7A2C04AA468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421322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153AEE-B52C-444F-A2AD-D4694C896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02AA57D-1965-43A5-B945-2798FA8071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B61005-80CD-421B-B17A-0B2C1F23A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FFE93-C12F-4C27-9D9E-6538E874FECC}" type="datetimeFigureOut">
              <a:rPr lang="zh-HK" altLang="en-US" smtClean="0"/>
              <a:t>14/11/2025</a:t>
            </a:fld>
            <a:endParaRPr lang="zh-HK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A677DE5-4932-4060-A8CD-90DB90435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00D06AB-4B5C-4F31-BA7F-584A39FC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3E544-D52E-49CE-8CE0-D7A2C04AA468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26534496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49D2B4-376D-4C38-BCF2-A6A1B8B03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4A8DE4B-C6EC-4D9B-BFE3-6454548B8E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AA66E2A-8C00-4269-9339-7E42FF17AE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4340FE3-B535-496C-86FD-9F3F67F16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FFE93-C12F-4C27-9D9E-6538E874FECC}" type="datetimeFigureOut">
              <a:rPr lang="zh-HK" altLang="en-US" smtClean="0"/>
              <a:t>14/11/2025</a:t>
            </a:fld>
            <a:endParaRPr lang="zh-HK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5216F9D-EF6E-423D-AA73-87BE3AD04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736EE54-CB24-4CB0-BA6A-0F2305B27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3E544-D52E-49CE-8CE0-D7A2C04AA468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2849244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1B3B9D-DEBB-41F6-8FD8-2AA0C2AB3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B653E6B-1C78-4415-9541-8B459C539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8AC43A3-AE27-4D24-A9BD-9C10ADE49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0802F59E-3441-44AE-9BFF-AFDED3A68A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1AF6001-6DBB-40C7-A9E7-CE04250312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982F5D5-F279-4FD5-B867-0C9D8E9C6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FFE93-C12F-4C27-9D9E-6538E874FECC}" type="datetimeFigureOut">
              <a:rPr lang="zh-HK" altLang="en-US" smtClean="0"/>
              <a:t>14/11/2025</a:t>
            </a:fld>
            <a:endParaRPr lang="zh-HK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0B6154A-0672-4B4F-8728-8A630BA98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80B0AC92-EDBA-403B-B0CD-8BA8A1E37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3E544-D52E-49CE-8CE0-D7A2C04AA468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7909654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FD2777-23FE-411E-8938-7B045562A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4D729C24-7FF5-446C-A517-AABD6E599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FFE93-C12F-4C27-9D9E-6538E874FECC}" type="datetimeFigureOut">
              <a:rPr lang="zh-HK" altLang="en-US" smtClean="0"/>
              <a:t>14/11/2025</a:t>
            </a:fld>
            <a:endParaRPr lang="zh-HK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C948C96-4707-4B20-BD18-2514B81F8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6DD22BB-AB33-4416-89E4-84BEF0B86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3E544-D52E-49CE-8CE0-D7A2C04AA468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52740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DED2E8B-268A-4F38-9D63-0EF1E15CA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FFE93-C12F-4C27-9D9E-6538E874FECC}" type="datetimeFigureOut">
              <a:rPr lang="zh-HK" altLang="en-US" smtClean="0"/>
              <a:t>14/11/2025</a:t>
            </a:fld>
            <a:endParaRPr lang="zh-HK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2A8EF102-75E6-4943-ABA7-A5C66C00B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7C4430-1D27-44B9-A493-050AC9D6A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3E544-D52E-49CE-8CE0-D7A2C04AA468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2884500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6C05E7-1EA8-4831-BE50-0D67313CE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81A0D3A-2332-4DF3-BF10-4027CE362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6C97971-C695-4E12-818B-4BA5995BB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F297027-1623-4E90-A656-3AA69C110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FFE93-C12F-4C27-9D9E-6538E874FECC}" type="datetimeFigureOut">
              <a:rPr lang="zh-HK" altLang="en-US" smtClean="0"/>
              <a:t>14/11/2025</a:t>
            </a:fld>
            <a:endParaRPr lang="zh-HK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0925EAF-FD14-46F0-880E-1CA70571E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669358E-AE3C-4C06-966C-15BF13891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3E544-D52E-49CE-8CE0-D7A2C04AA468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2606883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F0F845-5DF8-4639-94DF-1C480799F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8E9917B-9117-4C34-A31C-A7B5D0336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HK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94BB907-F7FF-4F94-B540-A4BDE831D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34B56B3-BAA1-43DE-A918-A8707A2BC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FFE93-C12F-4C27-9D9E-6538E874FECC}" type="datetimeFigureOut">
              <a:rPr lang="zh-HK" altLang="en-US" smtClean="0"/>
              <a:t>14/11/2025</a:t>
            </a:fld>
            <a:endParaRPr lang="zh-HK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5FF6E81-518B-4BBB-B25A-F867F5546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7F51776-6F92-4E3B-B17C-06B7E72AD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3E544-D52E-49CE-8CE0-D7A2C04AA468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834611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17DD9B-F8CF-4E2A-A14F-03926CAD6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1BF5FE1-3BBF-4038-B275-74E41239ED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2AA2CF7-1BE9-4F65-9B27-9C8070567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FFE93-C12F-4C27-9D9E-6538E874FECC}" type="datetimeFigureOut">
              <a:rPr lang="zh-HK" altLang="en-US" smtClean="0"/>
              <a:t>14/11/2025</a:t>
            </a:fld>
            <a:endParaRPr lang="zh-HK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A6905F3-6F8B-4037-9456-0A71EB88E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B5B447B-6183-488A-8354-248082B97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3E544-D52E-49CE-8CE0-D7A2C04AA468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4264442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0728190-C908-4EB5-BBEF-7EBD071FB7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C5FB90E-86EC-4013-B2F8-055CFF1234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0835475-BDCE-4EFD-82FF-9BAA25E0E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FFE93-C12F-4C27-9D9E-6538E874FECC}" type="datetimeFigureOut">
              <a:rPr lang="zh-HK" altLang="en-US" smtClean="0"/>
              <a:t>14/11/2025</a:t>
            </a:fld>
            <a:endParaRPr lang="zh-HK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5E857EF-F196-4ACC-9BC8-A17612271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06BD8AE-128D-4379-BFA1-36EE41171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B3E544-D52E-49CE-8CE0-D7A2C04AA468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018043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E5FA3B6-D524-498E-AD28-3B09615222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46D5529-F9F2-4D25-82A5-854262A6BB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906337A-B674-44D6-A5A6-CF85A9C044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EFFE93-C12F-4C27-9D9E-6538E874FECC}" type="datetimeFigureOut">
              <a:rPr lang="zh-HK" altLang="en-US" smtClean="0"/>
              <a:t>14/11/2025</a:t>
            </a:fld>
            <a:endParaRPr lang="zh-HK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8F94308-6924-4946-B68C-6E83A6BB37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HK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D128C7-8309-4AD6-B864-7221943A6B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B3E544-D52E-49CE-8CE0-D7A2C04AA468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856000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06247D-60E2-466B-B292-4D8A779910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HK" dirty="0"/>
              <a:t>Dijkstra’s algorithm</a:t>
            </a:r>
            <a:endParaRPr lang="zh-HK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07D58CD-73C1-419C-AF55-13D47F290D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2882060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Footer Placeholder 3">
            <a:extLst>
              <a:ext uri="{FF2B5EF4-FFF2-40B4-BE49-F238E27FC236}">
                <a16:creationId xmlns:a16="http://schemas.microsoft.com/office/drawing/2014/main" id="{BA619CF6-0575-4902-8D2E-1B18CE5E2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192515" name="Slide Number Placeholder 4">
            <a:extLst>
              <a:ext uri="{FF2B5EF4-FFF2-40B4-BE49-F238E27FC236}">
                <a16:creationId xmlns:a16="http://schemas.microsoft.com/office/drawing/2014/main" id="{F054451B-C473-4BC3-8F5D-0D8758C2B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1200" dirty="0">
                <a:solidFill>
                  <a:srgbClr val="000000"/>
                </a:solidFill>
                <a:latin typeface="Tahoma" panose="020B0604030504040204" pitchFamily="34" charset="0"/>
              </a:rPr>
              <a:t>5-</a:t>
            </a:r>
            <a:fld id="{0393210B-31E7-48E8-9A06-24B3C1DB10DD}" type="slidenum"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pPr algn="l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None/>
                <a:defRPr/>
              </a:pPr>
              <a:t>2</a:t>
            </a:fld>
            <a:endParaRPr lang="en-US" altLang="zh-TW" sz="12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pic>
        <p:nvPicPr>
          <p:cNvPr id="192516" name="Picture 6" descr="underline_base">
            <a:extLst>
              <a:ext uri="{FF2B5EF4-FFF2-40B4-BE49-F238E27FC236}">
                <a16:creationId xmlns:a16="http://schemas.microsoft.com/office/drawing/2014/main" id="{3DA0188D-4FB1-4F67-A217-B87E380A0B4B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610" y="1255715"/>
            <a:ext cx="4570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2517" name="Rectangle 2">
            <a:extLst>
              <a:ext uri="{FF2B5EF4-FFF2-40B4-BE49-F238E27FC236}">
                <a16:creationId xmlns:a16="http://schemas.microsoft.com/office/drawing/2014/main" id="{F89EE39E-7045-4A9D-8A90-6C79C210FF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Dijsktra</a:t>
            </a:r>
            <a:r>
              <a:rPr lang="ja-JP" altLang="en-US" sz="4000">
                <a:ea typeface="ＭＳ Ｐゴシック" panose="020B0600070205080204" pitchFamily="34" charset="-128"/>
              </a:rPr>
              <a:t>’</a:t>
            </a:r>
            <a:r>
              <a:rPr lang="en-US" altLang="ja-JP" sz="4000">
                <a:ea typeface="ＭＳ Ｐゴシック" panose="020B0600070205080204" pitchFamily="34" charset="-128"/>
              </a:rPr>
              <a:t>s Algorithm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92518" name="Text Box 3">
            <a:extLst>
              <a:ext uri="{FF2B5EF4-FFF2-40B4-BE49-F238E27FC236}">
                <a16:creationId xmlns:a16="http://schemas.microsoft.com/office/drawing/2014/main" id="{F190C1F9-2D4F-4201-85D8-CD1839C090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65413" y="1458914"/>
            <a:ext cx="6221412" cy="4664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</a:rPr>
              <a:t>1  </a:t>
            </a:r>
            <a:r>
              <a:rPr lang="en-US" altLang="zh-TW" sz="2000" b="1" i="1" dirty="0">
                <a:solidFill>
                  <a:srgbClr val="000000"/>
                </a:solidFill>
                <a:latin typeface="Arial" panose="020B0604020202020204" pitchFamily="34" charset="0"/>
              </a:rPr>
              <a:t>Initialization:</a:t>
            </a: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</a:rPr>
              <a:t>2    N</a:t>
            </a: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' = {u}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   for all nodes v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     </a:t>
            </a:r>
            <a:r>
              <a:rPr lang="en-US" altLang="zh-TW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v adjacent to u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         </a:t>
            </a:r>
            <a:r>
              <a:rPr lang="en-US" altLang="zh-TW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then D(v) = c(</a:t>
            </a:r>
            <a:r>
              <a:rPr lang="en-US" altLang="zh-TW" sz="2000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u,v</a:t>
            </a:r>
            <a:r>
              <a:rPr lang="en-US" altLang="zh-TW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     </a:t>
            </a:r>
            <a:r>
              <a:rPr lang="en-US" altLang="zh-TW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else D(v) = ∞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   </a:t>
            </a:r>
            <a:r>
              <a:rPr lang="en-US" altLang="zh-TW" sz="2000" b="1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</a:t>
            </a:r>
            <a:r>
              <a:rPr lang="en-US" altLang="zh-TW" sz="200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TW" sz="2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     find w not in N' such that D(w) is a minimum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   add w to N'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    update D(v) for all v adjacent to w and not in N' :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       </a:t>
            </a:r>
            <a:r>
              <a:rPr lang="en-US" altLang="zh-TW" sz="2000" b="1" dirty="0">
                <a:solidFill>
                  <a:srgbClr val="CC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D(v) = min( D(v), D(w) + c(</a:t>
            </a:r>
            <a:r>
              <a:rPr lang="en-US" altLang="zh-TW" sz="2000" b="1" dirty="0" err="1">
                <a:solidFill>
                  <a:srgbClr val="CC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w,v</a:t>
            </a:r>
            <a:r>
              <a:rPr lang="en-US" altLang="zh-TW" sz="2000" b="1" dirty="0">
                <a:solidFill>
                  <a:srgbClr val="CC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)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    /* new cost to v is either old cost to v or known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     shortest path cost to w plus cost from w to v */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  </a:t>
            </a:r>
            <a:r>
              <a:rPr lang="en-US" altLang="zh-TW" sz="2000" b="1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until all nodes in N'</a:t>
            </a: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92519" name="Freeform 4">
            <a:extLst>
              <a:ext uri="{FF2B5EF4-FFF2-40B4-BE49-F238E27FC236}">
                <a16:creationId xmlns:a16="http://schemas.microsoft.com/office/drawing/2014/main" id="{B16764FE-7253-4AEA-BA87-F7E325CF2DBD}"/>
              </a:ext>
            </a:extLst>
          </p:cNvPr>
          <p:cNvSpPr>
            <a:spLocks/>
          </p:cNvSpPr>
          <p:nvPr/>
        </p:nvSpPr>
        <p:spPr bwMode="auto">
          <a:xfrm>
            <a:off x="2124075" y="3543301"/>
            <a:ext cx="800100" cy="2886075"/>
          </a:xfrm>
          <a:custGeom>
            <a:avLst/>
            <a:gdLst>
              <a:gd name="T0" fmla="*/ 2147483646 w 504"/>
              <a:gd name="T1" fmla="*/ 2147483646 h 1818"/>
              <a:gd name="T2" fmla="*/ 2147483646 w 504"/>
              <a:gd name="T3" fmla="*/ 2147483646 h 1818"/>
              <a:gd name="T4" fmla="*/ 2147483646 w 504"/>
              <a:gd name="T5" fmla="*/ 2147483646 h 1818"/>
              <a:gd name="T6" fmla="*/ 2147483646 w 504"/>
              <a:gd name="T7" fmla="*/ 2147483646 h 1818"/>
              <a:gd name="T8" fmla="*/ 0 60000 65536"/>
              <a:gd name="T9" fmla="*/ 0 60000 65536"/>
              <a:gd name="T10" fmla="*/ 0 60000 65536"/>
              <a:gd name="T11" fmla="*/ 0 60000 65536"/>
              <a:gd name="T12" fmla="*/ 0 w 504"/>
              <a:gd name="T13" fmla="*/ 0 h 1818"/>
              <a:gd name="T14" fmla="*/ 504 w 504"/>
              <a:gd name="T15" fmla="*/ 1818 h 1818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04" h="1818">
                <a:moveTo>
                  <a:pt x="504" y="1596"/>
                </a:moveTo>
                <a:cubicBezTo>
                  <a:pt x="444" y="1728"/>
                  <a:pt x="240" y="1818"/>
                  <a:pt x="120" y="1602"/>
                </a:cubicBezTo>
                <a:cubicBezTo>
                  <a:pt x="0" y="1386"/>
                  <a:pt x="48" y="444"/>
                  <a:pt x="90" y="192"/>
                </a:cubicBezTo>
                <a:cubicBezTo>
                  <a:pt x="162" y="0"/>
                  <a:pt x="294" y="84"/>
                  <a:pt x="396" y="144"/>
                </a:cubicBezTo>
              </a:path>
            </a:pathLst>
          </a:custGeom>
          <a:noFill/>
          <a:ln w="28575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HK" altLang="en-US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8" name="Group 16">
            <a:extLst>
              <a:ext uri="{FF2B5EF4-FFF2-40B4-BE49-F238E27FC236}">
                <a16:creationId xmlns:a16="http://schemas.microsoft.com/office/drawing/2014/main" id="{733AA3C3-2C5F-456D-8031-A2E43A4E61F7}"/>
              </a:ext>
            </a:extLst>
          </p:cNvPr>
          <p:cNvGrpSpPr>
            <a:grpSpLocks/>
          </p:cNvGrpSpPr>
          <p:nvPr/>
        </p:nvGrpSpPr>
        <p:grpSpPr bwMode="auto">
          <a:xfrm>
            <a:off x="7229475" y="1152527"/>
            <a:ext cx="3571875" cy="2236787"/>
            <a:chOff x="3162" y="1071"/>
            <a:chExt cx="2250" cy="1409"/>
          </a:xfrm>
        </p:grpSpPr>
        <p:sp>
          <p:nvSpPr>
            <p:cNvPr id="9" name="Freeform 17">
              <a:extLst>
                <a:ext uri="{FF2B5EF4-FFF2-40B4-BE49-F238E27FC236}">
                  <a16:creationId xmlns:a16="http://schemas.microsoft.com/office/drawing/2014/main" id="{A70A1999-C3D8-43E5-8168-70D1C107343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9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0" name="Freeform 18">
              <a:extLst>
                <a:ext uri="{FF2B5EF4-FFF2-40B4-BE49-F238E27FC236}">
                  <a16:creationId xmlns:a16="http://schemas.microsoft.com/office/drawing/2014/main" id="{8E25E4B1-56DD-4F20-9664-F6786540A8FD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1" name="Oval 19">
              <a:extLst>
                <a:ext uri="{FF2B5EF4-FFF2-40B4-BE49-F238E27FC236}">
                  <a16:creationId xmlns:a16="http://schemas.microsoft.com/office/drawing/2014/main" id="{7F4AD4F7-E8B9-4AE6-AF6B-669ACF8DC8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" name="Line 20">
              <a:extLst>
                <a:ext uri="{FF2B5EF4-FFF2-40B4-BE49-F238E27FC236}">
                  <a16:creationId xmlns:a16="http://schemas.microsoft.com/office/drawing/2014/main" id="{4AAE629D-8EDB-4437-AA72-10849EEEF8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3" name="Line 21">
              <a:extLst>
                <a:ext uri="{FF2B5EF4-FFF2-40B4-BE49-F238E27FC236}">
                  <a16:creationId xmlns:a16="http://schemas.microsoft.com/office/drawing/2014/main" id="{12BD144C-69BB-4464-B610-A607FC4DC8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" name="Rectangle 22">
              <a:extLst>
                <a:ext uri="{FF2B5EF4-FFF2-40B4-BE49-F238E27FC236}">
                  <a16:creationId xmlns:a16="http://schemas.microsoft.com/office/drawing/2014/main" id="{CDC53456-E5EB-4B3E-97FA-428FE8EA28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" name="Oval 23">
              <a:extLst>
                <a:ext uri="{FF2B5EF4-FFF2-40B4-BE49-F238E27FC236}">
                  <a16:creationId xmlns:a16="http://schemas.microsoft.com/office/drawing/2014/main" id="{8FBAA128-F31E-4ACD-896A-47E41A8771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" name="Oval 24">
              <a:extLst>
                <a:ext uri="{FF2B5EF4-FFF2-40B4-BE49-F238E27FC236}">
                  <a16:creationId xmlns:a16="http://schemas.microsoft.com/office/drawing/2014/main" id="{4A0821CA-688E-40D4-9059-AB8FB88C46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" name="Line 25">
              <a:extLst>
                <a:ext uri="{FF2B5EF4-FFF2-40B4-BE49-F238E27FC236}">
                  <a16:creationId xmlns:a16="http://schemas.microsoft.com/office/drawing/2014/main" id="{497F7EB1-8192-42E2-BFE3-C5EFABF589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" name="Line 26">
              <a:extLst>
                <a:ext uri="{FF2B5EF4-FFF2-40B4-BE49-F238E27FC236}">
                  <a16:creationId xmlns:a16="http://schemas.microsoft.com/office/drawing/2014/main" id="{BD6F7F7C-B101-4AA6-A905-EE5C379CC9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" name="Rectangle 27">
              <a:extLst>
                <a:ext uri="{FF2B5EF4-FFF2-40B4-BE49-F238E27FC236}">
                  <a16:creationId xmlns:a16="http://schemas.microsoft.com/office/drawing/2014/main" id="{646A5B66-06BA-4D99-841D-82F7B12C3A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0" name="Oval 28">
              <a:extLst>
                <a:ext uri="{FF2B5EF4-FFF2-40B4-BE49-F238E27FC236}">
                  <a16:creationId xmlns:a16="http://schemas.microsoft.com/office/drawing/2014/main" id="{206EB066-9DD0-4126-B6AD-7B59A2199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1" name="Oval 29">
              <a:extLst>
                <a:ext uri="{FF2B5EF4-FFF2-40B4-BE49-F238E27FC236}">
                  <a16:creationId xmlns:a16="http://schemas.microsoft.com/office/drawing/2014/main" id="{702360FD-2C9A-4AFF-8E46-CA7591A310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2" name="Line 30">
              <a:extLst>
                <a:ext uri="{FF2B5EF4-FFF2-40B4-BE49-F238E27FC236}">
                  <a16:creationId xmlns:a16="http://schemas.microsoft.com/office/drawing/2014/main" id="{B95F6318-15E1-4FE0-A4A3-ED708C39E5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3" name="Line 31">
              <a:extLst>
                <a:ext uri="{FF2B5EF4-FFF2-40B4-BE49-F238E27FC236}">
                  <a16:creationId xmlns:a16="http://schemas.microsoft.com/office/drawing/2014/main" id="{8EAC7B17-093C-48C2-B26F-2C830BE362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4" name="Rectangle 32">
              <a:extLst>
                <a:ext uri="{FF2B5EF4-FFF2-40B4-BE49-F238E27FC236}">
                  <a16:creationId xmlns:a16="http://schemas.microsoft.com/office/drawing/2014/main" id="{7371E72D-6B36-4356-97F9-8203C53B8C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5" name="Oval 33">
              <a:extLst>
                <a:ext uri="{FF2B5EF4-FFF2-40B4-BE49-F238E27FC236}">
                  <a16:creationId xmlns:a16="http://schemas.microsoft.com/office/drawing/2014/main" id="{2F44144E-E019-4BDE-ADD5-641F5B9232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6" name="Oval 34">
              <a:extLst>
                <a:ext uri="{FF2B5EF4-FFF2-40B4-BE49-F238E27FC236}">
                  <a16:creationId xmlns:a16="http://schemas.microsoft.com/office/drawing/2014/main" id="{80FB1E7A-28BC-4EB5-BA3C-BD3A82F80E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7" name="Line 35">
              <a:extLst>
                <a:ext uri="{FF2B5EF4-FFF2-40B4-BE49-F238E27FC236}">
                  <a16:creationId xmlns:a16="http://schemas.microsoft.com/office/drawing/2014/main" id="{F86B83B4-95DC-4CD6-A628-DB7DB00E65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8" name="Line 36">
              <a:extLst>
                <a:ext uri="{FF2B5EF4-FFF2-40B4-BE49-F238E27FC236}">
                  <a16:creationId xmlns:a16="http://schemas.microsoft.com/office/drawing/2014/main" id="{07A7365F-3FB8-4F4B-BE7B-D4CE1958F8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9" name="Rectangle 37">
              <a:extLst>
                <a:ext uri="{FF2B5EF4-FFF2-40B4-BE49-F238E27FC236}">
                  <a16:creationId xmlns:a16="http://schemas.microsoft.com/office/drawing/2014/main" id="{E820A6E1-8C62-4D0B-B398-B3991DFDF2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0" name="Oval 38">
              <a:extLst>
                <a:ext uri="{FF2B5EF4-FFF2-40B4-BE49-F238E27FC236}">
                  <a16:creationId xmlns:a16="http://schemas.microsoft.com/office/drawing/2014/main" id="{1C941443-F3C4-4E43-AA49-429A7B3EF2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1" name="Oval 39">
              <a:extLst>
                <a:ext uri="{FF2B5EF4-FFF2-40B4-BE49-F238E27FC236}">
                  <a16:creationId xmlns:a16="http://schemas.microsoft.com/office/drawing/2014/main" id="{70A85B08-AAB1-4111-BE93-687F757B3D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2" name="Line 40">
              <a:extLst>
                <a:ext uri="{FF2B5EF4-FFF2-40B4-BE49-F238E27FC236}">
                  <a16:creationId xmlns:a16="http://schemas.microsoft.com/office/drawing/2014/main" id="{FC599EE1-C35A-49CF-93A8-379389DAA33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3" name="Line 41">
              <a:extLst>
                <a:ext uri="{FF2B5EF4-FFF2-40B4-BE49-F238E27FC236}">
                  <a16:creationId xmlns:a16="http://schemas.microsoft.com/office/drawing/2014/main" id="{DED3068D-1246-4312-ACB3-BB96DFCDC8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4" name="Rectangle 42">
              <a:extLst>
                <a:ext uri="{FF2B5EF4-FFF2-40B4-BE49-F238E27FC236}">
                  <a16:creationId xmlns:a16="http://schemas.microsoft.com/office/drawing/2014/main" id="{698D0ADC-087E-44CC-971C-51DF5B2E5D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5" name="Oval 43">
              <a:extLst>
                <a:ext uri="{FF2B5EF4-FFF2-40B4-BE49-F238E27FC236}">
                  <a16:creationId xmlns:a16="http://schemas.microsoft.com/office/drawing/2014/main" id="{F291E978-B593-482C-A7DA-CEB85EC2A8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6" name="Oval 44">
              <a:extLst>
                <a:ext uri="{FF2B5EF4-FFF2-40B4-BE49-F238E27FC236}">
                  <a16:creationId xmlns:a16="http://schemas.microsoft.com/office/drawing/2014/main" id="{E4970F6D-0A06-45F1-91B2-E2F83511B1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7" name="Line 45">
              <a:extLst>
                <a:ext uri="{FF2B5EF4-FFF2-40B4-BE49-F238E27FC236}">
                  <a16:creationId xmlns:a16="http://schemas.microsoft.com/office/drawing/2014/main" id="{53D8CACA-AA5D-4183-93C6-0F611C1BE7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8" name="Line 46">
              <a:extLst>
                <a:ext uri="{FF2B5EF4-FFF2-40B4-BE49-F238E27FC236}">
                  <a16:creationId xmlns:a16="http://schemas.microsoft.com/office/drawing/2014/main" id="{9C9E8409-8149-4ED5-89BE-C6029668B2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9" name="Rectangle 47">
              <a:extLst>
                <a:ext uri="{FF2B5EF4-FFF2-40B4-BE49-F238E27FC236}">
                  <a16:creationId xmlns:a16="http://schemas.microsoft.com/office/drawing/2014/main" id="{1613D919-FB72-4E6A-BE9D-1D46FB7D5A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0" name="Oval 48">
              <a:extLst>
                <a:ext uri="{FF2B5EF4-FFF2-40B4-BE49-F238E27FC236}">
                  <a16:creationId xmlns:a16="http://schemas.microsoft.com/office/drawing/2014/main" id="{5AA4CD82-7C91-44AE-B0DA-6B3A700A04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1" name="Freeform 49">
              <a:extLst>
                <a:ext uri="{FF2B5EF4-FFF2-40B4-BE49-F238E27FC236}">
                  <a16:creationId xmlns:a16="http://schemas.microsoft.com/office/drawing/2014/main" id="{519A2DC3-768D-47BD-9D6D-EBC369F26388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2" name="Freeform 50">
              <a:extLst>
                <a:ext uri="{FF2B5EF4-FFF2-40B4-BE49-F238E27FC236}">
                  <a16:creationId xmlns:a16="http://schemas.microsoft.com/office/drawing/2014/main" id="{DCDF3AD3-46F6-4BD2-AB8C-347274B3F13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3" name="Freeform 51">
              <a:extLst>
                <a:ext uri="{FF2B5EF4-FFF2-40B4-BE49-F238E27FC236}">
                  <a16:creationId xmlns:a16="http://schemas.microsoft.com/office/drawing/2014/main" id="{3DE131FB-1073-43F8-86EB-8E5A0F63CCF3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2147483646 h 174"/>
                <a:gd name="T2" fmla="*/ 11894263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4" name="Freeform 52">
              <a:extLst>
                <a:ext uri="{FF2B5EF4-FFF2-40B4-BE49-F238E27FC236}">
                  <a16:creationId xmlns:a16="http://schemas.microsoft.com/office/drawing/2014/main" id="{B96C0D4E-0C34-4F4B-83C0-3F789956039D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5" name="Freeform 53">
              <a:extLst>
                <a:ext uri="{FF2B5EF4-FFF2-40B4-BE49-F238E27FC236}">
                  <a16:creationId xmlns:a16="http://schemas.microsoft.com/office/drawing/2014/main" id="{03FF5DB6-9D13-4473-9CC7-8B4C1684655A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6" name="Freeform 54">
              <a:extLst>
                <a:ext uri="{FF2B5EF4-FFF2-40B4-BE49-F238E27FC236}">
                  <a16:creationId xmlns:a16="http://schemas.microsoft.com/office/drawing/2014/main" id="{0ECECF2F-EE90-4E25-B75D-6621F83CDC1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7" name="Freeform 55">
              <a:extLst>
                <a:ext uri="{FF2B5EF4-FFF2-40B4-BE49-F238E27FC236}">
                  <a16:creationId xmlns:a16="http://schemas.microsoft.com/office/drawing/2014/main" id="{BBE492CB-2F1E-43B2-B819-3801E31E169C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8" name="Freeform 56">
              <a:extLst>
                <a:ext uri="{FF2B5EF4-FFF2-40B4-BE49-F238E27FC236}">
                  <a16:creationId xmlns:a16="http://schemas.microsoft.com/office/drawing/2014/main" id="{4D2A23E8-14CD-45A0-8261-58AA55458FA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9" name="Freeform 57">
              <a:extLst>
                <a:ext uri="{FF2B5EF4-FFF2-40B4-BE49-F238E27FC236}">
                  <a16:creationId xmlns:a16="http://schemas.microsoft.com/office/drawing/2014/main" id="{FF2AD76C-CEDE-4538-BA29-93FC01A8C116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grpSp>
          <p:nvGrpSpPr>
            <p:cNvPr id="50" name="Group 58">
              <a:extLst>
                <a:ext uri="{FF2B5EF4-FFF2-40B4-BE49-F238E27FC236}">
                  <a16:creationId xmlns:a16="http://schemas.microsoft.com/office/drawing/2014/main" id="{AECD7B02-E98C-4B76-86A8-659AC27B121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76" name="Rectangle 59">
                <a:extLst>
                  <a:ext uri="{FF2B5EF4-FFF2-40B4-BE49-F238E27FC236}">
                    <a16:creationId xmlns:a16="http://schemas.microsoft.com/office/drawing/2014/main" id="{66977A44-1D67-4923-BC44-E00BB9AE9A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77" name="Text Box 60">
                <a:extLst>
                  <a:ext uri="{FF2B5EF4-FFF2-40B4-BE49-F238E27FC236}">
                    <a16:creationId xmlns:a16="http://schemas.microsoft.com/office/drawing/2014/main" id="{0B174293-380E-455A-AE99-B2EE1ED0734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u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51" name="Group 61">
              <a:extLst>
                <a:ext uri="{FF2B5EF4-FFF2-40B4-BE49-F238E27FC236}">
                  <a16:creationId xmlns:a16="http://schemas.microsoft.com/office/drawing/2014/main" id="{2A37643A-809D-4FDB-AD76-86B475FCDA8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74" name="Rectangle 62">
                <a:extLst>
                  <a:ext uri="{FF2B5EF4-FFF2-40B4-BE49-F238E27FC236}">
                    <a16:creationId xmlns:a16="http://schemas.microsoft.com/office/drawing/2014/main" id="{E206DB3B-CF64-4AFF-ACE4-CA8874A717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75" name="Text Box 63">
                <a:extLst>
                  <a:ext uri="{FF2B5EF4-FFF2-40B4-BE49-F238E27FC236}">
                    <a16:creationId xmlns:a16="http://schemas.microsoft.com/office/drawing/2014/main" id="{CC34DB17-ACE7-4999-97F8-642D84DBDBF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y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52" name="Group 64">
              <a:extLst>
                <a:ext uri="{FF2B5EF4-FFF2-40B4-BE49-F238E27FC236}">
                  <a16:creationId xmlns:a16="http://schemas.microsoft.com/office/drawing/2014/main" id="{DF061EA2-D202-43A9-938E-3633821AD65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A75C9A1A-BDE6-4D07-A564-6A10C5E61A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73" name="Text Box 66">
                <a:extLst>
                  <a:ext uri="{FF2B5EF4-FFF2-40B4-BE49-F238E27FC236}">
                    <a16:creationId xmlns:a16="http://schemas.microsoft.com/office/drawing/2014/main" id="{5781A84F-E533-4022-BCCD-976886066DA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x</a:t>
                </a:r>
              </a:p>
            </p:txBody>
          </p:sp>
        </p:grpSp>
        <p:grpSp>
          <p:nvGrpSpPr>
            <p:cNvPr id="53" name="Group 67">
              <a:extLst>
                <a:ext uri="{FF2B5EF4-FFF2-40B4-BE49-F238E27FC236}">
                  <a16:creationId xmlns:a16="http://schemas.microsoft.com/office/drawing/2014/main" id="{A41C8A4F-6009-40F4-991C-EDB60A8488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8" y="1438"/>
              <a:ext cx="232" cy="250"/>
              <a:chOff x="2941" y="2425"/>
              <a:chExt cx="235" cy="250"/>
            </a:xfrm>
          </p:grpSpPr>
          <p:sp>
            <p:nvSpPr>
              <p:cNvPr id="70" name="Rectangle 68">
                <a:extLst>
                  <a:ext uri="{FF2B5EF4-FFF2-40B4-BE49-F238E27FC236}">
                    <a16:creationId xmlns:a16="http://schemas.microsoft.com/office/drawing/2014/main" id="{8905E91C-8B9E-45E4-BBD5-389441A4E7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71" name="Text Box 69">
                <a:extLst>
                  <a:ext uri="{FF2B5EF4-FFF2-40B4-BE49-F238E27FC236}">
                    <a16:creationId xmlns:a16="http://schemas.microsoft.com/office/drawing/2014/main" id="{9CDC89B9-2F0D-4B7B-A0C3-81E0A1E59E7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w</a:t>
                </a:r>
                <a:endPara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54" name="Group 70">
              <a:extLst>
                <a:ext uri="{FF2B5EF4-FFF2-40B4-BE49-F238E27FC236}">
                  <a16:creationId xmlns:a16="http://schemas.microsoft.com/office/drawing/2014/main" id="{10B6FE94-640B-451E-8746-B147EA71E9C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68" name="Rectangle 71">
                <a:extLst>
                  <a:ext uri="{FF2B5EF4-FFF2-40B4-BE49-F238E27FC236}">
                    <a16:creationId xmlns:a16="http://schemas.microsoft.com/office/drawing/2014/main" id="{2F82F8C2-DF51-4E40-843E-6A6A7915D5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69" name="Text Box 72">
                <a:extLst>
                  <a:ext uri="{FF2B5EF4-FFF2-40B4-BE49-F238E27FC236}">
                    <a16:creationId xmlns:a16="http://schemas.microsoft.com/office/drawing/2014/main" id="{62CAC3D5-F6D8-4D22-8A4E-0ABAE528625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v</a:t>
                </a:r>
                <a:endPara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55" name="Group 73">
              <a:extLst>
                <a:ext uri="{FF2B5EF4-FFF2-40B4-BE49-F238E27FC236}">
                  <a16:creationId xmlns:a16="http://schemas.microsoft.com/office/drawing/2014/main" id="{BA5ABB3B-F1AC-42CD-B414-CE933562CA0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59FA5A11-2921-48BD-9B26-51ADC50E7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67" name="Text Box 75">
                <a:extLst>
                  <a:ext uri="{FF2B5EF4-FFF2-40B4-BE49-F238E27FC236}">
                    <a16:creationId xmlns:a16="http://schemas.microsoft.com/office/drawing/2014/main" id="{7A223CD8-48FF-437B-8457-A89EEBAFDFA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z</a:t>
                </a:r>
              </a:p>
            </p:txBody>
          </p:sp>
        </p:grpSp>
        <p:sp>
          <p:nvSpPr>
            <p:cNvPr id="56" name="Text Box 76">
              <a:extLst>
                <a:ext uri="{FF2B5EF4-FFF2-40B4-BE49-F238E27FC236}">
                  <a16:creationId xmlns:a16="http://schemas.microsoft.com/office/drawing/2014/main" id="{4478B09C-A724-4823-8754-E6976C9C07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57" name="Text Box 77">
              <a:extLst>
                <a:ext uri="{FF2B5EF4-FFF2-40B4-BE49-F238E27FC236}">
                  <a16:creationId xmlns:a16="http://schemas.microsoft.com/office/drawing/2014/main" id="{04E9563B-672A-4432-A0A8-82AAC38F2D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58" name="Text Box 78">
              <a:extLst>
                <a:ext uri="{FF2B5EF4-FFF2-40B4-BE49-F238E27FC236}">
                  <a16:creationId xmlns:a16="http://schemas.microsoft.com/office/drawing/2014/main" id="{8098C40F-5825-444A-801F-1C8F492286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59" name="Text Box 79">
              <a:extLst>
                <a:ext uri="{FF2B5EF4-FFF2-40B4-BE49-F238E27FC236}">
                  <a16:creationId xmlns:a16="http://schemas.microsoft.com/office/drawing/2014/main" id="{6299FC47-A2BB-40C1-BEFC-2FE401173E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3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0" name="Text Box 80">
              <a:extLst>
                <a:ext uri="{FF2B5EF4-FFF2-40B4-BE49-F238E27FC236}">
                  <a16:creationId xmlns:a16="http://schemas.microsoft.com/office/drawing/2014/main" id="{C1E542A0-69FD-483F-ADCF-39D96AE6110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1" name="Text Box 81">
              <a:extLst>
                <a:ext uri="{FF2B5EF4-FFF2-40B4-BE49-F238E27FC236}">
                  <a16:creationId xmlns:a16="http://schemas.microsoft.com/office/drawing/2014/main" id="{DC0A1372-BE6B-471C-BC2C-2C75B85B5C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2" name="Text Box 82">
              <a:extLst>
                <a:ext uri="{FF2B5EF4-FFF2-40B4-BE49-F238E27FC236}">
                  <a16:creationId xmlns:a16="http://schemas.microsoft.com/office/drawing/2014/main" id="{17EC5249-1043-423E-9E2E-1807CCA22BE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3" name="Text Box 83">
              <a:extLst>
                <a:ext uri="{FF2B5EF4-FFF2-40B4-BE49-F238E27FC236}">
                  <a16:creationId xmlns:a16="http://schemas.microsoft.com/office/drawing/2014/main" id="{B3A64BFB-B8A8-418C-9BEC-B56A5DE362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5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4" name="Text Box 84">
              <a:extLst>
                <a:ext uri="{FF2B5EF4-FFF2-40B4-BE49-F238E27FC236}">
                  <a16:creationId xmlns:a16="http://schemas.microsoft.com/office/drawing/2014/main" id="{9D6D58CF-0507-41C9-A198-2A3F118A33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3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5" name="Text Box 85">
              <a:extLst>
                <a:ext uri="{FF2B5EF4-FFF2-40B4-BE49-F238E27FC236}">
                  <a16:creationId xmlns:a16="http://schemas.microsoft.com/office/drawing/2014/main" id="{2D103B69-A104-4DA8-9939-8E23CEC9F8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5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514" name="Footer Placeholder 3">
            <a:extLst>
              <a:ext uri="{FF2B5EF4-FFF2-40B4-BE49-F238E27FC236}">
                <a16:creationId xmlns:a16="http://schemas.microsoft.com/office/drawing/2014/main" id="{BA619CF6-0575-4902-8D2E-1B18CE5E2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t>Network Layer</a:t>
            </a:r>
          </a:p>
        </p:txBody>
      </p:sp>
      <p:sp>
        <p:nvSpPr>
          <p:cNvPr id="192515" name="Slide Number Placeholder 4">
            <a:extLst>
              <a:ext uri="{FF2B5EF4-FFF2-40B4-BE49-F238E27FC236}">
                <a16:creationId xmlns:a16="http://schemas.microsoft.com/office/drawing/2014/main" id="{F054451B-C473-4BC3-8F5D-0D8758C2B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algn="l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1200" dirty="0">
                <a:solidFill>
                  <a:srgbClr val="000000"/>
                </a:solidFill>
                <a:latin typeface="Tahoma" panose="020B0604030504040204" pitchFamily="34" charset="0"/>
              </a:rPr>
              <a:t>5-</a:t>
            </a:r>
            <a:fld id="{0393210B-31E7-48E8-9A06-24B3C1DB10DD}" type="slidenum">
              <a:rPr lang="en-US" altLang="zh-TW" sz="1200">
                <a:solidFill>
                  <a:srgbClr val="000000"/>
                </a:solidFill>
                <a:latin typeface="Tahoma" panose="020B0604030504040204" pitchFamily="34" charset="0"/>
              </a:rPr>
              <a:pPr algn="l" eaLnBrk="0" fontAlgn="base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None/>
                <a:defRPr/>
              </a:pPr>
              <a:t>3</a:t>
            </a:fld>
            <a:endParaRPr lang="en-US" altLang="zh-TW" sz="1200" dirty="0">
              <a:solidFill>
                <a:srgbClr val="000000"/>
              </a:solidFill>
              <a:latin typeface="Tahoma" panose="020B0604030504040204" pitchFamily="34" charset="0"/>
            </a:endParaRPr>
          </a:p>
        </p:txBody>
      </p:sp>
      <p:pic>
        <p:nvPicPr>
          <p:cNvPr id="192516" name="Picture 6" descr="underline_base">
            <a:extLst>
              <a:ext uri="{FF2B5EF4-FFF2-40B4-BE49-F238E27FC236}">
                <a16:creationId xmlns:a16="http://schemas.microsoft.com/office/drawing/2014/main" id="{3DA0188D-4FB1-4F67-A217-B87E380A0B4B}"/>
              </a:ext>
            </a:extLst>
          </p:cNvPr>
          <p:cNvPicPr>
            <a:picLocks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610" y="1255715"/>
            <a:ext cx="4570412" cy="173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2517" name="Rectangle 2">
            <a:extLst>
              <a:ext uri="{FF2B5EF4-FFF2-40B4-BE49-F238E27FC236}">
                <a16:creationId xmlns:a16="http://schemas.microsoft.com/office/drawing/2014/main" id="{F89EE39E-7045-4A9D-8A90-6C79C210FF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>
                <a:ea typeface="ＭＳ Ｐゴシック" panose="020B0600070205080204" pitchFamily="34" charset="-128"/>
              </a:rPr>
              <a:t>Dijsktra</a:t>
            </a:r>
            <a:r>
              <a:rPr lang="ja-JP" altLang="en-US" sz="4000">
                <a:ea typeface="ＭＳ Ｐゴシック" panose="020B0600070205080204" pitchFamily="34" charset="-128"/>
              </a:rPr>
              <a:t>’</a:t>
            </a:r>
            <a:r>
              <a:rPr lang="en-US" altLang="ja-JP" sz="4000">
                <a:ea typeface="ＭＳ Ｐゴシック" panose="020B0600070205080204" pitchFamily="34" charset="-128"/>
              </a:rPr>
              <a:t>s Algorithm</a:t>
            </a:r>
            <a:endParaRPr lang="en-US" altLang="zh-TW">
              <a:ea typeface="ＭＳ Ｐゴシック" panose="020B0600070205080204" pitchFamily="34" charset="-128"/>
            </a:endParaRPr>
          </a:p>
        </p:txBody>
      </p:sp>
      <p:sp>
        <p:nvSpPr>
          <p:cNvPr id="192518" name="Text Box 3">
            <a:extLst>
              <a:ext uri="{FF2B5EF4-FFF2-40B4-BE49-F238E27FC236}">
                <a16:creationId xmlns:a16="http://schemas.microsoft.com/office/drawing/2014/main" id="{F190C1F9-2D4F-4201-85D8-CD1839C090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65413" y="1458914"/>
            <a:ext cx="6317948" cy="47089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</a:rPr>
              <a:t>1  </a:t>
            </a:r>
            <a:r>
              <a:rPr lang="en-US" altLang="zh-TW" sz="2000" b="1" i="1" dirty="0">
                <a:solidFill>
                  <a:srgbClr val="000000"/>
                </a:solidFill>
                <a:latin typeface="Arial" panose="020B0604020202020204" pitchFamily="34" charset="0"/>
              </a:rPr>
              <a:t>Initialization:</a:t>
            </a: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</a:rPr>
              <a:t>2    N</a:t>
            </a: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' = {u}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   for all nodes v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     </a:t>
            </a:r>
            <a:r>
              <a:rPr lang="en-US" altLang="zh-TW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v adjacent to u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         </a:t>
            </a:r>
            <a:r>
              <a:rPr lang="en-US" altLang="zh-TW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then D(v) = c(</a:t>
            </a:r>
            <a:r>
              <a:rPr lang="en-US" altLang="zh-TW" sz="2000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u,v</a:t>
            </a:r>
            <a:r>
              <a:rPr lang="en-US" altLang="zh-TW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     </a:t>
            </a:r>
            <a:r>
              <a:rPr lang="en-US" altLang="zh-TW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else D(v) = ∞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   </a:t>
            </a:r>
            <a:r>
              <a:rPr lang="en-US" altLang="zh-TW" sz="2000" b="1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</a:t>
            </a:r>
            <a:r>
              <a:rPr lang="en-US" altLang="zh-TW" sz="2000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zh-TW" sz="2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     find </a:t>
            </a:r>
            <a:r>
              <a:rPr lang="en-US" altLang="zh-TW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n*</a:t>
            </a: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not in N' such that D(</a:t>
            </a:r>
            <a:r>
              <a:rPr lang="en-US" altLang="zh-TW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n*</a:t>
            </a: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is a minimum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   add </a:t>
            </a:r>
            <a:r>
              <a:rPr lang="en-US" altLang="zh-TW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n*</a:t>
            </a: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to N'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    update D(v) for all v adjacent to </a:t>
            </a:r>
            <a:r>
              <a:rPr lang="en-US" altLang="zh-TW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n*</a:t>
            </a: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not in N' :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       </a:t>
            </a:r>
            <a:r>
              <a:rPr lang="en-US" altLang="zh-TW" sz="2000" b="1" dirty="0">
                <a:solidFill>
                  <a:srgbClr val="CC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D(v) = min( D(v), D(</a:t>
            </a:r>
            <a:r>
              <a:rPr lang="en-US" altLang="zh-TW" sz="20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n*</a:t>
            </a:r>
            <a:r>
              <a:rPr lang="en-US" altLang="zh-TW" sz="2000" b="1" dirty="0">
                <a:solidFill>
                  <a:srgbClr val="CC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+ c(</a:t>
            </a:r>
            <a:r>
              <a:rPr lang="en-US" altLang="zh-TW" sz="20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n*</a:t>
            </a:r>
            <a:r>
              <a:rPr lang="en-US" altLang="zh-TW" sz="2000" b="1" dirty="0">
                <a:solidFill>
                  <a:srgbClr val="CC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,v) )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    /* new cost to v is either old cost to v or known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     shortest path cost to </a:t>
            </a:r>
            <a:r>
              <a:rPr lang="en-US" altLang="zh-TW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n*</a:t>
            </a: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plus cost from </a:t>
            </a:r>
            <a:r>
              <a:rPr lang="en-US" altLang="zh-TW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n*</a:t>
            </a: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to v */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  </a:t>
            </a:r>
            <a:r>
              <a:rPr lang="en-US" altLang="zh-TW" sz="2000" b="1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until all nodes in N'</a:t>
            </a: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92519" name="Freeform 4">
            <a:extLst>
              <a:ext uri="{FF2B5EF4-FFF2-40B4-BE49-F238E27FC236}">
                <a16:creationId xmlns:a16="http://schemas.microsoft.com/office/drawing/2014/main" id="{B16764FE-7253-4AEA-BA87-F7E325CF2DBD}"/>
              </a:ext>
            </a:extLst>
          </p:cNvPr>
          <p:cNvSpPr>
            <a:spLocks/>
          </p:cNvSpPr>
          <p:nvPr/>
        </p:nvSpPr>
        <p:spPr bwMode="auto">
          <a:xfrm>
            <a:off x="2124075" y="3543301"/>
            <a:ext cx="800100" cy="2886075"/>
          </a:xfrm>
          <a:custGeom>
            <a:avLst/>
            <a:gdLst>
              <a:gd name="T0" fmla="*/ 2147483646 w 504"/>
              <a:gd name="T1" fmla="*/ 2147483646 h 1818"/>
              <a:gd name="T2" fmla="*/ 2147483646 w 504"/>
              <a:gd name="T3" fmla="*/ 2147483646 h 1818"/>
              <a:gd name="T4" fmla="*/ 2147483646 w 504"/>
              <a:gd name="T5" fmla="*/ 2147483646 h 1818"/>
              <a:gd name="T6" fmla="*/ 2147483646 w 504"/>
              <a:gd name="T7" fmla="*/ 2147483646 h 1818"/>
              <a:gd name="T8" fmla="*/ 0 60000 65536"/>
              <a:gd name="T9" fmla="*/ 0 60000 65536"/>
              <a:gd name="T10" fmla="*/ 0 60000 65536"/>
              <a:gd name="T11" fmla="*/ 0 60000 65536"/>
              <a:gd name="T12" fmla="*/ 0 w 504"/>
              <a:gd name="T13" fmla="*/ 0 h 1818"/>
              <a:gd name="T14" fmla="*/ 504 w 504"/>
              <a:gd name="T15" fmla="*/ 1818 h 1818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504" h="1818">
                <a:moveTo>
                  <a:pt x="504" y="1596"/>
                </a:moveTo>
                <a:cubicBezTo>
                  <a:pt x="444" y="1728"/>
                  <a:pt x="240" y="1818"/>
                  <a:pt x="120" y="1602"/>
                </a:cubicBezTo>
                <a:cubicBezTo>
                  <a:pt x="0" y="1386"/>
                  <a:pt x="48" y="444"/>
                  <a:pt x="90" y="192"/>
                </a:cubicBezTo>
                <a:cubicBezTo>
                  <a:pt x="162" y="0"/>
                  <a:pt x="294" y="84"/>
                  <a:pt x="396" y="144"/>
                </a:cubicBezTo>
              </a:path>
            </a:pathLst>
          </a:custGeom>
          <a:noFill/>
          <a:ln w="28575" cap="flat" cmpd="sng">
            <a:solidFill>
              <a:srgbClr val="CC0000"/>
            </a:solidFill>
            <a:prstDash val="solid"/>
            <a:round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HK" altLang="en-US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</a:endParaRPr>
          </a:p>
        </p:txBody>
      </p:sp>
      <p:grpSp>
        <p:nvGrpSpPr>
          <p:cNvPr id="8" name="Group 16">
            <a:extLst>
              <a:ext uri="{FF2B5EF4-FFF2-40B4-BE49-F238E27FC236}">
                <a16:creationId xmlns:a16="http://schemas.microsoft.com/office/drawing/2014/main" id="{C4C837FA-9F7D-4DF7-A33C-DDC7E07E88E8}"/>
              </a:ext>
            </a:extLst>
          </p:cNvPr>
          <p:cNvGrpSpPr>
            <a:grpSpLocks/>
          </p:cNvGrpSpPr>
          <p:nvPr/>
        </p:nvGrpSpPr>
        <p:grpSpPr bwMode="auto">
          <a:xfrm>
            <a:off x="7176235" y="1027906"/>
            <a:ext cx="3571875" cy="2236787"/>
            <a:chOff x="3162" y="1071"/>
            <a:chExt cx="2250" cy="1409"/>
          </a:xfrm>
        </p:grpSpPr>
        <p:sp>
          <p:nvSpPr>
            <p:cNvPr id="9" name="Freeform 17">
              <a:extLst>
                <a:ext uri="{FF2B5EF4-FFF2-40B4-BE49-F238E27FC236}">
                  <a16:creationId xmlns:a16="http://schemas.microsoft.com/office/drawing/2014/main" id="{3B175969-6A26-452C-8E9F-433B3A6DB2FC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9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0" name="Freeform 18">
              <a:extLst>
                <a:ext uri="{FF2B5EF4-FFF2-40B4-BE49-F238E27FC236}">
                  <a16:creationId xmlns:a16="http://schemas.microsoft.com/office/drawing/2014/main" id="{59F9B507-3CF7-4816-B25E-78400DCD4D0B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1" name="Oval 19">
              <a:extLst>
                <a:ext uri="{FF2B5EF4-FFF2-40B4-BE49-F238E27FC236}">
                  <a16:creationId xmlns:a16="http://schemas.microsoft.com/office/drawing/2014/main" id="{D909309D-A134-44C0-B3B6-7C76A9E08E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2" name="Line 20">
              <a:extLst>
                <a:ext uri="{FF2B5EF4-FFF2-40B4-BE49-F238E27FC236}">
                  <a16:creationId xmlns:a16="http://schemas.microsoft.com/office/drawing/2014/main" id="{2E79773C-CA5C-4728-BE3E-1D4D8D964B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3" name="Line 21">
              <a:extLst>
                <a:ext uri="{FF2B5EF4-FFF2-40B4-BE49-F238E27FC236}">
                  <a16:creationId xmlns:a16="http://schemas.microsoft.com/office/drawing/2014/main" id="{B9E793B4-84DB-45C6-97EE-8F416C633A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" name="Rectangle 22">
              <a:extLst>
                <a:ext uri="{FF2B5EF4-FFF2-40B4-BE49-F238E27FC236}">
                  <a16:creationId xmlns:a16="http://schemas.microsoft.com/office/drawing/2014/main" id="{4B780F85-86AE-46E1-98CD-235250189F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" name="Oval 23">
              <a:extLst>
                <a:ext uri="{FF2B5EF4-FFF2-40B4-BE49-F238E27FC236}">
                  <a16:creationId xmlns:a16="http://schemas.microsoft.com/office/drawing/2014/main" id="{D08CB31B-B3D8-401F-A41B-489ACD9FFE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" name="Oval 24">
              <a:extLst>
                <a:ext uri="{FF2B5EF4-FFF2-40B4-BE49-F238E27FC236}">
                  <a16:creationId xmlns:a16="http://schemas.microsoft.com/office/drawing/2014/main" id="{0D1AD123-B651-4346-AB93-36141C11E5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" name="Line 25">
              <a:extLst>
                <a:ext uri="{FF2B5EF4-FFF2-40B4-BE49-F238E27FC236}">
                  <a16:creationId xmlns:a16="http://schemas.microsoft.com/office/drawing/2014/main" id="{670C863B-7363-415F-88FA-065B21115B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" name="Line 26">
              <a:extLst>
                <a:ext uri="{FF2B5EF4-FFF2-40B4-BE49-F238E27FC236}">
                  <a16:creationId xmlns:a16="http://schemas.microsoft.com/office/drawing/2014/main" id="{73CEB143-805D-4DF3-A5A0-C6A7D2062C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" name="Rectangle 27">
              <a:extLst>
                <a:ext uri="{FF2B5EF4-FFF2-40B4-BE49-F238E27FC236}">
                  <a16:creationId xmlns:a16="http://schemas.microsoft.com/office/drawing/2014/main" id="{72E46FC4-8F8C-44C2-BB1D-BADDA55319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0" name="Oval 28">
              <a:extLst>
                <a:ext uri="{FF2B5EF4-FFF2-40B4-BE49-F238E27FC236}">
                  <a16:creationId xmlns:a16="http://schemas.microsoft.com/office/drawing/2014/main" id="{B12A31A3-60FC-40E9-BC69-B6A2B83A0D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1" name="Oval 29">
              <a:extLst>
                <a:ext uri="{FF2B5EF4-FFF2-40B4-BE49-F238E27FC236}">
                  <a16:creationId xmlns:a16="http://schemas.microsoft.com/office/drawing/2014/main" id="{F3D54371-804F-4C27-9222-39A38A0EBC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2" name="Line 30">
              <a:extLst>
                <a:ext uri="{FF2B5EF4-FFF2-40B4-BE49-F238E27FC236}">
                  <a16:creationId xmlns:a16="http://schemas.microsoft.com/office/drawing/2014/main" id="{EA093004-D916-408C-9032-F58BBC93B6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3" name="Line 31">
              <a:extLst>
                <a:ext uri="{FF2B5EF4-FFF2-40B4-BE49-F238E27FC236}">
                  <a16:creationId xmlns:a16="http://schemas.microsoft.com/office/drawing/2014/main" id="{F07C34B7-1DD9-43FC-895F-E5FD23F3CC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4" name="Rectangle 32">
              <a:extLst>
                <a:ext uri="{FF2B5EF4-FFF2-40B4-BE49-F238E27FC236}">
                  <a16:creationId xmlns:a16="http://schemas.microsoft.com/office/drawing/2014/main" id="{9AC44091-9A5F-42B7-80FD-1690621341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5" name="Oval 33">
              <a:extLst>
                <a:ext uri="{FF2B5EF4-FFF2-40B4-BE49-F238E27FC236}">
                  <a16:creationId xmlns:a16="http://schemas.microsoft.com/office/drawing/2014/main" id="{40B2A74C-EC30-4CE5-BCBF-9D1A8BF7EE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6" name="Oval 34">
              <a:extLst>
                <a:ext uri="{FF2B5EF4-FFF2-40B4-BE49-F238E27FC236}">
                  <a16:creationId xmlns:a16="http://schemas.microsoft.com/office/drawing/2014/main" id="{1F56C8FE-2460-4471-AF11-8684952D26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7" name="Line 35">
              <a:extLst>
                <a:ext uri="{FF2B5EF4-FFF2-40B4-BE49-F238E27FC236}">
                  <a16:creationId xmlns:a16="http://schemas.microsoft.com/office/drawing/2014/main" id="{7CF56043-8407-439F-8EF8-913E867F69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8" name="Line 36">
              <a:extLst>
                <a:ext uri="{FF2B5EF4-FFF2-40B4-BE49-F238E27FC236}">
                  <a16:creationId xmlns:a16="http://schemas.microsoft.com/office/drawing/2014/main" id="{02948116-08A0-4859-82B3-B8DC344391B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9" name="Rectangle 37">
              <a:extLst>
                <a:ext uri="{FF2B5EF4-FFF2-40B4-BE49-F238E27FC236}">
                  <a16:creationId xmlns:a16="http://schemas.microsoft.com/office/drawing/2014/main" id="{61E15914-F9DF-4F10-A280-42335E8415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0" name="Oval 38">
              <a:extLst>
                <a:ext uri="{FF2B5EF4-FFF2-40B4-BE49-F238E27FC236}">
                  <a16:creationId xmlns:a16="http://schemas.microsoft.com/office/drawing/2014/main" id="{700382E3-E3B2-4691-8D4C-12DBC5394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1" name="Oval 39">
              <a:extLst>
                <a:ext uri="{FF2B5EF4-FFF2-40B4-BE49-F238E27FC236}">
                  <a16:creationId xmlns:a16="http://schemas.microsoft.com/office/drawing/2014/main" id="{F42D6A8C-8CC9-47D5-AEF0-3DCCF973FE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2" name="Line 40">
              <a:extLst>
                <a:ext uri="{FF2B5EF4-FFF2-40B4-BE49-F238E27FC236}">
                  <a16:creationId xmlns:a16="http://schemas.microsoft.com/office/drawing/2014/main" id="{9B45D0EC-926D-4BDC-AF6B-600946CBAE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3" name="Line 41">
              <a:extLst>
                <a:ext uri="{FF2B5EF4-FFF2-40B4-BE49-F238E27FC236}">
                  <a16:creationId xmlns:a16="http://schemas.microsoft.com/office/drawing/2014/main" id="{639935A8-10E3-4ABF-8A26-0BE0048295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4" name="Rectangle 42">
              <a:extLst>
                <a:ext uri="{FF2B5EF4-FFF2-40B4-BE49-F238E27FC236}">
                  <a16:creationId xmlns:a16="http://schemas.microsoft.com/office/drawing/2014/main" id="{70F36A40-FB42-4B75-B085-31EAAF6929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5" name="Oval 43">
              <a:extLst>
                <a:ext uri="{FF2B5EF4-FFF2-40B4-BE49-F238E27FC236}">
                  <a16:creationId xmlns:a16="http://schemas.microsoft.com/office/drawing/2014/main" id="{FE7C24A7-3BCB-44FC-9562-0EC206A496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6" name="Oval 44">
              <a:extLst>
                <a:ext uri="{FF2B5EF4-FFF2-40B4-BE49-F238E27FC236}">
                  <a16:creationId xmlns:a16="http://schemas.microsoft.com/office/drawing/2014/main" id="{993AC59E-503E-480B-8042-00BEA38AEA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7" name="Line 45">
              <a:extLst>
                <a:ext uri="{FF2B5EF4-FFF2-40B4-BE49-F238E27FC236}">
                  <a16:creationId xmlns:a16="http://schemas.microsoft.com/office/drawing/2014/main" id="{0A5CA718-3C86-4061-A9F9-09B7A2BD7A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8" name="Line 46">
              <a:extLst>
                <a:ext uri="{FF2B5EF4-FFF2-40B4-BE49-F238E27FC236}">
                  <a16:creationId xmlns:a16="http://schemas.microsoft.com/office/drawing/2014/main" id="{4244804D-0418-4D90-A0DB-58F8570996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39" name="Rectangle 47">
              <a:extLst>
                <a:ext uri="{FF2B5EF4-FFF2-40B4-BE49-F238E27FC236}">
                  <a16:creationId xmlns:a16="http://schemas.microsoft.com/office/drawing/2014/main" id="{CA2E9F50-7734-4F27-9943-5B90D4C88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0" name="Oval 48">
              <a:extLst>
                <a:ext uri="{FF2B5EF4-FFF2-40B4-BE49-F238E27FC236}">
                  <a16:creationId xmlns:a16="http://schemas.microsoft.com/office/drawing/2014/main" id="{C190BA2D-1899-435C-8E22-DE1C0D5185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1" name="Freeform 49">
              <a:extLst>
                <a:ext uri="{FF2B5EF4-FFF2-40B4-BE49-F238E27FC236}">
                  <a16:creationId xmlns:a16="http://schemas.microsoft.com/office/drawing/2014/main" id="{D8CB73F9-5CCA-4317-B42E-8CD81CF3374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2" name="Freeform 50">
              <a:extLst>
                <a:ext uri="{FF2B5EF4-FFF2-40B4-BE49-F238E27FC236}">
                  <a16:creationId xmlns:a16="http://schemas.microsoft.com/office/drawing/2014/main" id="{EC6352C9-6F70-466E-B5BA-27A6B9EBD3BC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3" name="Freeform 51">
              <a:extLst>
                <a:ext uri="{FF2B5EF4-FFF2-40B4-BE49-F238E27FC236}">
                  <a16:creationId xmlns:a16="http://schemas.microsoft.com/office/drawing/2014/main" id="{6A8ECEC4-21AF-45A7-9767-36F97AC2EF58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2147483646 h 174"/>
                <a:gd name="T2" fmla="*/ 11894263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4" name="Freeform 52">
              <a:extLst>
                <a:ext uri="{FF2B5EF4-FFF2-40B4-BE49-F238E27FC236}">
                  <a16:creationId xmlns:a16="http://schemas.microsoft.com/office/drawing/2014/main" id="{A34527A7-91F1-4452-98C1-D9E3ACC6414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5" name="Freeform 53">
              <a:extLst>
                <a:ext uri="{FF2B5EF4-FFF2-40B4-BE49-F238E27FC236}">
                  <a16:creationId xmlns:a16="http://schemas.microsoft.com/office/drawing/2014/main" id="{2DAC1758-EF77-44BC-A4B7-26023F160042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6" name="Freeform 54">
              <a:extLst>
                <a:ext uri="{FF2B5EF4-FFF2-40B4-BE49-F238E27FC236}">
                  <a16:creationId xmlns:a16="http://schemas.microsoft.com/office/drawing/2014/main" id="{6286BE64-1AC2-4B2A-9CCD-988BBE68A47C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7" name="Freeform 55">
              <a:extLst>
                <a:ext uri="{FF2B5EF4-FFF2-40B4-BE49-F238E27FC236}">
                  <a16:creationId xmlns:a16="http://schemas.microsoft.com/office/drawing/2014/main" id="{45B69EF1-496F-48B6-90F9-8F2ACBC628C4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8" name="Freeform 56">
              <a:extLst>
                <a:ext uri="{FF2B5EF4-FFF2-40B4-BE49-F238E27FC236}">
                  <a16:creationId xmlns:a16="http://schemas.microsoft.com/office/drawing/2014/main" id="{2609F0AA-534E-4475-93C1-BB1E5268565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49" name="Freeform 57">
              <a:extLst>
                <a:ext uri="{FF2B5EF4-FFF2-40B4-BE49-F238E27FC236}">
                  <a16:creationId xmlns:a16="http://schemas.microsoft.com/office/drawing/2014/main" id="{EC1E8DBE-CF46-4047-96A7-22ADDE666502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grpSp>
          <p:nvGrpSpPr>
            <p:cNvPr id="50" name="Group 58">
              <a:extLst>
                <a:ext uri="{FF2B5EF4-FFF2-40B4-BE49-F238E27FC236}">
                  <a16:creationId xmlns:a16="http://schemas.microsoft.com/office/drawing/2014/main" id="{AE8A21C5-00E3-4E38-9FD0-1EC85DDD63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76" name="Rectangle 59">
                <a:extLst>
                  <a:ext uri="{FF2B5EF4-FFF2-40B4-BE49-F238E27FC236}">
                    <a16:creationId xmlns:a16="http://schemas.microsoft.com/office/drawing/2014/main" id="{63040790-1C97-419B-BC37-D9E436C63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77" name="Text Box 60">
                <a:extLst>
                  <a:ext uri="{FF2B5EF4-FFF2-40B4-BE49-F238E27FC236}">
                    <a16:creationId xmlns:a16="http://schemas.microsoft.com/office/drawing/2014/main" id="{9BDEA80D-B4F9-4E60-A5FF-705295829D8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u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51" name="Group 61">
              <a:extLst>
                <a:ext uri="{FF2B5EF4-FFF2-40B4-BE49-F238E27FC236}">
                  <a16:creationId xmlns:a16="http://schemas.microsoft.com/office/drawing/2014/main" id="{64FE7463-8AFA-47B6-B52C-012FAA5BA94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74" name="Rectangle 62">
                <a:extLst>
                  <a:ext uri="{FF2B5EF4-FFF2-40B4-BE49-F238E27FC236}">
                    <a16:creationId xmlns:a16="http://schemas.microsoft.com/office/drawing/2014/main" id="{FAF8784C-923F-4775-B967-EE6CD6AE05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75" name="Text Box 63">
                <a:extLst>
                  <a:ext uri="{FF2B5EF4-FFF2-40B4-BE49-F238E27FC236}">
                    <a16:creationId xmlns:a16="http://schemas.microsoft.com/office/drawing/2014/main" id="{3C51C8CC-B0E3-40D8-97D5-F0EFA2269E7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y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52" name="Group 64">
              <a:extLst>
                <a:ext uri="{FF2B5EF4-FFF2-40B4-BE49-F238E27FC236}">
                  <a16:creationId xmlns:a16="http://schemas.microsoft.com/office/drawing/2014/main" id="{ADDC580F-5125-40BA-B7A0-C1224998A7F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ED824984-EE4B-41C1-AFE3-D910E1142B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73" name="Text Box 66">
                <a:extLst>
                  <a:ext uri="{FF2B5EF4-FFF2-40B4-BE49-F238E27FC236}">
                    <a16:creationId xmlns:a16="http://schemas.microsoft.com/office/drawing/2014/main" id="{56BFE60F-6379-41EB-AAA6-F5D33BA3E47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x</a:t>
                </a:r>
              </a:p>
            </p:txBody>
          </p:sp>
        </p:grpSp>
        <p:grpSp>
          <p:nvGrpSpPr>
            <p:cNvPr id="53" name="Group 67">
              <a:extLst>
                <a:ext uri="{FF2B5EF4-FFF2-40B4-BE49-F238E27FC236}">
                  <a16:creationId xmlns:a16="http://schemas.microsoft.com/office/drawing/2014/main" id="{8F9A4CB4-A5AF-4E30-BE28-6AD416A616D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8" y="1438"/>
              <a:ext cx="232" cy="250"/>
              <a:chOff x="2941" y="2425"/>
              <a:chExt cx="235" cy="250"/>
            </a:xfrm>
          </p:grpSpPr>
          <p:sp>
            <p:nvSpPr>
              <p:cNvPr id="70" name="Rectangle 68">
                <a:extLst>
                  <a:ext uri="{FF2B5EF4-FFF2-40B4-BE49-F238E27FC236}">
                    <a16:creationId xmlns:a16="http://schemas.microsoft.com/office/drawing/2014/main" id="{E614E56D-D011-4DB6-A98F-41B9F0BBD2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71" name="Text Box 69">
                <a:extLst>
                  <a:ext uri="{FF2B5EF4-FFF2-40B4-BE49-F238E27FC236}">
                    <a16:creationId xmlns:a16="http://schemas.microsoft.com/office/drawing/2014/main" id="{6052B945-9DD1-4E82-B047-0B1439DB6B5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w</a:t>
                </a:r>
                <a:endPara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54" name="Group 70">
              <a:extLst>
                <a:ext uri="{FF2B5EF4-FFF2-40B4-BE49-F238E27FC236}">
                  <a16:creationId xmlns:a16="http://schemas.microsoft.com/office/drawing/2014/main" id="{50C5ED44-EEBD-4816-8D97-2DE9CAC6AEC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68" name="Rectangle 71">
                <a:extLst>
                  <a:ext uri="{FF2B5EF4-FFF2-40B4-BE49-F238E27FC236}">
                    <a16:creationId xmlns:a16="http://schemas.microsoft.com/office/drawing/2014/main" id="{4929BDD5-2CC7-4423-A1EE-B1CD56B14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69" name="Text Box 72">
                <a:extLst>
                  <a:ext uri="{FF2B5EF4-FFF2-40B4-BE49-F238E27FC236}">
                    <a16:creationId xmlns:a16="http://schemas.microsoft.com/office/drawing/2014/main" id="{0C4A3423-653F-4DC1-9DB2-2B2E3D30452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v</a:t>
                </a:r>
                <a:endPara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55" name="Group 73">
              <a:extLst>
                <a:ext uri="{FF2B5EF4-FFF2-40B4-BE49-F238E27FC236}">
                  <a16:creationId xmlns:a16="http://schemas.microsoft.com/office/drawing/2014/main" id="{10121306-1718-481D-B5E4-06C1CF6609E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BF3E9FE-B61C-4C77-94E3-20D1FA0362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67" name="Text Box 75">
                <a:extLst>
                  <a:ext uri="{FF2B5EF4-FFF2-40B4-BE49-F238E27FC236}">
                    <a16:creationId xmlns:a16="http://schemas.microsoft.com/office/drawing/2014/main" id="{96CFD9C1-43E8-42A1-A616-6F6C35751E3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z</a:t>
                </a:r>
              </a:p>
            </p:txBody>
          </p:sp>
        </p:grpSp>
        <p:sp>
          <p:nvSpPr>
            <p:cNvPr id="56" name="Text Box 76">
              <a:extLst>
                <a:ext uri="{FF2B5EF4-FFF2-40B4-BE49-F238E27FC236}">
                  <a16:creationId xmlns:a16="http://schemas.microsoft.com/office/drawing/2014/main" id="{D386265C-F038-4211-91A8-D8044818770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57" name="Text Box 77">
              <a:extLst>
                <a:ext uri="{FF2B5EF4-FFF2-40B4-BE49-F238E27FC236}">
                  <a16:creationId xmlns:a16="http://schemas.microsoft.com/office/drawing/2014/main" id="{C8319993-4CED-4D97-8B95-732C7175CE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58" name="Text Box 78">
              <a:extLst>
                <a:ext uri="{FF2B5EF4-FFF2-40B4-BE49-F238E27FC236}">
                  <a16:creationId xmlns:a16="http://schemas.microsoft.com/office/drawing/2014/main" id="{E6E9632C-BE2E-4315-AF61-172B55510C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59" name="Text Box 79">
              <a:extLst>
                <a:ext uri="{FF2B5EF4-FFF2-40B4-BE49-F238E27FC236}">
                  <a16:creationId xmlns:a16="http://schemas.microsoft.com/office/drawing/2014/main" id="{13C961F0-3FE7-4084-BFB6-4E88374EE2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3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0" name="Text Box 80">
              <a:extLst>
                <a:ext uri="{FF2B5EF4-FFF2-40B4-BE49-F238E27FC236}">
                  <a16:creationId xmlns:a16="http://schemas.microsoft.com/office/drawing/2014/main" id="{74A1DBAF-98DF-4B7F-B48C-883BC9FE70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1" name="Text Box 81">
              <a:extLst>
                <a:ext uri="{FF2B5EF4-FFF2-40B4-BE49-F238E27FC236}">
                  <a16:creationId xmlns:a16="http://schemas.microsoft.com/office/drawing/2014/main" id="{7C903136-3EC1-41A8-826E-4791EBBBBB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2" name="Text Box 82">
              <a:extLst>
                <a:ext uri="{FF2B5EF4-FFF2-40B4-BE49-F238E27FC236}">
                  <a16:creationId xmlns:a16="http://schemas.microsoft.com/office/drawing/2014/main" id="{FE9BD89A-2784-4FB4-AF8A-D4EDEA1F87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3" name="Text Box 83">
              <a:extLst>
                <a:ext uri="{FF2B5EF4-FFF2-40B4-BE49-F238E27FC236}">
                  <a16:creationId xmlns:a16="http://schemas.microsoft.com/office/drawing/2014/main" id="{DDC8910E-EDE1-4D14-B747-E1DA707C1B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5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4" name="Text Box 84">
              <a:extLst>
                <a:ext uri="{FF2B5EF4-FFF2-40B4-BE49-F238E27FC236}">
                  <a16:creationId xmlns:a16="http://schemas.microsoft.com/office/drawing/2014/main" id="{36CB3C8F-A5CF-406C-B42C-5662D13AE4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3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65" name="Text Box 85">
              <a:extLst>
                <a:ext uri="{FF2B5EF4-FFF2-40B4-BE49-F238E27FC236}">
                  <a16:creationId xmlns:a16="http://schemas.microsoft.com/office/drawing/2014/main" id="{7DCF5695-92A3-46CD-AC44-A0AB1BBA4E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5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99998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297741D-7C1E-4301-BC3B-BBA87283F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9157" y="283880"/>
            <a:ext cx="9609375" cy="25512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4" name="Group 16">
            <a:extLst>
              <a:ext uri="{FF2B5EF4-FFF2-40B4-BE49-F238E27FC236}">
                <a16:creationId xmlns:a16="http://schemas.microsoft.com/office/drawing/2014/main" id="{32CD0508-565F-4A55-82B6-77C11A2F0D9C}"/>
              </a:ext>
            </a:extLst>
          </p:cNvPr>
          <p:cNvGrpSpPr>
            <a:grpSpLocks/>
          </p:cNvGrpSpPr>
          <p:nvPr/>
        </p:nvGrpSpPr>
        <p:grpSpPr bwMode="auto">
          <a:xfrm>
            <a:off x="5813102" y="3510443"/>
            <a:ext cx="3571875" cy="2236787"/>
            <a:chOff x="3162" y="1071"/>
            <a:chExt cx="2250" cy="1409"/>
          </a:xfrm>
        </p:grpSpPr>
        <p:sp>
          <p:nvSpPr>
            <p:cNvPr id="145" name="Freeform 17">
              <a:extLst>
                <a:ext uri="{FF2B5EF4-FFF2-40B4-BE49-F238E27FC236}">
                  <a16:creationId xmlns:a16="http://schemas.microsoft.com/office/drawing/2014/main" id="{89088E26-E54F-43C2-AEB9-F39E6D8E3AA5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9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6" name="Freeform 18">
              <a:extLst>
                <a:ext uri="{FF2B5EF4-FFF2-40B4-BE49-F238E27FC236}">
                  <a16:creationId xmlns:a16="http://schemas.microsoft.com/office/drawing/2014/main" id="{C8954E27-100C-4D41-A56F-BCB6753BCB9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7" name="Oval 19">
              <a:extLst>
                <a:ext uri="{FF2B5EF4-FFF2-40B4-BE49-F238E27FC236}">
                  <a16:creationId xmlns:a16="http://schemas.microsoft.com/office/drawing/2014/main" id="{87212AFA-101E-4722-95CE-AF2EEB0D85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8" name="Line 20">
              <a:extLst>
                <a:ext uri="{FF2B5EF4-FFF2-40B4-BE49-F238E27FC236}">
                  <a16:creationId xmlns:a16="http://schemas.microsoft.com/office/drawing/2014/main" id="{7A8611B4-1E88-42B7-862D-42D7E6DBD5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9" name="Line 21">
              <a:extLst>
                <a:ext uri="{FF2B5EF4-FFF2-40B4-BE49-F238E27FC236}">
                  <a16:creationId xmlns:a16="http://schemas.microsoft.com/office/drawing/2014/main" id="{340036D1-03B7-4799-A677-6ABB755DEA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0" name="Rectangle 22">
              <a:extLst>
                <a:ext uri="{FF2B5EF4-FFF2-40B4-BE49-F238E27FC236}">
                  <a16:creationId xmlns:a16="http://schemas.microsoft.com/office/drawing/2014/main" id="{4081B7D4-4ED1-421C-9729-755381947B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1" name="Oval 23">
              <a:extLst>
                <a:ext uri="{FF2B5EF4-FFF2-40B4-BE49-F238E27FC236}">
                  <a16:creationId xmlns:a16="http://schemas.microsoft.com/office/drawing/2014/main" id="{42ABE724-ED14-47B4-8DC0-D1B8C99CC0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2" name="Oval 24">
              <a:extLst>
                <a:ext uri="{FF2B5EF4-FFF2-40B4-BE49-F238E27FC236}">
                  <a16:creationId xmlns:a16="http://schemas.microsoft.com/office/drawing/2014/main" id="{1FC3B65C-E22F-465A-AF5E-63CD0B59C8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3" name="Line 25">
              <a:extLst>
                <a:ext uri="{FF2B5EF4-FFF2-40B4-BE49-F238E27FC236}">
                  <a16:creationId xmlns:a16="http://schemas.microsoft.com/office/drawing/2014/main" id="{0135EEBC-03A7-476C-AE12-DCCE0A002F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4" name="Line 26">
              <a:extLst>
                <a:ext uri="{FF2B5EF4-FFF2-40B4-BE49-F238E27FC236}">
                  <a16:creationId xmlns:a16="http://schemas.microsoft.com/office/drawing/2014/main" id="{5019E5DA-147F-4DA1-A958-3E6E84C0A9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5" name="Rectangle 27">
              <a:extLst>
                <a:ext uri="{FF2B5EF4-FFF2-40B4-BE49-F238E27FC236}">
                  <a16:creationId xmlns:a16="http://schemas.microsoft.com/office/drawing/2014/main" id="{90137158-2E1D-44E6-A0F4-A4C8E0549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6" name="Oval 28">
              <a:extLst>
                <a:ext uri="{FF2B5EF4-FFF2-40B4-BE49-F238E27FC236}">
                  <a16:creationId xmlns:a16="http://schemas.microsoft.com/office/drawing/2014/main" id="{7EC4A02C-6BDE-4357-95FF-ECD0FAF2A4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7" name="Oval 29">
              <a:extLst>
                <a:ext uri="{FF2B5EF4-FFF2-40B4-BE49-F238E27FC236}">
                  <a16:creationId xmlns:a16="http://schemas.microsoft.com/office/drawing/2014/main" id="{4BABEE15-E9B9-4ABF-914E-2B42AE34BC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8" name="Line 30">
              <a:extLst>
                <a:ext uri="{FF2B5EF4-FFF2-40B4-BE49-F238E27FC236}">
                  <a16:creationId xmlns:a16="http://schemas.microsoft.com/office/drawing/2014/main" id="{4B22E071-DC8A-489D-8B44-4C49B10162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9" name="Line 31">
              <a:extLst>
                <a:ext uri="{FF2B5EF4-FFF2-40B4-BE49-F238E27FC236}">
                  <a16:creationId xmlns:a16="http://schemas.microsoft.com/office/drawing/2014/main" id="{F1A74F03-F001-4518-9D5F-FC9A80C548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0" name="Rectangle 32">
              <a:extLst>
                <a:ext uri="{FF2B5EF4-FFF2-40B4-BE49-F238E27FC236}">
                  <a16:creationId xmlns:a16="http://schemas.microsoft.com/office/drawing/2014/main" id="{99CD3F29-B482-4E4E-9E05-9917B49B75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1" name="Oval 33">
              <a:extLst>
                <a:ext uri="{FF2B5EF4-FFF2-40B4-BE49-F238E27FC236}">
                  <a16:creationId xmlns:a16="http://schemas.microsoft.com/office/drawing/2014/main" id="{567EABF5-AF47-40C1-8003-8C9FDADD4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2" name="Oval 34">
              <a:extLst>
                <a:ext uri="{FF2B5EF4-FFF2-40B4-BE49-F238E27FC236}">
                  <a16:creationId xmlns:a16="http://schemas.microsoft.com/office/drawing/2014/main" id="{15BFD3DC-6DDA-426E-904B-C0C12F0A55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3" name="Line 35">
              <a:extLst>
                <a:ext uri="{FF2B5EF4-FFF2-40B4-BE49-F238E27FC236}">
                  <a16:creationId xmlns:a16="http://schemas.microsoft.com/office/drawing/2014/main" id="{6B57B0A8-01A9-46D5-8976-5E580B894D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4" name="Line 36">
              <a:extLst>
                <a:ext uri="{FF2B5EF4-FFF2-40B4-BE49-F238E27FC236}">
                  <a16:creationId xmlns:a16="http://schemas.microsoft.com/office/drawing/2014/main" id="{0167F6BD-D28F-4ECA-BD8A-CF4D72FDC6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5" name="Rectangle 37">
              <a:extLst>
                <a:ext uri="{FF2B5EF4-FFF2-40B4-BE49-F238E27FC236}">
                  <a16:creationId xmlns:a16="http://schemas.microsoft.com/office/drawing/2014/main" id="{2E1C8417-11EE-4551-9BE1-9E4BDF28E2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Oval 38">
              <a:extLst>
                <a:ext uri="{FF2B5EF4-FFF2-40B4-BE49-F238E27FC236}">
                  <a16:creationId xmlns:a16="http://schemas.microsoft.com/office/drawing/2014/main" id="{2E1801BD-2F55-410A-9C6E-3306F8957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7" name="Oval 39">
              <a:extLst>
                <a:ext uri="{FF2B5EF4-FFF2-40B4-BE49-F238E27FC236}">
                  <a16:creationId xmlns:a16="http://schemas.microsoft.com/office/drawing/2014/main" id="{981BF852-3507-4023-AB6A-DF00399201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8" name="Line 40">
              <a:extLst>
                <a:ext uri="{FF2B5EF4-FFF2-40B4-BE49-F238E27FC236}">
                  <a16:creationId xmlns:a16="http://schemas.microsoft.com/office/drawing/2014/main" id="{77C8CF24-46E8-4B7F-8723-6AC1FCB566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9" name="Line 41">
              <a:extLst>
                <a:ext uri="{FF2B5EF4-FFF2-40B4-BE49-F238E27FC236}">
                  <a16:creationId xmlns:a16="http://schemas.microsoft.com/office/drawing/2014/main" id="{64DE3D1F-0332-4477-8194-5D47045F3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0" name="Rectangle 42">
              <a:extLst>
                <a:ext uri="{FF2B5EF4-FFF2-40B4-BE49-F238E27FC236}">
                  <a16:creationId xmlns:a16="http://schemas.microsoft.com/office/drawing/2014/main" id="{C69AF985-BAFA-4A44-B21F-BEB5863A98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1" name="Oval 43">
              <a:extLst>
                <a:ext uri="{FF2B5EF4-FFF2-40B4-BE49-F238E27FC236}">
                  <a16:creationId xmlns:a16="http://schemas.microsoft.com/office/drawing/2014/main" id="{08DB9D03-7844-4EC4-8A7C-A51830610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2" name="Oval 44">
              <a:extLst>
                <a:ext uri="{FF2B5EF4-FFF2-40B4-BE49-F238E27FC236}">
                  <a16:creationId xmlns:a16="http://schemas.microsoft.com/office/drawing/2014/main" id="{E7B3BF2F-CABA-441E-A972-0ECC263A99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3" name="Line 45">
              <a:extLst>
                <a:ext uri="{FF2B5EF4-FFF2-40B4-BE49-F238E27FC236}">
                  <a16:creationId xmlns:a16="http://schemas.microsoft.com/office/drawing/2014/main" id="{16A41438-923D-4615-8893-7D21880502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4" name="Line 46">
              <a:extLst>
                <a:ext uri="{FF2B5EF4-FFF2-40B4-BE49-F238E27FC236}">
                  <a16:creationId xmlns:a16="http://schemas.microsoft.com/office/drawing/2014/main" id="{6E5E0E40-297C-43A0-A435-1FA15C322A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5" name="Rectangle 47">
              <a:extLst>
                <a:ext uri="{FF2B5EF4-FFF2-40B4-BE49-F238E27FC236}">
                  <a16:creationId xmlns:a16="http://schemas.microsoft.com/office/drawing/2014/main" id="{7A19E085-030F-47B1-BE9F-0554466F5A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6" name="Oval 48">
              <a:extLst>
                <a:ext uri="{FF2B5EF4-FFF2-40B4-BE49-F238E27FC236}">
                  <a16:creationId xmlns:a16="http://schemas.microsoft.com/office/drawing/2014/main" id="{BC4BAB67-DAA1-4A63-B128-9C2228BBA4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7" name="Freeform 49">
              <a:extLst>
                <a:ext uri="{FF2B5EF4-FFF2-40B4-BE49-F238E27FC236}">
                  <a16:creationId xmlns:a16="http://schemas.microsoft.com/office/drawing/2014/main" id="{D0862921-6DFF-4C42-B042-1FC97B8B16FE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8" name="Freeform 50">
              <a:extLst>
                <a:ext uri="{FF2B5EF4-FFF2-40B4-BE49-F238E27FC236}">
                  <a16:creationId xmlns:a16="http://schemas.microsoft.com/office/drawing/2014/main" id="{1A8ECC68-4ADB-4B1D-A622-8FA5012E6848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9" name="Freeform 51">
              <a:extLst>
                <a:ext uri="{FF2B5EF4-FFF2-40B4-BE49-F238E27FC236}">
                  <a16:creationId xmlns:a16="http://schemas.microsoft.com/office/drawing/2014/main" id="{EA1A4837-D684-4CB2-B7EB-B27A4DDA2994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2147483646 h 174"/>
                <a:gd name="T2" fmla="*/ 11894263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0" name="Freeform 52">
              <a:extLst>
                <a:ext uri="{FF2B5EF4-FFF2-40B4-BE49-F238E27FC236}">
                  <a16:creationId xmlns:a16="http://schemas.microsoft.com/office/drawing/2014/main" id="{7D94511F-5F74-423F-BD52-53B30683F598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1" name="Freeform 53">
              <a:extLst>
                <a:ext uri="{FF2B5EF4-FFF2-40B4-BE49-F238E27FC236}">
                  <a16:creationId xmlns:a16="http://schemas.microsoft.com/office/drawing/2014/main" id="{306A8A12-E9C9-440F-823D-6DA382073E9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2" name="Freeform 54">
              <a:extLst>
                <a:ext uri="{FF2B5EF4-FFF2-40B4-BE49-F238E27FC236}">
                  <a16:creationId xmlns:a16="http://schemas.microsoft.com/office/drawing/2014/main" id="{06D747B1-36B2-4670-96A1-795B24DA3EE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3" name="Freeform 55">
              <a:extLst>
                <a:ext uri="{FF2B5EF4-FFF2-40B4-BE49-F238E27FC236}">
                  <a16:creationId xmlns:a16="http://schemas.microsoft.com/office/drawing/2014/main" id="{B547893B-C9A9-4A21-B5D9-8DB5101ABC1B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4" name="Freeform 56">
              <a:extLst>
                <a:ext uri="{FF2B5EF4-FFF2-40B4-BE49-F238E27FC236}">
                  <a16:creationId xmlns:a16="http://schemas.microsoft.com/office/drawing/2014/main" id="{610CFF28-7064-4167-8D9C-B945CE149E4F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5" name="Freeform 57">
              <a:extLst>
                <a:ext uri="{FF2B5EF4-FFF2-40B4-BE49-F238E27FC236}">
                  <a16:creationId xmlns:a16="http://schemas.microsoft.com/office/drawing/2014/main" id="{AF9018A2-3EEB-48C8-9EB3-736906FB7B1A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grpSp>
          <p:nvGrpSpPr>
            <p:cNvPr id="186" name="Group 58">
              <a:extLst>
                <a:ext uri="{FF2B5EF4-FFF2-40B4-BE49-F238E27FC236}">
                  <a16:creationId xmlns:a16="http://schemas.microsoft.com/office/drawing/2014/main" id="{DFC0D49D-5BAB-4F57-8604-BB4D5CADC21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212" name="Rectangle 59">
                <a:extLst>
                  <a:ext uri="{FF2B5EF4-FFF2-40B4-BE49-F238E27FC236}">
                    <a16:creationId xmlns:a16="http://schemas.microsoft.com/office/drawing/2014/main" id="{14CFB471-5CF0-4BE1-81D4-1383F765BD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13" name="Text Box 60">
                <a:extLst>
                  <a:ext uri="{FF2B5EF4-FFF2-40B4-BE49-F238E27FC236}">
                    <a16:creationId xmlns:a16="http://schemas.microsoft.com/office/drawing/2014/main" id="{6DC1DEB9-441E-4101-9529-E003EFAB60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u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87" name="Group 61">
              <a:extLst>
                <a:ext uri="{FF2B5EF4-FFF2-40B4-BE49-F238E27FC236}">
                  <a16:creationId xmlns:a16="http://schemas.microsoft.com/office/drawing/2014/main" id="{3EA9A2D4-42C5-41DE-9574-C15753E584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25A313B5-BB6D-438F-8D5E-2B30B9FFD6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11" name="Text Box 63">
                <a:extLst>
                  <a:ext uri="{FF2B5EF4-FFF2-40B4-BE49-F238E27FC236}">
                    <a16:creationId xmlns:a16="http://schemas.microsoft.com/office/drawing/2014/main" id="{56691609-481C-4B3D-846A-1A18C7A4436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y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88" name="Group 64">
              <a:extLst>
                <a:ext uri="{FF2B5EF4-FFF2-40B4-BE49-F238E27FC236}">
                  <a16:creationId xmlns:a16="http://schemas.microsoft.com/office/drawing/2014/main" id="{2D65820E-3566-4DC8-BD21-9D019C77837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208" name="Rectangle 65">
                <a:extLst>
                  <a:ext uri="{FF2B5EF4-FFF2-40B4-BE49-F238E27FC236}">
                    <a16:creationId xmlns:a16="http://schemas.microsoft.com/office/drawing/2014/main" id="{4E84EE86-0A29-4549-8E76-E31F12DE3B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9" name="Text Box 66">
                <a:extLst>
                  <a:ext uri="{FF2B5EF4-FFF2-40B4-BE49-F238E27FC236}">
                    <a16:creationId xmlns:a16="http://schemas.microsoft.com/office/drawing/2014/main" id="{F093CEAD-8B2A-4035-9FE0-E7B85FFC6BD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x</a:t>
                </a:r>
              </a:p>
            </p:txBody>
          </p:sp>
        </p:grpSp>
        <p:grpSp>
          <p:nvGrpSpPr>
            <p:cNvPr id="189" name="Group 67">
              <a:extLst>
                <a:ext uri="{FF2B5EF4-FFF2-40B4-BE49-F238E27FC236}">
                  <a16:creationId xmlns:a16="http://schemas.microsoft.com/office/drawing/2014/main" id="{BA306673-F7F8-4730-B867-83AED6F0284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8" y="1438"/>
              <a:ext cx="232" cy="250"/>
              <a:chOff x="2941" y="2425"/>
              <a:chExt cx="235" cy="250"/>
            </a:xfrm>
          </p:grpSpPr>
          <p:sp>
            <p:nvSpPr>
              <p:cNvPr id="206" name="Rectangle 68">
                <a:extLst>
                  <a:ext uri="{FF2B5EF4-FFF2-40B4-BE49-F238E27FC236}">
                    <a16:creationId xmlns:a16="http://schemas.microsoft.com/office/drawing/2014/main" id="{DE391837-5E15-4893-8DCB-89FC135EA0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7" name="Text Box 69">
                <a:extLst>
                  <a:ext uri="{FF2B5EF4-FFF2-40B4-BE49-F238E27FC236}">
                    <a16:creationId xmlns:a16="http://schemas.microsoft.com/office/drawing/2014/main" id="{029B9231-71E8-4C2B-926E-1D320C61EAE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w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90" name="Group 70">
              <a:extLst>
                <a:ext uri="{FF2B5EF4-FFF2-40B4-BE49-F238E27FC236}">
                  <a16:creationId xmlns:a16="http://schemas.microsoft.com/office/drawing/2014/main" id="{977F015D-FEDE-4011-A1FC-5744470419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204" name="Rectangle 71">
                <a:extLst>
                  <a:ext uri="{FF2B5EF4-FFF2-40B4-BE49-F238E27FC236}">
                    <a16:creationId xmlns:a16="http://schemas.microsoft.com/office/drawing/2014/main" id="{8192BA4B-40DB-4C78-9432-90DFBF3E41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5" name="Text Box 72">
                <a:extLst>
                  <a:ext uri="{FF2B5EF4-FFF2-40B4-BE49-F238E27FC236}">
                    <a16:creationId xmlns:a16="http://schemas.microsoft.com/office/drawing/2014/main" id="{3FC08F0A-E729-443E-9A3E-3ABB41116AF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v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91" name="Group 73">
              <a:extLst>
                <a:ext uri="{FF2B5EF4-FFF2-40B4-BE49-F238E27FC236}">
                  <a16:creationId xmlns:a16="http://schemas.microsoft.com/office/drawing/2014/main" id="{A0DC1301-78D7-42DC-B271-B2ED847C4C4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202" name="Rectangle 74">
                <a:extLst>
                  <a:ext uri="{FF2B5EF4-FFF2-40B4-BE49-F238E27FC236}">
                    <a16:creationId xmlns:a16="http://schemas.microsoft.com/office/drawing/2014/main" id="{F4B0E297-FCDD-4F2A-B768-F635C47BF1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3" name="Text Box 75">
                <a:extLst>
                  <a:ext uri="{FF2B5EF4-FFF2-40B4-BE49-F238E27FC236}">
                    <a16:creationId xmlns:a16="http://schemas.microsoft.com/office/drawing/2014/main" id="{52B1E4E4-342A-40BD-94A4-3D86024B7B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z</a:t>
                </a:r>
              </a:p>
            </p:txBody>
          </p:sp>
        </p:grpSp>
        <p:sp>
          <p:nvSpPr>
            <p:cNvPr id="192" name="Text Box 76">
              <a:extLst>
                <a:ext uri="{FF2B5EF4-FFF2-40B4-BE49-F238E27FC236}">
                  <a16:creationId xmlns:a16="http://schemas.microsoft.com/office/drawing/2014/main" id="{411438D1-D32D-41FE-90C5-79C067D354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3" name="Text Box 77">
              <a:extLst>
                <a:ext uri="{FF2B5EF4-FFF2-40B4-BE49-F238E27FC236}">
                  <a16:creationId xmlns:a16="http://schemas.microsoft.com/office/drawing/2014/main" id="{5176DEB8-2237-47DF-94B9-52A46F25D3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4" name="Text Box 78">
              <a:extLst>
                <a:ext uri="{FF2B5EF4-FFF2-40B4-BE49-F238E27FC236}">
                  <a16:creationId xmlns:a16="http://schemas.microsoft.com/office/drawing/2014/main" id="{AF7FDA2C-105E-4966-BF59-5F8DCDDA0D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5" name="Text Box 79">
              <a:extLst>
                <a:ext uri="{FF2B5EF4-FFF2-40B4-BE49-F238E27FC236}">
                  <a16:creationId xmlns:a16="http://schemas.microsoft.com/office/drawing/2014/main" id="{E3355A02-1E38-44E7-9709-FE1195A55E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3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6" name="Text Box 80">
              <a:extLst>
                <a:ext uri="{FF2B5EF4-FFF2-40B4-BE49-F238E27FC236}">
                  <a16:creationId xmlns:a16="http://schemas.microsoft.com/office/drawing/2014/main" id="{8B0A3D5D-CCF0-4CAE-A3D0-AEA1E81030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7" name="Text Box 81">
              <a:extLst>
                <a:ext uri="{FF2B5EF4-FFF2-40B4-BE49-F238E27FC236}">
                  <a16:creationId xmlns:a16="http://schemas.microsoft.com/office/drawing/2014/main" id="{6130F1FF-0BA1-49A7-BB71-F9FF545118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8" name="Text Box 82">
              <a:extLst>
                <a:ext uri="{FF2B5EF4-FFF2-40B4-BE49-F238E27FC236}">
                  <a16:creationId xmlns:a16="http://schemas.microsoft.com/office/drawing/2014/main" id="{7A004713-8005-43BE-B296-C5ED80843F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9" name="Text Box 83">
              <a:extLst>
                <a:ext uri="{FF2B5EF4-FFF2-40B4-BE49-F238E27FC236}">
                  <a16:creationId xmlns:a16="http://schemas.microsoft.com/office/drawing/2014/main" id="{7C849B2B-F25A-49F3-9820-F8979721B5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5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00" name="Text Box 84">
              <a:extLst>
                <a:ext uri="{FF2B5EF4-FFF2-40B4-BE49-F238E27FC236}">
                  <a16:creationId xmlns:a16="http://schemas.microsoft.com/office/drawing/2014/main" id="{749557F1-89EA-4BF1-963A-72189ACDA0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3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01" name="Text Box 85">
              <a:extLst>
                <a:ext uri="{FF2B5EF4-FFF2-40B4-BE49-F238E27FC236}">
                  <a16:creationId xmlns:a16="http://schemas.microsoft.com/office/drawing/2014/main" id="{85F62C2C-7808-4A65-BCA3-8DC25F16C6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5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B50AC5E5-30C8-459D-8282-D45ABE834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70" y="3080543"/>
            <a:ext cx="4181492" cy="3189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0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297741D-7C1E-4301-BC3B-BBA87283F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9157" y="283880"/>
            <a:ext cx="9609375" cy="25512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4" name="Group 16">
            <a:extLst>
              <a:ext uri="{FF2B5EF4-FFF2-40B4-BE49-F238E27FC236}">
                <a16:creationId xmlns:a16="http://schemas.microsoft.com/office/drawing/2014/main" id="{32CD0508-565F-4A55-82B6-77C11A2F0D9C}"/>
              </a:ext>
            </a:extLst>
          </p:cNvPr>
          <p:cNvGrpSpPr>
            <a:grpSpLocks/>
          </p:cNvGrpSpPr>
          <p:nvPr/>
        </p:nvGrpSpPr>
        <p:grpSpPr bwMode="auto">
          <a:xfrm>
            <a:off x="5813102" y="3510443"/>
            <a:ext cx="3571875" cy="2236787"/>
            <a:chOff x="3162" y="1071"/>
            <a:chExt cx="2250" cy="1409"/>
          </a:xfrm>
        </p:grpSpPr>
        <p:sp>
          <p:nvSpPr>
            <p:cNvPr id="145" name="Freeform 17">
              <a:extLst>
                <a:ext uri="{FF2B5EF4-FFF2-40B4-BE49-F238E27FC236}">
                  <a16:creationId xmlns:a16="http://schemas.microsoft.com/office/drawing/2014/main" id="{89088E26-E54F-43C2-AEB9-F39E6D8E3AA5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9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6" name="Freeform 18">
              <a:extLst>
                <a:ext uri="{FF2B5EF4-FFF2-40B4-BE49-F238E27FC236}">
                  <a16:creationId xmlns:a16="http://schemas.microsoft.com/office/drawing/2014/main" id="{C8954E27-100C-4D41-A56F-BCB6753BCB9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7" name="Oval 19">
              <a:extLst>
                <a:ext uri="{FF2B5EF4-FFF2-40B4-BE49-F238E27FC236}">
                  <a16:creationId xmlns:a16="http://schemas.microsoft.com/office/drawing/2014/main" id="{87212AFA-101E-4722-95CE-AF2EEB0D85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8" name="Line 20">
              <a:extLst>
                <a:ext uri="{FF2B5EF4-FFF2-40B4-BE49-F238E27FC236}">
                  <a16:creationId xmlns:a16="http://schemas.microsoft.com/office/drawing/2014/main" id="{7A8611B4-1E88-42B7-862D-42D7E6DBD5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9" name="Line 21">
              <a:extLst>
                <a:ext uri="{FF2B5EF4-FFF2-40B4-BE49-F238E27FC236}">
                  <a16:creationId xmlns:a16="http://schemas.microsoft.com/office/drawing/2014/main" id="{340036D1-03B7-4799-A677-6ABB755DEA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0" name="Rectangle 22">
              <a:extLst>
                <a:ext uri="{FF2B5EF4-FFF2-40B4-BE49-F238E27FC236}">
                  <a16:creationId xmlns:a16="http://schemas.microsoft.com/office/drawing/2014/main" id="{4081B7D4-4ED1-421C-9729-755381947B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1" name="Oval 23">
              <a:extLst>
                <a:ext uri="{FF2B5EF4-FFF2-40B4-BE49-F238E27FC236}">
                  <a16:creationId xmlns:a16="http://schemas.microsoft.com/office/drawing/2014/main" id="{42ABE724-ED14-47B4-8DC0-D1B8C99CC0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2" name="Oval 24">
              <a:extLst>
                <a:ext uri="{FF2B5EF4-FFF2-40B4-BE49-F238E27FC236}">
                  <a16:creationId xmlns:a16="http://schemas.microsoft.com/office/drawing/2014/main" id="{1FC3B65C-E22F-465A-AF5E-63CD0B59C8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3" name="Line 25">
              <a:extLst>
                <a:ext uri="{FF2B5EF4-FFF2-40B4-BE49-F238E27FC236}">
                  <a16:creationId xmlns:a16="http://schemas.microsoft.com/office/drawing/2014/main" id="{0135EEBC-03A7-476C-AE12-DCCE0A002F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4" name="Line 26">
              <a:extLst>
                <a:ext uri="{FF2B5EF4-FFF2-40B4-BE49-F238E27FC236}">
                  <a16:creationId xmlns:a16="http://schemas.microsoft.com/office/drawing/2014/main" id="{5019E5DA-147F-4DA1-A958-3E6E84C0A9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5" name="Rectangle 27">
              <a:extLst>
                <a:ext uri="{FF2B5EF4-FFF2-40B4-BE49-F238E27FC236}">
                  <a16:creationId xmlns:a16="http://schemas.microsoft.com/office/drawing/2014/main" id="{90137158-2E1D-44E6-A0F4-A4C8E0549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6" name="Oval 28">
              <a:extLst>
                <a:ext uri="{FF2B5EF4-FFF2-40B4-BE49-F238E27FC236}">
                  <a16:creationId xmlns:a16="http://schemas.microsoft.com/office/drawing/2014/main" id="{7EC4A02C-6BDE-4357-95FF-ECD0FAF2A4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7" name="Oval 29">
              <a:extLst>
                <a:ext uri="{FF2B5EF4-FFF2-40B4-BE49-F238E27FC236}">
                  <a16:creationId xmlns:a16="http://schemas.microsoft.com/office/drawing/2014/main" id="{4BABEE15-E9B9-4ABF-914E-2B42AE34BC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8" name="Line 30">
              <a:extLst>
                <a:ext uri="{FF2B5EF4-FFF2-40B4-BE49-F238E27FC236}">
                  <a16:creationId xmlns:a16="http://schemas.microsoft.com/office/drawing/2014/main" id="{4B22E071-DC8A-489D-8B44-4C49B10162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9" name="Line 31">
              <a:extLst>
                <a:ext uri="{FF2B5EF4-FFF2-40B4-BE49-F238E27FC236}">
                  <a16:creationId xmlns:a16="http://schemas.microsoft.com/office/drawing/2014/main" id="{F1A74F03-F001-4518-9D5F-FC9A80C548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0" name="Rectangle 32">
              <a:extLst>
                <a:ext uri="{FF2B5EF4-FFF2-40B4-BE49-F238E27FC236}">
                  <a16:creationId xmlns:a16="http://schemas.microsoft.com/office/drawing/2014/main" id="{99CD3F29-B482-4E4E-9E05-9917B49B75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1" name="Oval 33">
              <a:extLst>
                <a:ext uri="{FF2B5EF4-FFF2-40B4-BE49-F238E27FC236}">
                  <a16:creationId xmlns:a16="http://schemas.microsoft.com/office/drawing/2014/main" id="{567EABF5-AF47-40C1-8003-8C9FDADD4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2" name="Oval 34">
              <a:extLst>
                <a:ext uri="{FF2B5EF4-FFF2-40B4-BE49-F238E27FC236}">
                  <a16:creationId xmlns:a16="http://schemas.microsoft.com/office/drawing/2014/main" id="{15BFD3DC-6DDA-426E-904B-C0C12F0A55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3" name="Line 35">
              <a:extLst>
                <a:ext uri="{FF2B5EF4-FFF2-40B4-BE49-F238E27FC236}">
                  <a16:creationId xmlns:a16="http://schemas.microsoft.com/office/drawing/2014/main" id="{6B57B0A8-01A9-46D5-8976-5E580B894D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4" name="Line 36">
              <a:extLst>
                <a:ext uri="{FF2B5EF4-FFF2-40B4-BE49-F238E27FC236}">
                  <a16:creationId xmlns:a16="http://schemas.microsoft.com/office/drawing/2014/main" id="{0167F6BD-D28F-4ECA-BD8A-CF4D72FDC6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5" name="Rectangle 37">
              <a:extLst>
                <a:ext uri="{FF2B5EF4-FFF2-40B4-BE49-F238E27FC236}">
                  <a16:creationId xmlns:a16="http://schemas.microsoft.com/office/drawing/2014/main" id="{2E1C8417-11EE-4551-9BE1-9E4BDF28E2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Oval 38">
              <a:extLst>
                <a:ext uri="{FF2B5EF4-FFF2-40B4-BE49-F238E27FC236}">
                  <a16:creationId xmlns:a16="http://schemas.microsoft.com/office/drawing/2014/main" id="{2E1801BD-2F55-410A-9C6E-3306F8957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7" name="Oval 39">
              <a:extLst>
                <a:ext uri="{FF2B5EF4-FFF2-40B4-BE49-F238E27FC236}">
                  <a16:creationId xmlns:a16="http://schemas.microsoft.com/office/drawing/2014/main" id="{981BF852-3507-4023-AB6A-DF00399201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8" name="Line 40">
              <a:extLst>
                <a:ext uri="{FF2B5EF4-FFF2-40B4-BE49-F238E27FC236}">
                  <a16:creationId xmlns:a16="http://schemas.microsoft.com/office/drawing/2014/main" id="{77C8CF24-46E8-4B7F-8723-6AC1FCB566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9" name="Line 41">
              <a:extLst>
                <a:ext uri="{FF2B5EF4-FFF2-40B4-BE49-F238E27FC236}">
                  <a16:creationId xmlns:a16="http://schemas.microsoft.com/office/drawing/2014/main" id="{64DE3D1F-0332-4477-8194-5D47045F3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0" name="Rectangle 42">
              <a:extLst>
                <a:ext uri="{FF2B5EF4-FFF2-40B4-BE49-F238E27FC236}">
                  <a16:creationId xmlns:a16="http://schemas.microsoft.com/office/drawing/2014/main" id="{C69AF985-BAFA-4A44-B21F-BEB5863A98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1" name="Oval 43">
              <a:extLst>
                <a:ext uri="{FF2B5EF4-FFF2-40B4-BE49-F238E27FC236}">
                  <a16:creationId xmlns:a16="http://schemas.microsoft.com/office/drawing/2014/main" id="{08DB9D03-7844-4EC4-8A7C-A51830610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2" name="Oval 44">
              <a:extLst>
                <a:ext uri="{FF2B5EF4-FFF2-40B4-BE49-F238E27FC236}">
                  <a16:creationId xmlns:a16="http://schemas.microsoft.com/office/drawing/2014/main" id="{E7B3BF2F-CABA-441E-A972-0ECC263A99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3" name="Line 45">
              <a:extLst>
                <a:ext uri="{FF2B5EF4-FFF2-40B4-BE49-F238E27FC236}">
                  <a16:creationId xmlns:a16="http://schemas.microsoft.com/office/drawing/2014/main" id="{16A41438-923D-4615-8893-7D21880502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4" name="Line 46">
              <a:extLst>
                <a:ext uri="{FF2B5EF4-FFF2-40B4-BE49-F238E27FC236}">
                  <a16:creationId xmlns:a16="http://schemas.microsoft.com/office/drawing/2014/main" id="{6E5E0E40-297C-43A0-A435-1FA15C322A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5" name="Rectangle 47">
              <a:extLst>
                <a:ext uri="{FF2B5EF4-FFF2-40B4-BE49-F238E27FC236}">
                  <a16:creationId xmlns:a16="http://schemas.microsoft.com/office/drawing/2014/main" id="{7A19E085-030F-47B1-BE9F-0554466F5A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6" name="Oval 48">
              <a:extLst>
                <a:ext uri="{FF2B5EF4-FFF2-40B4-BE49-F238E27FC236}">
                  <a16:creationId xmlns:a16="http://schemas.microsoft.com/office/drawing/2014/main" id="{BC4BAB67-DAA1-4A63-B128-9C2228BBA4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7" name="Freeform 49">
              <a:extLst>
                <a:ext uri="{FF2B5EF4-FFF2-40B4-BE49-F238E27FC236}">
                  <a16:creationId xmlns:a16="http://schemas.microsoft.com/office/drawing/2014/main" id="{D0862921-6DFF-4C42-B042-1FC97B8B16FE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8" name="Freeform 50">
              <a:extLst>
                <a:ext uri="{FF2B5EF4-FFF2-40B4-BE49-F238E27FC236}">
                  <a16:creationId xmlns:a16="http://schemas.microsoft.com/office/drawing/2014/main" id="{1A8ECC68-4ADB-4B1D-A622-8FA5012E6848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9" name="Freeform 51">
              <a:extLst>
                <a:ext uri="{FF2B5EF4-FFF2-40B4-BE49-F238E27FC236}">
                  <a16:creationId xmlns:a16="http://schemas.microsoft.com/office/drawing/2014/main" id="{EA1A4837-D684-4CB2-B7EB-B27A4DDA2994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2147483646 h 174"/>
                <a:gd name="T2" fmla="*/ 11894263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0" name="Freeform 52">
              <a:extLst>
                <a:ext uri="{FF2B5EF4-FFF2-40B4-BE49-F238E27FC236}">
                  <a16:creationId xmlns:a16="http://schemas.microsoft.com/office/drawing/2014/main" id="{7D94511F-5F74-423F-BD52-53B30683F598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1" name="Freeform 53">
              <a:extLst>
                <a:ext uri="{FF2B5EF4-FFF2-40B4-BE49-F238E27FC236}">
                  <a16:creationId xmlns:a16="http://schemas.microsoft.com/office/drawing/2014/main" id="{306A8A12-E9C9-440F-823D-6DA382073E9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2" name="Freeform 54">
              <a:extLst>
                <a:ext uri="{FF2B5EF4-FFF2-40B4-BE49-F238E27FC236}">
                  <a16:creationId xmlns:a16="http://schemas.microsoft.com/office/drawing/2014/main" id="{06D747B1-36B2-4670-96A1-795B24DA3EE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3" name="Freeform 55">
              <a:extLst>
                <a:ext uri="{FF2B5EF4-FFF2-40B4-BE49-F238E27FC236}">
                  <a16:creationId xmlns:a16="http://schemas.microsoft.com/office/drawing/2014/main" id="{B547893B-C9A9-4A21-B5D9-8DB5101ABC1B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4" name="Freeform 56">
              <a:extLst>
                <a:ext uri="{FF2B5EF4-FFF2-40B4-BE49-F238E27FC236}">
                  <a16:creationId xmlns:a16="http://schemas.microsoft.com/office/drawing/2014/main" id="{610CFF28-7064-4167-8D9C-B945CE149E4F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5" name="Freeform 57">
              <a:extLst>
                <a:ext uri="{FF2B5EF4-FFF2-40B4-BE49-F238E27FC236}">
                  <a16:creationId xmlns:a16="http://schemas.microsoft.com/office/drawing/2014/main" id="{AF9018A2-3EEB-48C8-9EB3-736906FB7B1A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grpSp>
          <p:nvGrpSpPr>
            <p:cNvPr id="186" name="Group 58">
              <a:extLst>
                <a:ext uri="{FF2B5EF4-FFF2-40B4-BE49-F238E27FC236}">
                  <a16:creationId xmlns:a16="http://schemas.microsoft.com/office/drawing/2014/main" id="{DFC0D49D-5BAB-4F57-8604-BB4D5CADC21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212" name="Rectangle 59">
                <a:extLst>
                  <a:ext uri="{FF2B5EF4-FFF2-40B4-BE49-F238E27FC236}">
                    <a16:creationId xmlns:a16="http://schemas.microsoft.com/office/drawing/2014/main" id="{14CFB471-5CF0-4BE1-81D4-1383F765BD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13" name="Text Box 60">
                <a:extLst>
                  <a:ext uri="{FF2B5EF4-FFF2-40B4-BE49-F238E27FC236}">
                    <a16:creationId xmlns:a16="http://schemas.microsoft.com/office/drawing/2014/main" id="{6DC1DEB9-441E-4101-9529-E003EFAB60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u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87" name="Group 61">
              <a:extLst>
                <a:ext uri="{FF2B5EF4-FFF2-40B4-BE49-F238E27FC236}">
                  <a16:creationId xmlns:a16="http://schemas.microsoft.com/office/drawing/2014/main" id="{3EA9A2D4-42C5-41DE-9574-C15753E584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25A313B5-BB6D-438F-8D5E-2B30B9FFD6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11" name="Text Box 63">
                <a:extLst>
                  <a:ext uri="{FF2B5EF4-FFF2-40B4-BE49-F238E27FC236}">
                    <a16:creationId xmlns:a16="http://schemas.microsoft.com/office/drawing/2014/main" id="{56691609-481C-4B3D-846A-1A18C7A4436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y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88" name="Group 64">
              <a:extLst>
                <a:ext uri="{FF2B5EF4-FFF2-40B4-BE49-F238E27FC236}">
                  <a16:creationId xmlns:a16="http://schemas.microsoft.com/office/drawing/2014/main" id="{2D65820E-3566-4DC8-BD21-9D019C77837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208" name="Rectangle 65">
                <a:extLst>
                  <a:ext uri="{FF2B5EF4-FFF2-40B4-BE49-F238E27FC236}">
                    <a16:creationId xmlns:a16="http://schemas.microsoft.com/office/drawing/2014/main" id="{4E84EE86-0A29-4549-8E76-E31F12DE3B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9" name="Text Box 66">
                <a:extLst>
                  <a:ext uri="{FF2B5EF4-FFF2-40B4-BE49-F238E27FC236}">
                    <a16:creationId xmlns:a16="http://schemas.microsoft.com/office/drawing/2014/main" id="{F093CEAD-8B2A-4035-9FE0-E7B85FFC6BD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x</a:t>
                </a:r>
              </a:p>
            </p:txBody>
          </p:sp>
        </p:grpSp>
        <p:grpSp>
          <p:nvGrpSpPr>
            <p:cNvPr id="189" name="Group 67">
              <a:extLst>
                <a:ext uri="{FF2B5EF4-FFF2-40B4-BE49-F238E27FC236}">
                  <a16:creationId xmlns:a16="http://schemas.microsoft.com/office/drawing/2014/main" id="{BA306673-F7F8-4730-B867-83AED6F0284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8" y="1438"/>
              <a:ext cx="232" cy="250"/>
              <a:chOff x="2941" y="2425"/>
              <a:chExt cx="235" cy="250"/>
            </a:xfrm>
          </p:grpSpPr>
          <p:sp>
            <p:nvSpPr>
              <p:cNvPr id="206" name="Rectangle 68">
                <a:extLst>
                  <a:ext uri="{FF2B5EF4-FFF2-40B4-BE49-F238E27FC236}">
                    <a16:creationId xmlns:a16="http://schemas.microsoft.com/office/drawing/2014/main" id="{DE391837-5E15-4893-8DCB-89FC135EA0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7" name="Text Box 69">
                <a:extLst>
                  <a:ext uri="{FF2B5EF4-FFF2-40B4-BE49-F238E27FC236}">
                    <a16:creationId xmlns:a16="http://schemas.microsoft.com/office/drawing/2014/main" id="{029B9231-71E8-4C2B-926E-1D320C61EAE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w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90" name="Group 70">
              <a:extLst>
                <a:ext uri="{FF2B5EF4-FFF2-40B4-BE49-F238E27FC236}">
                  <a16:creationId xmlns:a16="http://schemas.microsoft.com/office/drawing/2014/main" id="{977F015D-FEDE-4011-A1FC-5744470419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204" name="Rectangle 71">
                <a:extLst>
                  <a:ext uri="{FF2B5EF4-FFF2-40B4-BE49-F238E27FC236}">
                    <a16:creationId xmlns:a16="http://schemas.microsoft.com/office/drawing/2014/main" id="{8192BA4B-40DB-4C78-9432-90DFBF3E41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5" name="Text Box 72">
                <a:extLst>
                  <a:ext uri="{FF2B5EF4-FFF2-40B4-BE49-F238E27FC236}">
                    <a16:creationId xmlns:a16="http://schemas.microsoft.com/office/drawing/2014/main" id="{3FC08F0A-E729-443E-9A3E-3ABB41116AF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v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91" name="Group 73">
              <a:extLst>
                <a:ext uri="{FF2B5EF4-FFF2-40B4-BE49-F238E27FC236}">
                  <a16:creationId xmlns:a16="http://schemas.microsoft.com/office/drawing/2014/main" id="{A0DC1301-78D7-42DC-B271-B2ED847C4C4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202" name="Rectangle 74">
                <a:extLst>
                  <a:ext uri="{FF2B5EF4-FFF2-40B4-BE49-F238E27FC236}">
                    <a16:creationId xmlns:a16="http://schemas.microsoft.com/office/drawing/2014/main" id="{F4B0E297-FCDD-4F2A-B768-F635C47BF1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3" name="Text Box 75">
                <a:extLst>
                  <a:ext uri="{FF2B5EF4-FFF2-40B4-BE49-F238E27FC236}">
                    <a16:creationId xmlns:a16="http://schemas.microsoft.com/office/drawing/2014/main" id="{52B1E4E4-342A-40BD-94A4-3D86024B7B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z</a:t>
                </a:r>
              </a:p>
            </p:txBody>
          </p:sp>
        </p:grpSp>
        <p:sp>
          <p:nvSpPr>
            <p:cNvPr id="192" name="Text Box 76">
              <a:extLst>
                <a:ext uri="{FF2B5EF4-FFF2-40B4-BE49-F238E27FC236}">
                  <a16:creationId xmlns:a16="http://schemas.microsoft.com/office/drawing/2014/main" id="{411438D1-D32D-41FE-90C5-79C067D354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3" name="Text Box 77">
              <a:extLst>
                <a:ext uri="{FF2B5EF4-FFF2-40B4-BE49-F238E27FC236}">
                  <a16:creationId xmlns:a16="http://schemas.microsoft.com/office/drawing/2014/main" id="{5176DEB8-2237-47DF-94B9-52A46F25D3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4" name="Text Box 78">
              <a:extLst>
                <a:ext uri="{FF2B5EF4-FFF2-40B4-BE49-F238E27FC236}">
                  <a16:creationId xmlns:a16="http://schemas.microsoft.com/office/drawing/2014/main" id="{AF7FDA2C-105E-4966-BF59-5F8DCDDA0D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5" name="Text Box 79">
              <a:extLst>
                <a:ext uri="{FF2B5EF4-FFF2-40B4-BE49-F238E27FC236}">
                  <a16:creationId xmlns:a16="http://schemas.microsoft.com/office/drawing/2014/main" id="{E3355A02-1E38-44E7-9709-FE1195A55E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3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6" name="Text Box 80">
              <a:extLst>
                <a:ext uri="{FF2B5EF4-FFF2-40B4-BE49-F238E27FC236}">
                  <a16:creationId xmlns:a16="http://schemas.microsoft.com/office/drawing/2014/main" id="{8B0A3D5D-CCF0-4CAE-A3D0-AEA1E81030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7" name="Text Box 81">
              <a:extLst>
                <a:ext uri="{FF2B5EF4-FFF2-40B4-BE49-F238E27FC236}">
                  <a16:creationId xmlns:a16="http://schemas.microsoft.com/office/drawing/2014/main" id="{6130F1FF-0BA1-49A7-BB71-F9FF545118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8" name="Text Box 82">
              <a:extLst>
                <a:ext uri="{FF2B5EF4-FFF2-40B4-BE49-F238E27FC236}">
                  <a16:creationId xmlns:a16="http://schemas.microsoft.com/office/drawing/2014/main" id="{7A004713-8005-43BE-B296-C5ED80843F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9" name="Text Box 83">
              <a:extLst>
                <a:ext uri="{FF2B5EF4-FFF2-40B4-BE49-F238E27FC236}">
                  <a16:creationId xmlns:a16="http://schemas.microsoft.com/office/drawing/2014/main" id="{7C849B2B-F25A-49F3-9820-F8979721B5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5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00" name="Text Box 84">
              <a:extLst>
                <a:ext uri="{FF2B5EF4-FFF2-40B4-BE49-F238E27FC236}">
                  <a16:creationId xmlns:a16="http://schemas.microsoft.com/office/drawing/2014/main" id="{749557F1-89EA-4BF1-963A-72189ACDA0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3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01" name="Text Box 85">
              <a:extLst>
                <a:ext uri="{FF2B5EF4-FFF2-40B4-BE49-F238E27FC236}">
                  <a16:creationId xmlns:a16="http://schemas.microsoft.com/office/drawing/2014/main" id="{85F62C2C-7808-4A65-BCA3-8DC25F16C6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5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B50AC5E5-30C8-459D-8282-D45ABE834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70" y="3080543"/>
            <a:ext cx="4181492" cy="318962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C38C693-502D-4258-960F-DEDE5B34A33E}"/>
              </a:ext>
            </a:extLst>
          </p:cNvPr>
          <p:cNvSpPr/>
          <p:nvPr/>
        </p:nvSpPr>
        <p:spPr>
          <a:xfrm>
            <a:off x="353466" y="3080544"/>
            <a:ext cx="2320578" cy="1249048"/>
          </a:xfrm>
          <a:prstGeom prst="rect">
            <a:avLst/>
          </a:prstGeom>
          <a:solidFill>
            <a:schemeClr val="lt1">
              <a:alpha val="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K" dirty="0"/>
          </a:p>
        </p:txBody>
      </p:sp>
      <p:sp>
        <p:nvSpPr>
          <p:cNvPr id="75" name="Text Box 4">
            <a:extLst>
              <a:ext uri="{FF2B5EF4-FFF2-40B4-BE49-F238E27FC236}">
                <a16:creationId xmlns:a16="http://schemas.microsoft.com/office/drawing/2014/main" id="{EDC6FBE9-D018-437E-AA54-0CE4FB04D6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33795" y="724456"/>
            <a:ext cx="33374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</a:t>
            </a:r>
          </a:p>
        </p:txBody>
      </p:sp>
      <p:sp>
        <p:nvSpPr>
          <p:cNvPr id="77" name="Text Box 4">
            <a:extLst>
              <a:ext uri="{FF2B5EF4-FFF2-40B4-BE49-F238E27FC236}">
                <a16:creationId xmlns:a16="http://schemas.microsoft.com/office/drawing/2014/main" id="{657E8B9F-E298-4180-BB6C-9E1412C064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30088" y="710660"/>
            <a:ext cx="88145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2, u</a:t>
            </a:r>
          </a:p>
        </p:txBody>
      </p:sp>
      <p:sp>
        <p:nvSpPr>
          <p:cNvPr id="78" name="Text Box 4">
            <a:extLst>
              <a:ext uri="{FF2B5EF4-FFF2-40B4-BE49-F238E27FC236}">
                <a16:creationId xmlns:a16="http://schemas.microsoft.com/office/drawing/2014/main" id="{098EF2FD-CA07-4B4C-B000-889B0C1D40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5877" y="724456"/>
            <a:ext cx="88145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5, u</a:t>
            </a:r>
          </a:p>
        </p:txBody>
      </p:sp>
      <p:sp>
        <p:nvSpPr>
          <p:cNvPr id="79" name="Text Box 4">
            <a:extLst>
              <a:ext uri="{FF2B5EF4-FFF2-40B4-BE49-F238E27FC236}">
                <a16:creationId xmlns:a16="http://schemas.microsoft.com/office/drawing/2014/main" id="{DA7FBB47-1A0F-4E4C-B53F-C753F5483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5417" y="724456"/>
            <a:ext cx="88145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1, u</a:t>
            </a:r>
          </a:p>
        </p:txBody>
      </p:sp>
      <p:sp>
        <p:nvSpPr>
          <p:cNvPr id="80" name="Text Box 4">
            <a:extLst>
              <a:ext uri="{FF2B5EF4-FFF2-40B4-BE49-F238E27FC236}">
                <a16:creationId xmlns:a16="http://schemas.microsoft.com/office/drawing/2014/main" id="{9E2CC586-D2CC-4C6F-9F40-B7D1D47CC2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00778" y="724456"/>
            <a:ext cx="88145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0" algn="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Comic Sans MS" panose="030F0702030302020204" pitchFamily="66" charset="0"/>
                <a:cs typeface="Arial" panose="020B0604020202020204" pitchFamily="34" charset="0"/>
              </a:rPr>
              <a:t>∞</a:t>
            </a:r>
          </a:p>
        </p:txBody>
      </p:sp>
      <p:sp>
        <p:nvSpPr>
          <p:cNvPr id="81" name="Text Box 4">
            <a:extLst>
              <a:ext uri="{FF2B5EF4-FFF2-40B4-BE49-F238E27FC236}">
                <a16:creationId xmlns:a16="http://schemas.microsoft.com/office/drawing/2014/main" id="{8B50E7AA-A64D-43AF-BFB5-6E7845A470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02233" y="710660"/>
            <a:ext cx="88145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0" algn="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Comic Sans MS" panose="030F0702030302020204" pitchFamily="66" charset="0"/>
                <a:cs typeface="Arial" panose="020B0604020202020204" pitchFamily="34" charset="0"/>
              </a:rPr>
              <a:t>∞</a:t>
            </a:r>
          </a:p>
        </p:txBody>
      </p:sp>
    </p:spTree>
    <p:extLst>
      <p:ext uri="{BB962C8B-B14F-4D97-AF65-F5344CB8AC3E}">
        <p14:creationId xmlns:p14="http://schemas.microsoft.com/office/powerpoint/2010/main" val="2527557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5" grpId="0"/>
      <p:bldP spid="77" grpId="0"/>
      <p:bldP spid="78" grpId="0"/>
      <p:bldP spid="79" grpId="0"/>
      <p:bldP spid="80" grpId="0"/>
      <p:bldP spid="8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297741D-7C1E-4301-BC3B-BBA87283F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9157" y="283880"/>
            <a:ext cx="9609375" cy="25512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4" name="Group 16">
            <a:extLst>
              <a:ext uri="{FF2B5EF4-FFF2-40B4-BE49-F238E27FC236}">
                <a16:creationId xmlns:a16="http://schemas.microsoft.com/office/drawing/2014/main" id="{32CD0508-565F-4A55-82B6-77C11A2F0D9C}"/>
              </a:ext>
            </a:extLst>
          </p:cNvPr>
          <p:cNvGrpSpPr>
            <a:grpSpLocks/>
          </p:cNvGrpSpPr>
          <p:nvPr/>
        </p:nvGrpSpPr>
        <p:grpSpPr bwMode="auto">
          <a:xfrm>
            <a:off x="5813102" y="3510443"/>
            <a:ext cx="3571875" cy="2236787"/>
            <a:chOff x="3162" y="1071"/>
            <a:chExt cx="2250" cy="1409"/>
          </a:xfrm>
        </p:grpSpPr>
        <p:sp>
          <p:nvSpPr>
            <p:cNvPr id="145" name="Freeform 17">
              <a:extLst>
                <a:ext uri="{FF2B5EF4-FFF2-40B4-BE49-F238E27FC236}">
                  <a16:creationId xmlns:a16="http://schemas.microsoft.com/office/drawing/2014/main" id="{89088E26-E54F-43C2-AEB9-F39E6D8E3AA5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9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6" name="Freeform 18">
              <a:extLst>
                <a:ext uri="{FF2B5EF4-FFF2-40B4-BE49-F238E27FC236}">
                  <a16:creationId xmlns:a16="http://schemas.microsoft.com/office/drawing/2014/main" id="{C8954E27-100C-4D41-A56F-BCB6753BCB9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7" name="Oval 19">
              <a:extLst>
                <a:ext uri="{FF2B5EF4-FFF2-40B4-BE49-F238E27FC236}">
                  <a16:creationId xmlns:a16="http://schemas.microsoft.com/office/drawing/2014/main" id="{87212AFA-101E-4722-95CE-AF2EEB0D85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8" name="Line 20">
              <a:extLst>
                <a:ext uri="{FF2B5EF4-FFF2-40B4-BE49-F238E27FC236}">
                  <a16:creationId xmlns:a16="http://schemas.microsoft.com/office/drawing/2014/main" id="{7A8611B4-1E88-42B7-862D-42D7E6DBD5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9" name="Line 21">
              <a:extLst>
                <a:ext uri="{FF2B5EF4-FFF2-40B4-BE49-F238E27FC236}">
                  <a16:creationId xmlns:a16="http://schemas.microsoft.com/office/drawing/2014/main" id="{340036D1-03B7-4799-A677-6ABB755DEA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0" name="Rectangle 22">
              <a:extLst>
                <a:ext uri="{FF2B5EF4-FFF2-40B4-BE49-F238E27FC236}">
                  <a16:creationId xmlns:a16="http://schemas.microsoft.com/office/drawing/2014/main" id="{4081B7D4-4ED1-421C-9729-755381947B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1" name="Oval 23">
              <a:extLst>
                <a:ext uri="{FF2B5EF4-FFF2-40B4-BE49-F238E27FC236}">
                  <a16:creationId xmlns:a16="http://schemas.microsoft.com/office/drawing/2014/main" id="{42ABE724-ED14-47B4-8DC0-D1B8C99CC0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2" name="Oval 24">
              <a:extLst>
                <a:ext uri="{FF2B5EF4-FFF2-40B4-BE49-F238E27FC236}">
                  <a16:creationId xmlns:a16="http://schemas.microsoft.com/office/drawing/2014/main" id="{1FC3B65C-E22F-465A-AF5E-63CD0B59C8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3" name="Line 25">
              <a:extLst>
                <a:ext uri="{FF2B5EF4-FFF2-40B4-BE49-F238E27FC236}">
                  <a16:creationId xmlns:a16="http://schemas.microsoft.com/office/drawing/2014/main" id="{0135EEBC-03A7-476C-AE12-DCCE0A002F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4" name="Line 26">
              <a:extLst>
                <a:ext uri="{FF2B5EF4-FFF2-40B4-BE49-F238E27FC236}">
                  <a16:creationId xmlns:a16="http://schemas.microsoft.com/office/drawing/2014/main" id="{5019E5DA-147F-4DA1-A958-3E6E84C0A9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5" name="Rectangle 27">
              <a:extLst>
                <a:ext uri="{FF2B5EF4-FFF2-40B4-BE49-F238E27FC236}">
                  <a16:creationId xmlns:a16="http://schemas.microsoft.com/office/drawing/2014/main" id="{90137158-2E1D-44E6-A0F4-A4C8E0549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6" name="Oval 28">
              <a:extLst>
                <a:ext uri="{FF2B5EF4-FFF2-40B4-BE49-F238E27FC236}">
                  <a16:creationId xmlns:a16="http://schemas.microsoft.com/office/drawing/2014/main" id="{7EC4A02C-6BDE-4357-95FF-ECD0FAF2A4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7" name="Oval 29">
              <a:extLst>
                <a:ext uri="{FF2B5EF4-FFF2-40B4-BE49-F238E27FC236}">
                  <a16:creationId xmlns:a16="http://schemas.microsoft.com/office/drawing/2014/main" id="{4BABEE15-E9B9-4ABF-914E-2B42AE34BC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8" name="Line 30">
              <a:extLst>
                <a:ext uri="{FF2B5EF4-FFF2-40B4-BE49-F238E27FC236}">
                  <a16:creationId xmlns:a16="http://schemas.microsoft.com/office/drawing/2014/main" id="{4B22E071-DC8A-489D-8B44-4C49B10162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9" name="Line 31">
              <a:extLst>
                <a:ext uri="{FF2B5EF4-FFF2-40B4-BE49-F238E27FC236}">
                  <a16:creationId xmlns:a16="http://schemas.microsoft.com/office/drawing/2014/main" id="{F1A74F03-F001-4518-9D5F-FC9A80C548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0" name="Rectangle 32">
              <a:extLst>
                <a:ext uri="{FF2B5EF4-FFF2-40B4-BE49-F238E27FC236}">
                  <a16:creationId xmlns:a16="http://schemas.microsoft.com/office/drawing/2014/main" id="{99CD3F29-B482-4E4E-9E05-9917B49B75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1" name="Oval 33">
              <a:extLst>
                <a:ext uri="{FF2B5EF4-FFF2-40B4-BE49-F238E27FC236}">
                  <a16:creationId xmlns:a16="http://schemas.microsoft.com/office/drawing/2014/main" id="{567EABF5-AF47-40C1-8003-8C9FDADD4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2" name="Oval 34">
              <a:extLst>
                <a:ext uri="{FF2B5EF4-FFF2-40B4-BE49-F238E27FC236}">
                  <a16:creationId xmlns:a16="http://schemas.microsoft.com/office/drawing/2014/main" id="{15BFD3DC-6DDA-426E-904B-C0C12F0A55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3" name="Line 35">
              <a:extLst>
                <a:ext uri="{FF2B5EF4-FFF2-40B4-BE49-F238E27FC236}">
                  <a16:creationId xmlns:a16="http://schemas.microsoft.com/office/drawing/2014/main" id="{6B57B0A8-01A9-46D5-8976-5E580B894D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4" name="Line 36">
              <a:extLst>
                <a:ext uri="{FF2B5EF4-FFF2-40B4-BE49-F238E27FC236}">
                  <a16:creationId xmlns:a16="http://schemas.microsoft.com/office/drawing/2014/main" id="{0167F6BD-D28F-4ECA-BD8A-CF4D72FDC6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5" name="Rectangle 37">
              <a:extLst>
                <a:ext uri="{FF2B5EF4-FFF2-40B4-BE49-F238E27FC236}">
                  <a16:creationId xmlns:a16="http://schemas.microsoft.com/office/drawing/2014/main" id="{2E1C8417-11EE-4551-9BE1-9E4BDF28E2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Oval 38">
              <a:extLst>
                <a:ext uri="{FF2B5EF4-FFF2-40B4-BE49-F238E27FC236}">
                  <a16:creationId xmlns:a16="http://schemas.microsoft.com/office/drawing/2014/main" id="{2E1801BD-2F55-410A-9C6E-3306F8957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7" name="Oval 39">
              <a:extLst>
                <a:ext uri="{FF2B5EF4-FFF2-40B4-BE49-F238E27FC236}">
                  <a16:creationId xmlns:a16="http://schemas.microsoft.com/office/drawing/2014/main" id="{981BF852-3507-4023-AB6A-DF00399201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8" name="Line 40">
              <a:extLst>
                <a:ext uri="{FF2B5EF4-FFF2-40B4-BE49-F238E27FC236}">
                  <a16:creationId xmlns:a16="http://schemas.microsoft.com/office/drawing/2014/main" id="{77C8CF24-46E8-4B7F-8723-6AC1FCB566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9" name="Line 41">
              <a:extLst>
                <a:ext uri="{FF2B5EF4-FFF2-40B4-BE49-F238E27FC236}">
                  <a16:creationId xmlns:a16="http://schemas.microsoft.com/office/drawing/2014/main" id="{64DE3D1F-0332-4477-8194-5D47045F3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0" name="Rectangle 42">
              <a:extLst>
                <a:ext uri="{FF2B5EF4-FFF2-40B4-BE49-F238E27FC236}">
                  <a16:creationId xmlns:a16="http://schemas.microsoft.com/office/drawing/2014/main" id="{C69AF985-BAFA-4A44-B21F-BEB5863A98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1" name="Oval 43">
              <a:extLst>
                <a:ext uri="{FF2B5EF4-FFF2-40B4-BE49-F238E27FC236}">
                  <a16:creationId xmlns:a16="http://schemas.microsoft.com/office/drawing/2014/main" id="{08DB9D03-7844-4EC4-8A7C-A51830610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2" name="Oval 44">
              <a:extLst>
                <a:ext uri="{FF2B5EF4-FFF2-40B4-BE49-F238E27FC236}">
                  <a16:creationId xmlns:a16="http://schemas.microsoft.com/office/drawing/2014/main" id="{E7B3BF2F-CABA-441E-A972-0ECC263A99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3" name="Line 45">
              <a:extLst>
                <a:ext uri="{FF2B5EF4-FFF2-40B4-BE49-F238E27FC236}">
                  <a16:creationId xmlns:a16="http://schemas.microsoft.com/office/drawing/2014/main" id="{16A41438-923D-4615-8893-7D21880502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4" name="Line 46">
              <a:extLst>
                <a:ext uri="{FF2B5EF4-FFF2-40B4-BE49-F238E27FC236}">
                  <a16:creationId xmlns:a16="http://schemas.microsoft.com/office/drawing/2014/main" id="{6E5E0E40-297C-43A0-A435-1FA15C322A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5" name="Rectangle 47">
              <a:extLst>
                <a:ext uri="{FF2B5EF4-FFF2-40B4-BE49-F238E27FC236}">
                  <a16:creationId xmlns:a16="http://schemas.microsoft.com/office/drawing/2014/main" id="{7A19E085-030F-47B1-BE9F-0554466F5A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6" name="Oval 48">
              <a:extLst>
                <a:ext uri="{FF2B5EF4-FFF2-40B4-BE49-F238E27FC236}">
                  <a16:creationId xmlns:a16="http://schemas.microsoft.com/office/drawing/2014/main" id="{BC4BAB67-DAA1-4A63-B128-9C2228BBA4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7" name="Freeform 49">
              <a:extLst>
                <a:ext uri="{FF2B5EF4-FFF2-40B4-BE49-F238E27FC236}">
                  <a16:creationId xmlns:a16="http://schemas.microsoft.com/office/drawing/2014/main" id="{D0862921-6DFF-4C42-B042-1FC97B8B16FE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8" name="Freeform 50">
              <a:extLst>
                <a:ext uri="{FF2B5EF4-FFF2-40B4-BE49-F238E27FC236}">
                  <a16:creationId xmlns:a16="http://schemas.microsoft.com/office/drawing/2014/main" id="{1A8ECC68-4ADB-4B1D-A622-8FA5012E6848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9" name="Freeform 51">
              <a:extLst>
                <a:ext uri="{FF2B5EF4-FFF2-40B4-BE49-F238E27FC236}">
                  <a16:creationId xmlns:a16="http://schemas.microsoft.com/office/drawing/2014/main" id="{EA1A4837-D684-4CB2-B7EB-B27A4DDA2994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2147483646 h 174"/>
                <a:gd name="T2" fmla="*/ 11894263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0" name="Freeform 52">
              <a:extLst>
                <a:ext uri="{FF2B5EF4-FFF2-40B4-BE49-F238E27FC236}">
                  <a16:creationId xmlns:a16="http://schemas.microsoft.com/office/drawing/2014/main" id="{7D94511F-5F74-423F-BD52-53B30683F598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1" name="Freeform 53">
              <a:extLst>
                <a:ext uri="{FF2B5EF4-FFF2-40B4-BE49-F238E27FC236}">
                  <a16:creationId xmlns:a16="http://schemas.microsoft.com/office/drawing/2014/main" id="{306A8A12-E9C9-440F-823D-6DA382073E9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2" name="Freeform 54">
              <a:extLst>
                <a:ext uri="{FF2B5EF4-FFF2-40B4-BE49-F238E27FC236}">
                  <a16:creationId xmlns:a16="http://schemas.microsoft.com/office/drawing/2014/main" id="{06D747B1-36B2-4670-96A1-795B24DA3EE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3" name="Freeform 55">
              <a:extLst>
                <a:ext uri="{FF2B5EF4-FFF2-40B4-BE49-F238E27FC236}">
                  <a16:creationId xmlns:a16="http://schemas.microsoft.com/office/drawing/2014/main" id="{B547893B-C9A9-4A21-B5D9-8DB5101ABC1B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4" name="Freeform 56">
              <a:extLst>
                <a:ext uri="{FF2B5EF4-FFF2-40B4-BE49-F238E27FC236}">
                  <a16:creationId xmlns:a16="http://schemas.microsoft.com/office/drawing/2014/main" id="{610CFF28-7064-4167-8D9C-B945CE149E4F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5" name="Freeform 57">
              <a:extLst>
                <a:ext uri="{FF2B5EF4-FFF2-40B4-BE49-F238E27FC236}">
                  <a16:creationId xmlns:a16="http://schemas.microsoft.com/office/drawing/2014/main" id="{AF9018A2-3EEB-48C8-9EB3-736906FB7B1A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grpSp>
          <p:nvGrpSpPr>
            <p:cNvPr id="186" name="Group 58">
              <a:extLst>
                <a:ext uri="{FF2B5EF4-FFF2-40B4-BE49-F238E27FC236}">
                  <a16:creationId xmlns:a16="http://schemas.microsoft.com/office/drawing/2014/main" id="{DFC0D49D-5BAB-4F57-8604-BB4D5CADC21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212" name="Rectangle 59">
                <a:extLst>
                  <a:ext uri="{FF2B5EF4-FFF2-40B4-BE49-F238E27FC236}">
                    <a16:creationId xmlns:a16="http://schemas.microsoft.com/office/drawing/2014/main" id="{14CFB471-5CF0-4BE1-81D4-1383F765BD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13" name="Text Box 60">
                <a:extLst>
                  <a:ext uri="{FF2B5EF4-FFF2-40B4-BE49-F238E27FC236}">
                    <a16:creationId xmlns:a16="http://schemas.microsoft.com/office/drawing/2014/main" id="{6DC1DEB9-441E-4101-9529-E003EFAB60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u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87" name="Group 61">
              <a:extLst>
                <a:ext uri="{FF2B5EF4-FFF2-40B4-BE49-F238E27FC236}">
                  <a16:creationId xmlns:a16="http://schemas.microsoft.com/office/drawing/2014/main" id="{3EA9A2D4-42C5-41DE-9574-C15753E584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25A313B5-BB6D-438F-8D5E-2B30B9FFD6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11" name="Text Box 63">
                <a:extLst>
                  <a:ext uri="{FF2B5EF4-FFF2-40B4-BE49-F238E27FC236}">
                    <a16:creationId xmlns:a16="http://schemas.microsoft.com/office/drawing/2014/main" id="{56691609-481C-4B3D-846A-1A18C7A4436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y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88" name="Group 64">
              <a:extLst>
                <a:ext uri="{FF2B5EF4-FFF2-40B4-BE49-F238E27FC236}">
                  <a16:creationId xmlns:a16="http://schemas.microsoft.com/office/drawing/2014/main" id="{2D65820E-3566-4DC8-BD21-9D019C77837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208" name="Rectangle 65">
                <a:extLst>
                  <a:ext uri="{FF2B5EF4-FFF2-40B4-BE49-F238E27FC236}">
                    <a16:creationId xmlns:a16="http://schemas.microsoft.com/office/drawing/2014/main" id="{4E84EE86-0A29-4549-8E76-E31F12DE3B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9" name="Text Box 66">
                <a:extLst>
                  <a:ext uri="{FF2B5EF4-FFF2-40B4-BE49-F238E27FC236}">
                    <a16:creationId xmlns:a16="http://schemas.microsoft.com/office/drawing/2014/main" id="{F093CEAD-8B2A-4035-9FE0-E7B85FFC6BD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x</a:t>
                </a:r>
              </a:p>
            </p:txBody>
          </p:sp>
        </p:grpSp>
        <p:grpSp>
          <p:nvGrpSpPr>
            <p:cNvPr id="189" name="Group 67">
              <a:extLst>
                <a:ext uri="{FF2B5EF4-FFF2-40B4-BE49-F238E27FC236}">
                  <a16:creationId xmlns:a16="http://schemas.microsoft.com/office/drawing/2014/main" id="{BA306673-F7F8-4730-B867-83AED6F0284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8" y="1438"/>
              <a:ext cx="232" cy="250"/>
              <a:chOff x="2941" y="2425"/>
              <a:chExt cx="235" cy="250"/>
            </a:xfrm>
          </p:grpSpPr>
          <p:sp>
            <p:nvSpPr>
              <p:cNvPr id="206" name="Rectangle 68">
                <a:extLst>
                  <a:ext uri="{FF2B5EF4-FFF2-40B4-BE49-F238E27FC236}">
                    <a16:creationId xmlns:a16="http://schemas.microsoft.com/office/drawing/2014/main" id="{DE391837-5E15-4893-8DCB-89FC135EA0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7" name="Text Box 69">
                <a:extLst>
                  <a:ext uri="{FF2B5EF4-FFF2-40B4-BE49-F238E27FC236}">
                    <a16:creationId xmlns:a16="http://schemas.microsoft.com/office/drawing/2014/main" id="{029B9231-71E8-4C2B-926E-1D320C61EAE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w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90" name="Group 70">
              <a:extLst>
                <a:ext uri="{FF2B5EF4-FFF2-40B4-BE49-F238E27FC236}">
                  <a16:creationId xmlns:a16="http://schemas.microsoft.com/office/drawing/2014/main" id="{977F015D-FEDE-4011-A1FC-5744470419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204" name="Rectangle 71">
                <a:extLst>
                  <a:ext uri="{FF2B5EF4-FFF2-40B4-BE49-F238E27FC236}">
                    <a16:creationId xmlns:a16="http://schemas.microsoft.com/office/drawing/2014/main" id="{8192BA4B-40DB-4C78-9432-90DFBF3E41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5" name="Text Box 72">
                <a:extLst>
                  <a:ext uri="{FF2B5EF4-FFF2-40B4-BE49-F238E27FC236}">
                    <a16:creationId xmlns:a16="http://schemas.microsoft.com/office/drawing/2014/main" id="{3FC08F0A-E729-443E-9A3E-3ABB41116AF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v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91" name="Group 73">
              <a:extLst>
                <a:ext uri="{FF2B5EF4-FFF2-40B4-BE49-F238E27FC236}">
                  <a16:creationId xmlns:a16="http://schemas.microsoft.com/office/drawing/2014/main" id="{A0DC1301-78D7-42DC-B271-B2ED847C4C4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202" name="Rectangle 74">
                <a:extLst>
                  <a:ext uri="{FF2B5EF4-FFF2-40B4-BE49-F238E27FC236}">
                    <a16:creationId xmlns:a16="http://schemas.microsoft.com/office/drawing/2014/main" id="{F4B0E297-FCDD-4F2A-B768-F635C47BF1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3" name="Text Box 75">
                <a:extLst>
                  <a:ext uri="{FF2B5EF4-FFF2-40B4-BE49-F238E27FC236}">
                    <a16:creationId xmlns:a16="http://schemas.microsoft.com/office/drawing/2014/main" id="{52B1E4E4-342A-40BD-94A4-3D86024B7B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z</a:t>
                </a:r>
              </a:p>
            </p:txBody>
          </p:sp>
        </p:grpSp>
        <p:sp>
          <p:nvSpPr>
            <p:cNvPr id="192" name="Text Box 76">
              <a:extLst>
                <a:ext uri="{FF2B5EF4-FFF2-40B4-BE49-F238E27FC236}">
                  <a16:creationId xmlns:a16="http://schemas.microsoft.com/office/drawing/2014/main" id="{411438D1-D32D-41FE-90C5-79C067D354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3" name="Text Box 77">
              <a:extLst>
                <a:ext uri="{FF2B5EF4-FFF2-40B4-BE49-F238E27FC236}">
                  <a16:creationId xmlns:a16="http://schemas.microsoft.com/office/drawing/2014/main" id="{5176DEB8-2237-47DF-94B9-52A46F25D3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4" name="Text Box 78">
              <a:extLst>
                <a:ext uri="{FF2B5EF4-FFF2-40B4-BE49-F238E27FC236}">
                  <a16:creationId xmlns:a16="http://schemas.microsoft.com/office/drawing/2014/main" id="{AF7FDA2C-105E-4966-BF59-5F8DCDDA0D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5" name="Text Box 79">
              <a:extLst>
                <a:ext uri="{FF2B5EF4-FFF2-40B4-BE49-F238E27FC236}">
                  <a16:creationId xmlns:a16="http://schemas.microsoft.com/office/drawing/2014/main" id="{E3355A02-1E38-44E7-9709-FE1195A55E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3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6" name="Text Box 80">
              <a:extLst>
                <a:ext uri="{FF2B5EF4-FFF2-40B4-BE49-F238E27FC236}">
                  <a16:creationId xmlns:a16="http://schemas.microsoft.com/office/drawing/2014/main" id="{8B0A3D5D-CCF0-4CAE-A3D0-AEA1E81030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7" name="Text Box 81">
              <a:extLst>
                <a:ext uri="{FF2B5EF4-FFF2-40B4-BE49-F238E27FC236}">
                  <a16:creationId xmlns:a16="http://schemas.microsoft.com/office/drawing/2014/main" id="{6130F1FF-0BA1-49A7-BB71-F9FF545118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8" name="Text Box 82">
              <a:extLst>
                <a:ext uri="{FF2B5EF4-FFF2-40B4-BE49-F238E27FC236}">
                  <a16:creationId xmlns:a16="http://schemas.microsoft.com/office/drawing/2014/main" id="{7A004713-8005-43BE-B296-C5ED80843F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9" name="Text Box 83">
              <a:extLst>
                <a:ext uri="{FF2B5EF4-FFF2-40B4-BE49-F238E27FC236}">
                  <a16:creationId xmlns:a16="http://schemas.microsoft.com/office/drawing/2014/main" id="{7C849B2B-F25A-49F3-9820-F8979721B5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5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00" name="Text Box 84">
              <a:extLst>
                <a:ext uri="{FF2B5EF4-FFF2-40B4-BE49-F238E27FC236}">
                  <a16:creationId xmlns:a16="http://schemas.microsoft.com/office/drawing/2014/main" id="{749557F1-89EA-4BF1-963A-72189ACDA0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3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01" name="Text Box 85">
              <a:extLst>
                <a:ext uri="{FF2B5EF4-FFF2-40B4-BE49-F238E27FC236}">
                  <a16:creationId xmlns:a16="http://schemas.microsoft.com/office/drawing/2014/main" id="{85F62C2C-7808-4A65-BCA3-8DC25F16C6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5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B50AC5E5-30C8-459D-8282-D45ABE834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70" y="3080543"/>
            <a:ext cx="4181492" cy="318962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C38C693-502D-4258-960F-DEDE5B34A33E}"/>
              </a:ext>
            </a:extLst>
          </p:cNvPr>
          <p:cNvSpPr/>
          <p:nvPr/>
        </p:nvSpPr>
        <p:spPr>
          <a:xfrm>
            <a:off x="406707" y="4716942"/>
            <a:ext cx="3927087" cy="444500"/>
          </a:xfrm>
          <a:prstGeom prst="rect">
            <a:avLst/>
          </a:prstGeom>
          <a:solidFill>
            <a:schemeClr val="lt1">
              <a:alpha val="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K" dirty="0"/>
          </a:p>
        </p:txBody>
      </p:sp>
      <p:sp>
        <p:nvSpPr>
          <p:cNvPr id="75" name="Text Box 4">
            <a:extLst>
              <a:ext uri="{FF2B5EF4-FFF2-40B4-BE49-F238E27FC236}">
                <a16:creationId xmlns:a16="http://schemas.microsoft.com/office/drawing/2014/main" id="{EDC6FBE9-D018-437E-AA54-0CE4FB04D6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33795" y="724456"/>
            <a:ext cx="33374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</a:t>
            </a:r>
          </a:p>
        </p:txBody>
      </p:sp>
      <p:sp>
        <p:nvSpPr>
          <p:cNvPr id="77" name="Text Box 4">
            <a:extLst>
              <a:ext uri="{FF2B5EF4-FFF2-40B4-BE49-F238E27FC236}">
                <a16:creationId xmlns:a16="http://schemas.microsoft.com/office/drawing/2014/main" id="{657E8B9F-E298-4180-BB6C-9E1412C064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30088" y="710660"/>
            <a:ext cx="88145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2, u</a:t>
            </a:r>
          </a:p>
        </p:txBody>
      </p:sp>
      <p:sp>
        <p:nvSpPr>
          <p:cNvPr id="78" name="Text Box 4">
            <a:extLst>
              <a:ext uri="{FF2B5EF4-FFF2-40B4-BE49-F238E27FC236}">
                <a16:creationId xmlns:a16="http://schemas.microsoft.com/office/drawing/2014/main" id="{098EF2FD-CA07-4B4C-B000-889B0C1D40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5877" y="724456"/>
            <a:ext cx="88145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5, u</a:t>
            </a:r>
          </a:p>
        </p:txBody>
      </p:sp>
      <p:sp>
        <p:nvSpPr>
          <p:cNvPr id="79" name="Text Box 4">
            <a:extLst>
              <a:ext uri="{FF2B5EF4-FFF2-40B4-BE49-F238E27FC236}">
                <a16:creationId xmlns:a16="http://schemas.microsoft.com/office/drawing/2014/main" id="{DA7FBB47-1A0F-4E4C-B53F-C753F5483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5417" y="724456"/>
            <a:ext cx="88145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1, u</a:t>
            </a:r>
          </a:p>
        </p:txBody>
      </p:sp>
      <p:sp>
        <p:nvSpPr>
          <p:cNvPr id="80" name="Text Box 4">
            <a:extLst>
              <a:ext uri="{FF2B5EF4-FFF2-40B4-BE49-F238E27FC236}">
                <a16:creationId xmlns:a16="http://schemas.microsoft.com/office/drawing/2014/main" id="{9E2CC586-D2CC-4C6F-9F40-B7D1D47CC2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00778" y="724456"/>
            <a:ext cx="88145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0" algn="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Comic Sans MS" panose="030F0702030302020204" pitchFamily="66" charset="0"/>
                <a:cs typeface="Arial" panose="020B0604020202020204" pitchFamily="34" charset="0"/>
              </a:rPr>
              <a:t>∞</a:t>
            </a:r>
          </a:p>
        </p:txBody>
      </p:sp>
      <p:sp>
        <p:nvSpPr>
          <p:cNvPr id="81" name="Text Box 4">
            <a:extLst>
              <a:ext uri="{FF2B5EF4-FFF2-40B4-BE49-F238E27FC236}">
                <a16:creationId xmlns:a16="http://schemas.microsoft.com/office/drawing/2014/main" id="{8B50E7AA-A64D-43AF-BFB5-6E7845A470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67143" y="710660"/>
            <a:ext cx="41654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0" algn="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Comic Sans MS" panose="030F0702030302020204" pitchFamily="66" charset="0"/>
                <a:cs typeface="Arial" panose="020B0604020202020204" pitchFamily="34" charset="0"/>
              </a:rPr>
              <a:t>∞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2ADAA23-1CB6-4282-AE93-97EFB9DC76B8}"/>
              </a:ext>
            </a:extLst>
          </p:cNvPr>
          <p:cNvSpPr/>
          <p:nvPr/>
        </p:nvSpPr>
        <p:spPr>
          <a:xfrm>
            <a:off x="8200703" y="793750"/>
            <a:ext cx="300037" cy="317020"/>
          </a:xfrm>
          <a:prstGeom prst="ellipse">
            <a:avLst/>
          </a:prstGeom>
          <a:solidFill>
            <a:schemeClr val="lt1">
              <a:alpha val="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82" name="Text Box 4">
            <a:extLst>
              <a:ext uri="{FF2B5EF4-FFF2-40B4-BE49-F238E27FC236}">
                <a16:creationId xmlns:a16="http://schemas.microsoft.com/office/drawing/2014/main" id="{C1656586-FCBE-4DA9-A8C2-BD9C9AD858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75830" y="1056707"/>
            <a:ext cx="75021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u, x</a:t>
            </a:r>
          </a:p>
        </p:txBody>
      </p:sp>
      <p:sp>
        <p:nvSpPr>
          <p:cNvPr id="83" name="Text Box 4">
            <a:extLst>
              <a:ext uri="{FF2B5EF4-FFF2-40B4-BE49-F238E27FC236}">
                <a16:creationId xmlns:a16="http://schemas.microsoft.com/office/drawing/2014/main" id="{CB111344-9F37-4734-9CEA-85463C4C0A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68" y="1056707"/>
            <a:ext cx="88010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n*=x</a:t>
            </a: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85" name="Text Box 4">
            <a:extLst>
              <a:ext uri="{FF2B5EF4-FFF2-40B4-BE49-F238E27FC236}">
                <a16:creationId xmlns:a16="http://schemas.microsoft.com/office/drawing/2014/main" id="{122FD54A-78BC-4092-B660-80A4FAC1D0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7858" y="1080676"/>
            <a:ext cx="124517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D(n*)=1</a:t>
            </a: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F4D72E7-9F76-4542-8F42-1665DAF4FC82}"/>
              </a:ext>
            </a:extLst>
          </p:cNvPr>
          <p:cNvSpPr/>
          <p:nvPr/>
        </p:nvSpPr>
        <p:spPr>
          <a:xfrm>
            <a:off x="1785257" y="5188430"/>
            <a:ext cx="2741970" cy="163512"/>
          </a:xfrm>
          <a:prstGeom prst="rect">
            <a:avLst/>
          </a:prstGeom>
          <a:solidFill>
            <a:schemeClr val="lt1">
              <a:alpha val="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K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DC99B7A-4723-498F-A590-032C92DF5C50}"/>
              </a:ext>
            </a:extLst>
          </p:cNvPr>
          <p:cNvCxnSpPr/>
          <p:nvPr/>
        </p:nvCxnSpPr>
        <p:spPr>
          <a:xfrm>
            <a:off x="5275943" y="1436913"/>
            <a:ext cx="77940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95EF64D-C3E1-40C8-A0B5-FC6BCA5A194E}"/>
              </a:ext>
            </a:extLst>
          </p:cNvPr>
          <p:cNvCxnSpPr/>
          <p:nvPr/>
        </p:nvCxnSpPr>
        <p:spPr>
          <a:xfrm>
            <a:off x="6621196" y="1436913"/>
            <a:ext cx="77940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4984D22-5F57-4903-BD8C-08D1D3384953}"/>
              </a:ext>
            </a:extLst>
          </p:cNvPr>
          <p:cNvCxnSpPr/>
          <p:nvPr/>
        </p:nvCxnSpPr>
        <p:spPr>
          <a:xfrm>
            <a:off x="9470571" y="1436913"/>
            <a:ext cx="77940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1" name="Text Box 4">
            <a:extLst>
              <a:ext uri="{FF2B5EF4-FFF2-40B4-BE49-F238E27FC236}">
                <a16:creationId xmlns:a16="http://schemas.microsoft.com/office/drawing/2014/main" id="{0E4BD2A1-CF3B-47F0-8043-337191D1B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67143" y="1048338"/>
            <a:ext cx="41654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0" algn="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Comic Sans MS" panose="030F0702030302020204" pitchFamily="66" charset="0"/>
                <a:cs typeface="Arial" panose="020B0604020202020204" pitchFamily="34" charset="0"/>
              </a:rPr>
              <a:t>∞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E3D1C01-F91C-4E69-90F9-5A8B04441ACB}"/>
              </a:ext>
            </a:extLst>
          </p:cNvPr>
          <p:cNvSpPr/>
          <p:nvPr/>
        </p:nvSpPr>
        <p:spPr>
          <a:xfrm>
            <a:off x="906397" y="5386867"/>
            <a:ext cx="2741970" cy="206376"/>
          </a:xfrm>
          <a:prstGeom prst="rect">
            <a:avLst/>
          </a:prstGeom>
          <a:solidFill>
            <a:schemeClr val="lt1">
              <a:alpha val="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K" dirty="0"/>
          </a:p>
        </p:txBody>
      </p:sp>
      <p:sp>
        <p:nvSpPr>
          <p:cNvPr id="94" name="Text Box 4">
            <a:extLst>
              <a:ext uri="{FF2B5EF4-FFF2-40B4-BE49-F238E27FC236}">
                <a16:creationId xmlns:a16="http://schemas.microsoft.com/office/drawing/2014/main" id="{34FDF36B-7204-46AA-8AC3-3EB199CE73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6554" y="1026319"/>
            <a:ext cx="124517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min{2,1+2}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31E94E-0FD9-4FA0-99D9-FA06980CC63B}"/>
              </a:ext>
            </a:extLst>
          </p:cNvPr>
          <p:cNvSpPr/>
          <p:nvPr/>
        </p:nvSpPr>
        <p:spPr>
          <a:xfrm>
            <a:off x="9902768" y="1028570"/>
            <a:ext cx="62773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, x</a:t>
            </a:r>
            <a:endParaRPr lang="en-HK" dirty="0"/>
          </a:p>
        </p:txBody>
      </p:sp>
      <p:sp>
        <p:nvSpPr>
          <p:cNvPr id="96" name="Text Box 4">
            <a:extLst>
              <a:ext uri="{FF2B5EF4-FFF2-40B4-BE49-F238E27FC236}">
                <a16:creationId xmlns:a16="http://schemas.microsoft.com/office/drawing/2014/main" id="{A729526B-812B-4871-956D-42F77B13A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4807" y="1016587"/>
            <a:ext cx="124517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min{5,1+3}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BF672E0-2668-48AB-9FA4-7EBD520FF500}"/>
              </a:ext>
            </a:extLst>
          </p:cNvPr>
          <p:cNvSpPr/>
          <p:nvPr/>
        </p:nvSpPr>
        <p:spPr>
          <a:xfrm>
            <a:off x="6979798" y="1048338"/>
            <a:ext cx="4383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, x</a:t>
            </a:r>
            <a:endParaRPr lang="en-HK" dirty="0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053F691-2C1B-4C2D-9C8C-1195667D381D}"/>
              </a:ext>
            </a:extLst>
          </p:cNvPr>
          <p:cNvSpPr/>
          <p:nvPr/>
        </p:nvSpPr>
        <p:spPr>
          <a:xfrm>
            <a:off x="5636283" y="1063612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, u</a:t>
            </a:r>
            <a:endParaRPr lang="en-HK" dirty="0"/>
          </a:p>
        </p:txBody>
      </p:sp>
      <p:sp>
        <p:nvSpPr>
          <p:cNvPr id="100" name="Text Box 4">
            <a:extLst>
              <a:ext uri="{FF2B5EF4-FFF2-40B4-BE49-F238E27FC236}">
                <a16:creationId xmlns:a16="http://schemas.microsoft.com/office/drawing/2014/main" id="{A05DE6CD-FCAA-4F5A-91DE-FBE220A91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8769" y="1032353"/>
            <a:ext cx="77940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1+1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=2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9901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2" grpId="0"/>
      <p:bldP spid="83" grpId="0"/>
      <p:bldP spid="85" grpId="0"/>
      <p:bldP spid="86" grpId="0" animBg="1"/>
      <p:bldP spid="91" grpId="0"/>
      <p:bldP spid="93" grpId="0" animBg="1"/>
      <p:bldP spid="94" grpId="0"/>
      <p:bldP spid="7" grpId="0"/>
      <p:bldP spid="96" grpId="0"/>
      <p:bldP spid="98" grpId="0"/>
      <p:bldP spid="99" grpId="0"/>
      <p:bldP spid="10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C297741D-7C1E-4301-BC3B-BBA87283F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9157" y="283880"/>
            <a:ext cx="9609375" cy="25512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4" name="Group 16">
            <a:extLst>
              <a:ext uri="{FF2B5EF4-FFF2-40B4-BE49-F238E27FC236}">
                <a16:creationId xmlns:a16="http://schemas.microsoft.com/office/drawing/2014/main" id="{32CD0508-565F-4A55-82B6-77C11A2F0D9C}"/>
              </a:ext>
            </a:extLst>
          </p:cNvPr>
          <p:cNvGrpSpPr>
            <a:grpSpLocks/>
          </p:cNvGrpSpPr>
          <p:nvPr/>
        </p:nvGrpSpPr>
        <p:grpSpPr bwMode="auto">
          <a:xfrm>
            <a:off x="5813102" y="3510443"/>
            <a:ext cx="3571875" cy="2236787"/>
            <a:chOff x="3162" y="1071"/>
            <a:chExt cx="2250" cy="1409"/>
          </a:xfrm>
        </p:grpSpPr>
        <p:sp>
          <p:nvSpPr>
            <p:cNvPr id="145" name="Freeform 17">
              <a:extLst>
                <a:ext uri="{FF2B5EF4-FFF2-40B4-BE49-F238E27FC236}">
                  <a16:creationId xmlns:a16="http://schemas.microsoft.com/office/drawing/2014/main" id="{89088E26-E54F-43C2-AEB9-F39E6D8E3AA5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2" y="1071"/>
              <a:ext cx="2250" cy="1409"/>
            </a:xfrm>
            <a:custGeom>
              <a:avLst/>
              <a:gdLst>
                <a:gd name="T0" fmla="*/ 0 w 2250"/>
                <a:gd name="T1" fmla="*/ 624 h 1409"/>
                <a:gd name="T2" fmla="*/ 219 w 2250"/>
                <a:gd name="T3" fmla="*/ 321 h 1409"/>
                <a:gd name="T4" fmla="*/ 529 w 2250"/>
                <a:gd name="T5" fmla="*/ 35 h 1409"/>
                <a:gd name="T6" fmla="*/ 1551 w 2250"/>
                <a:gd name="T7" fmla="*/ 111 h 1409"/>
                <a:gd name="T8" fmla="*/ 1968 w 2250"/>
                <a:gd name="T9" fmla="*/ 483 h 1409"/>
                <a:gd name="T10" fmla="*/ 2199 w 2250"/>
                <a:gd name="T11" fmla="*/ 906 h 1409"/>
                <a:gd name="T12" fmla="*/ 1659 w 2250"/>
                <a:gd name="T13" fmla="*/ 1314 h 1409"/>
                <a:gd name="T14" fmla="*/ 993 w 2250"/>
                <a:gd name="T15" fmla="*/ 1386 h 1409"/>
                <a:gd name="T16" fmla="*/ 465 w 2250"/>
                <a:gd name="T17" fmla="*/ 1356 h 1409"/>
                <a:gd name="T18" fmla="*/ 102 w 2250"/>
                <a:gd name="T19" fmla="*/ 1068 h 1409"/>
                <a:gd name="T20" fmla="*/ 0 w 2250"/>
                <a:gd name="T21" fmla="*/ 624 h 1409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2250"/>
                <a:gd name="T34" fmla="*/ 0 h 1409"/>
                <a:gd name="T35" fmla="*/ 2250 w 2250"/>
                <a:gd name="T36" fmla="*/ 1409 h 1409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2250" h="1409">
                  <a:moveTo>
                    <a:pt x="0" y="624"/>
                  </a:moveTo>
                  <a:cubicBezTo>
                    <a:pt x="5" y="506"/>
                    <a:pt x="131" y="419"/>
                    <a:pt x="219" y="321"/>
                  </a:cubicBezTo>
                  <a:cubicBezTo>
                    <a:pt x="307" y="223"/>
                    <a:pt x="307" y="70"/>
                    <a:pt x="529" y="35"/>
                  </a:cubicBezTo>
                  <a:cubicBezTo>
                    <a:pt x="751" y="0"/>
                    <a:pt x="1311" y="36"/>
                    <a:pt x="1551" y="111"/>
                  </a:cubicBezTo>
                  <a:cubicBezTo>
                    <a:pt x="1791" y="186"/>
                    <a:pt x="1860" y="351"/>
                    <a:pt x="1968" y="483"/>
                  </a:cubicBezTo>
                  <a:cubicBezTo>
                    <a:pt x="2076" y="615"/>
                    <a:pt x="2250" y="767"/>
                    <a:pt x="2199" y="906"/>
                  </a:cubicBezTo>
                  <a:cubicBezTo>
                    <a:pt x="2148" y="1045"/>
                    <a:pt x="1860" y="1234"/>
                    <a:pt x="1659" y="1314"/>
                  </a:cubicBezTo>
                  <a:cubicBezTo>
                    <a:pt x="1458" y="1394"/>
                    <a:pt x="1192" y="1379"/>
                    <a:pt x="993" y="1386"/>
                  </a:cubicBezTo>
                  <a:cubicBezTo>
                    <a:pt x="794" y="1393"/>
                    <a:pt x="613" y="1409"/>
                    <a:pt x="465" y="1356"/>
                  </a:cubicBezTo>
                  <a:cubicBezTo>
                    <a:pt x="317" y="1303"/>
                    <a:pt x="180" y="1190"/>
                    <a:pt x="102" y="1068"/>
                  </a:cubicBezTo>
                  <a:cubicBezTo>
                    <a:pt x="24" y="946"/>
                    <a:pt x="21" y="716"/>
                    <a:pt x="0" y="624"/>
                  </a:cubicBezTo>
                  <a:close/>
                </a:path>
              </a:pathLst>
            </a:custGeom>
            <a:solidFill>
              <a:srgbClr val="99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6" name="Freeform 18">
              <a:extLst>
                <a:ext uri="{FF2B5EF4-FFF2-40B4-BE49-F238E27FC236}">
                  <a16:creationId xmlns:a16="http://schemas.microsoft.com/office/drawing/2014/main" id="{C8954E27-100C-4D41-A56F-BCB6753BCB9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8" y="1620"/>
              <a:ext cx="342" cy="186"/>
            </a:xfrm>
            <a:custGeom>
              <a:avLst/>
              <a:gdLst>
                <a:gd name="T0" fmla="*/ 0 w 342"/>
                <a:gd name="T1" fmla="*/ 186 h 186"/>
                <a:gd name="T2" fmla="*/ 342 w 342"/>
                <a:gd name="T3" fmla="*/ 0 h 186"/>
                <a:gd name="T4" fmla="*/ 0 60000 65536"/>
                <a:gd name="T5" fmla="*/ 0 60000 65536"/>
                <a:gd name="T6" fmla="*/ 0 w 342"/>
                <a:gd name="T7" fmla="*/ 0 h 186"/>
                <a:gd name="T8" fmla="*/ 342 w 342"/>
                <a:gd name="T9" fmla="*/ 186 h 18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42" h="186">
                  <a:moveTo>
                    <a:pt x="0" y="186"/>
                  </a:moveTo>
                  <a:lnTo>
                    <a:pt x="342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7" name="Oval 19">
              <a:extLst>
                <a:ext uri="{FF2B5EF4-FFF2-40B4-BE49-F238E27FC236}">
                  <a16:creationId xmlns:a16="http://schemas.microsoft.com/office/drawing/2014/main" id="{87212AFA-101E-4722-95CE-AF2EEB0D85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62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8" name="Line 20">
              <a:extLst>
                <a:ext uri="{FF2B5EF4-FFF2-40B4-BE49-F238E27FC236}">
                  <a16:creationId xmlns:a16="http://schemas.microsoft.com/office/drawing/2014/main" id="{7A8611B4-1E88-42B7-862D-42D7E6DBD5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38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49" name="Line 21">
              <a:extLst>
                <a:ext uri="{FF2B5EF4-FFF2-40B4-BE49-F238E27FC236}">
                  <a16:creationId xmlns:a16="http://schemas.microsoft.com/office/drawing/2014/main" id="{340036D1-03B7-4799-A677-6ABB755DEA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551" y="1855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0" name="Rectangle 22">
              <a:extLst>
                <a:ext uri="{FF2B5EF4-FFF2-40B4-BE49-F238E27FC236}">
                  <a16:creationId xmlns:a16="http://schemas.microsoft.com/office/drawing/2014/main" id="{4081B7D4-4ED1-421C-9729-755381947B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8" y="1855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1" name="Oval 23">
              <a:extLst>
                <a:ext uri="{FF2B5EF4-FFF2-40B4-BE49-F238E27FC236}">
                  <a16:creationId xmlns:a16="http://schemas.microsoft.com/office/drawing/2014/main" id="{42ABE724-ED14-47B4-8DC0-D1B8C99CC0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35" y="1796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2" name="Oval 24">
              <a:extLst>
                <a:ext uri="{FF2B5EF4-FFF2-40B4-BE49-F238E27FC236}">
                  <a16:creationId xmlns:a16="http://schemas.microsoft.com/office/drawing/2014/main" id="{1FC3B65C-E22F-465A-AF5E-63CD0B59C8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3" name="Line 25">
              <a:extLst>
                <a:ext uri="{FF2B5EF4-FFF2-40B4-BE49-F238E27FC236}">
                  <a16:creationId xmlns:a16="http://schemas.microsoft.com/office/drawing/2014/main" id="{0135EEBC-03A7-476C-AE12-DCCE0A002F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12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4" name="Line 26">
              <a:extLst>
                <a:ext uri="{FF2B5EF4-FFF2-40B4-BE49-F238E27FC236}">
                  <a16:creationId xmlns:a16="http://schemas.microsoft.com/office/drawing/2014/main" id="{5019E5DA-147F-4DA1-A958-3E6E84C0A9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5" y="224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5" name="Rectangle 27">
              <a:extLst>
                <a:ext uri="{FF2B5EF4-FFF2-40B4-BE49-F238E27FC236}">
                  <a16:creationId xmlns:a16="http://schemas.microsoft.com/office/drawing/2014/main" id="{90137158-2E1D-44E6-A0F4-A4C8E0549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12" y="224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6" name="Oval 28">
              <a:extLst>
                <a:ext uri="{FF2B5EF4-FFF2-40B4-BE49-F238E27FC236}">
                  <a16:creationId xmlns:a16="http://schemas.microsoft.com/office/drawing/2014/main" id="{7EC4A02C-6BDE-4357-95FF-ECD0FAF2A4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9" y="218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7" name="Oval 29">
              <a:extLst>
                <a:ext uri="{FF2B5EF4-FFF2-40B4-BE49-F238E27FC236}">
                  <a16:creationId xmlns:a16="http://schemas.microsoft.com/office/drawing/2014/main" id="{4BABEE15-E9B9-4ABF-914E-2B42AE34BC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9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8" name="Line 30">
              <a:extLst>
                <a:ext uri="{FF2B5EF4-FFF2-40B4-BE49-F238E27FC236}">
                  <a16:creationId xmlns:a16="http://schemas.microsoft.com/office/drawing/2014/main" id="{4B22E071-DC8A-489D-8B44-4C49B10162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08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59" name="Line 31">
              <a:extLst>
                <a:ext uri="{FF2B5EF4-FFF2-40B4-BE49-F238E27FC236}">
                  <a16:creationId xmlns:a16="http://schemas.microsoft.com/office/drawing/2014/main" id="{F1A74F03-F001-4518-9D5F-FC9A80C548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21" y="1552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0" name="Rectangle 32">
              <a:extLst>
                <a:ext uri="{FF2B5EF4-FFF2-40B4-BE49-F238E27FC236}">
                  <a16:creationId xmlns:a16="http://schemas.microsoft.com/office/drawing/2014/main" id="{99CD3F29-B482-4E4E-9E05-9917B49B75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8" y="1552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1" name="Oval 33">
              <a:extLst>
                <a:ext uri="{FF2B5EF4-FFF2-40B4-BE49-F238E27FC236}">
                  <a16:creationId xmlns:a16="http://schemas.microsoft.com/office/drawing/2014/main" id="{567EABF5-AF47-40C1-8003-8C9FDADD4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5" y="1493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2" name="Oval 34">
              <a:extLst>
                <a:ext uri="{FF2B5EF4-FFF2-40B4-BE49-F238E27FC236}">
                  <a16:creationId xmlns:a16="http://schemas.microsoft.com/office/drawing/2014/main" id="{15BFD3DC-6DDA-426E-904B-C0C12F0A55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55"/>
              <a:ext cx="312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3" name="Line 35">
              <a:extLst>
                <a:ext uri="{FF2B5EF4-FFF2-40B4-BE49-F238E27FC236}">
                  <a16:creationId xmlns:a16="http://schemas.microsoft.com/office/drawing/2014/main" id="{6B57B0A8-01A9-46D5-8976-5E580B894D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91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4" name="Line 36">
              <a:extLst>
                <a:ext uri="{FF2B5EF4-FFF2-40B4-BE49-F238E27FC236}">
                  <a16:creationId xmlns:a16="http://schemas.microsoft.com/office/drawing/2014/main" id="{0167F6BD-D28F-4ECA-BD8A-CF4D72FDC6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03" y="154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5" name="Rectangle 37">
              <a:extLst>
                <a:ext uri="{FF2B5EF4-FFF2-40B4-BE49-F238E27FC236}">
                  <a16:creationId xmlns:a16="http://schemas.microsoft.com/office/drawing/2014/main" id="{2E1C8417-11EE-4551-9BE1-9E4BDF28E2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1" y="1548"/>
              <a:ext cx="309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6" name="Oval 38">
              <a:extLst>
                <a:ext uri="{FF2B5EF4-FFF2-40B4-BE49-F238E27FC236}">
                  <a16:creationId xmlns:a16="http://schemas.microsoft.com/office/drawing/2014/main" id="{2E1801BD-2F55-410A-9C6E-3306F8957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4" y="1492"/>
              <a:ext cx="312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7" name="Oval 39">
              <a:extLst>
                <a:ext uri="{FF2B5EF4-FFF2-40B4-BE49-F238E27FC236}">
                  <a16:creationId xmlns:a16="http://schemas.microsoft.com/office/drawing/2014/main" id="{981BF852-3507-4023-AB6A-DF00399201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46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8" name="Line 40">
              <a:extLst>
                <a:ext uri="{FF2B5EF4-FFF2-40B4-BE49-F238E27FC236}">
                  <a16:creationId xmlns:a16="http://schemas.microsoft.com/office/drawing/2014/main" id="{77C8CF24-46E8-4B7F-8723-6AC1FCB566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01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69" name="Line 41">
              <a:extLst>
                <a:ext uri="{FF2B5EF4-FFF2-40B4-BE49-F238E27FC236}">
                  <a16:creationId xmlns:a16="http://schemas.microsoft.com/office/drawing/2014/main" id="{64DE3D1F-0332-4477-8194-5D47045F38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4" y="2239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0" name="Rectangle 42">
              <a:extLst>
                <a:ext uri="{FF2B5EF4-FFF2-40B4-BE49-F238E27FC236}">
                  <a16:creationId xmlns:a16="http://schemas.microsoft.com/office/drawing/2014/main" id="{C69AF985-BAFA-4A44-B21F-BEB5863A98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1" y="2239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1" name="Oval 43">
              <a:extLst>
                <a:ext uri="{FF2B5EF4-FFF2-40B4-BE49-F238E27FC236}">
                  <a16:creationId xmlns:a16="http://schemas.microsoft.com/office/drawing/2014/main" id="{08DB9D03-7844-4EC4-8A7C-A51830610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98" y="2180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2" name="Oval 44">
              <a:extLst>
                <a:ext uri="{FF2B5EF4-FFF2-40B4-BE49-F238E27FC236}">
                  <a16:creationId xmlns:a16="http://schemas.microsoft.com/office/drawing/2014/main" id="{E7B3BF2F-CABA-441E-A972-0ECC263A99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905"/>
              <a:ext cx="313" cy="81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3" name="Line 45">
              <a:extLst>
                <a:ext uri="{FF2B5EF4-FFF2-40B4-BE49-F238E27FC236}">
                  <a16:creationId xmlns:a16="http://schemas.microsoft.com/office/drawing/2014/main" id="{16A41438-923D-4615-8893-7D21880502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66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4" name="Line 46">
              <a:extLst>
                <a:ext uri="{FF2B5EF4-FFF2-40B4-BE49-F238E27FC236}">
                  <a16:creationId xmlns:a16="http://schemas.microsoft.com/office/drawing/2014/main" id="{6E5E0E40-297C-43A0-A435-1FA15C322A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79" y="1898"/>
              <a:ext cx="0" cy="50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5" name="Rectangle 47">
              <a:extLst>
                <a:ext uri="{FF2B5EF4-FFF2-40B4-BE49-F238E27FC236}">
                  <a16:creationId xmlns:a16="http://schemas.microsoft.com/office/drawing/2014/main" id="{7A19E085-030F-47B1-BE9F-0554466F5A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6" y="1898"/>
              <a:ext cx="310" cy="49"/>
            </a:xfrm>
            <a:prstGeom prst="rect">
              <a:avLst/>
            </a:prstGeom>
            <a:solidFill>
              <a:srgbClr val="CCCC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6" name="Oval 48">
              <a:extLst>
                <a:ext uri="{FF2B5EF4-FFF2-40B4-BE49-F238E27FC236}">
                  <a16:creationId xmlns:a16="http://schemas.microsoft.com/office/drawing/2014/main" id="{BC4BAB67-DAA1-4A63-B128-9C2228BBA4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63" y="1839"/>
              <a:ext cx="313" cy="95"/>
            </a:xfrm>
            <a:prstGeom prst="ellipse">
              <a:avLst/>
            </a:prstGeom>
            <a:solidFill>
              <a:srgbClr val="CCCCFF"/>
            </a:solidFill>
            <a:ln w="12700">
              <a:solidFill>
                <a:srgbClr val="000000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zh-TW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7" name="Freeform 49">
              <a:extLst>
                <a:ext uri="{FF2B5EF4-FFF2-40B4-BE49-F238E27FC236}">
                  <a16:creationId xmlns:a16="http://schemas.microsoft.com/office/drawing/2014/main" id="{D0862921-6DFF-4C42-B042-1FC97B8B16FE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7" y="1647"/>
              <a:ext cx="1" cy="522"/>
            </a:xfrm>
            <a:custGeom>
              <a:avLst/>
              <a:gdLst>
                <a:gd name="T0" fmla="*/ 0 w 1"/>
                <a:gd name="T1" fmla="*/ 0 h 522"/>
                <a:gd name="T2" fmla="*/ 0 w 1"/>
                <a:gd name="T3" fmla="*/ 522 h 522"/>
                <a:gd name="T4" fmla="*/ 0 60000 65536"/>
                <a:gd name="T5" fmla="*/ 0 60000 65536"/>
                <a:gd name="T6" fmla="*/ 0 w 1"/>
                <a:gd name="T7" fmla="*/ 0 h 522"/>
                <a:gd name="T8" fmla="*/ 1 w 1"/>
                <a:gd name="T9" fmla="*/ 522 h 522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22">
                  <a:moveTo>
                    <a:pt x="0" y="0"/>
                  </a:moveTo>
                  <a:lnTo>
                    <a:pt x="0" y="522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8" name="Freeform 50">
              <a:extLst>
                <a:ext uri="{FF2B5EF4-FFF2-40B4-BE49-F238E27FC236}">
                  <a16:creationId xmlns:a16="http://schemas.microsoft.com/office/drawing/2014/main" id="{1A8ECC68-4ADB-4B1D-A622-8FA5012E6848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4" y="1653"/>
              <a:ext cx="1" cy="537"/>
            </a:xfrm>
            <a:custGeom>
              <a:avLst/>
              <a:gdLst>
                <a:gd name="T0" fmla="*/ 0 w 1"/>
                <a:gd name="T1" fmla="*/ 0 h 537"/>
                <a:gd name="T2" fmla="*/ 0 w 1"/>
                <a:gd name="T3" fmla="*/ 537 h 537"/>
                <a:gd name="T4" fmla="*/ 0 60000 65536"/>
                <a:gd name="T5" fmla="*/ 0 60000 65536"/>
                <a:gd name="T6" fmla="*/ 0 w 1"/>
                <a:gd name="T7" fmla="*/ 0 h 537"/>
                <a:gd name="T8" fmla="*/ 1 w 1"/>
                <a:gd name="T9" fmla="*/ 537 h 53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537">
                  <a:moveTo>
                    <a:pt x="0" y="0"/>
                  </a:moveTo>
                  <a:lnTo>
                    <a:pt x="0" y="537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79" name="Freeform 51">
              <a:extLst>
                <a:ext uri="{FF2B5EF4-FFF2-40B4-BE49-F238E27FC236}">
                  <a16:creationId xmlns:a16="http://schemas.microsoft.com/office/drawing/2014/main" id="{EA1A4837-D684-4CB2-B7EB-B27A4DDA2994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638"/>
              <a:ext cx="504" cy="600"/>
            </a:xfrm>
            <a:custGeom>
              <a:avLst/>
              <a:gdLst>
                <a:gd name="T0" fmla="*/ 0 w 378"/>
                <a:gd name="T1" fmla="*/ 2147483646 h 174"/>
                <a:gd name="T2" fmla="*/ 11894263 w 378"/>
                <a:gd name="T3" fmla="*/ 0 h 174"/>
                <a:gd name="T4" fmla="*/ 0 60000 65536"/>
                <a:gd name="T5" fmla="*/ 0 60000 65536"/>
                <a:gd name="T6" fmla="*/ 0 w 378"/>
                <a:gd name="T7" fmla="*/ 0 h 174"/>
                <a:gd name="T8" fmla="*/ 378 w 378"/>
                <a:gd name="T9" fmla="*/ 174 h 17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78" h="174">
                  <a:moveTo>
                    <a:pt x="0" y="174"/>
                  </a:moveTo>
                  <a:lnTo>
                    <a:pt x="378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0" name="Freeform 52">
              <a:extLst>
                <a:ext uri="{FF2B5EF4-FFF2-40B4-BE49-F238E27FC236}">
                  <a16:creationId xmlns:a16="http://schemas.microsoft.com/office/drawing/2014/main" id="{7D94511F-5F74-423F-BD52-53B30683F598}"/>
                </a:ext>
              </a:extLst>
            </p:cNvPr>
            <p:cNvSpPr>
              <a:spLocks/>
            </p:cNvSpPr>
            <p:nvPr/>
          </p:nvSpPr>
          <p:spPr bwMode="auto">
            <a:xfrm>
              <a:off x="4716" y="1986"/>
              <a:ext cx="366" cy="270"/>
            </a:xfrm>
            <a:custGeom>
              <a:avLst/>
              <a:gdLst>
                <a:gd name="T0" fmla="*/ 0 w 366"/>
                <a:gd name="T1" fmla="*/ 270 h 270"/>
                <a:gd name="T2" fmla="*/ 366 w 366"/>
                <a:gd name="T3" fmla="*/ 0 h 270"/>
                <a:gd name="T4" fmla="*/ 0 60000 65536"/>
                <a:gd name="T5" fmla="*/ 0 60000 65536"/>
                <a:gd name="T6" fmla="*/ 0 w 366"/>
                <a:gd name="T7" fmla="*/ 0 h 270"/>
                <a:gd name="T8" fmla="*/ 366 w 366"/>
                <a:gd name="T9" fmla="*/ 270 h 27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270">
                  <a:moveTo>
                    <a:pt x="0" y="270"/>
                  </a:moveTo>
                  <a:lnTo>
                    <a:pt x="366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1" name="Freeform 53">
              <a:extLst>
                <a:ext uri="{FF2B5EF4-FFF2-40B4-BE49-F238E27FC236}">
                  <a16:creationId xmlns:a16="http://schemas.microsoft.com/office/drawing/2014/main" id="{306A8A12-E9C9-440F-823D-6DA382073E9E}"/>
                </a:ext>
              </a:extLst>
            </p:cNvPr>
            <p:cNvSpPr>
              <a:spLocks/>
            </p:cNvSpPr>
            <p:nvPr/>
          </p:nvSpPr>
          <p:spPr bwMode="auto">
            <a:xfrm>
              <a:off x="4035" y="226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2" name="Freeform 54">
              <a:extLst>
                <a:ext uri="{FF2B5EF4-FFF2-40B4-BE49-F238E27FC236}">
                  <a16:creationId xmlns:a16="http://schemas.microsoft.com/office/drawing/2014/main" id="{06D747B1-36B2-4670-96A1-795B24DA3EE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4" y="1944"/>
              <a:ext cx="276" cy="264"/>
            </a:xfrm>
            <a:custGeom>
              <a:avLst/>
              <a:gdLst>
                <a:gd name="T0" fmla="*/ 276 w 276"/>
                <a:gd name="T1" fmla="*/ 264 h 264"/>
                <a:gd name="T2" fmla="*/ 0 w 276"/>
                <a:gd name="T3" fmla="*/ 0 h 264"/>
                <a:gd name="T4" fmla="*/ 0 60000 65536"/>
                <a:gd name="T5" fmla="*/ 0 60000 65536"/>
                <a:gd name="T6" fmla="*/ 0 w 276"/>
                <a:gd name="T7" fmla="*/ 0 h 264"/>
                <a:gd name="T8" fmla="*/ 276 w 276"/>
                <a:gd name="T9" fmla="*/ 264 h 264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276" h="264">
                  <a:moveTo>
                    <a:pt x="276" y="264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3" name="Freeform 55">
              <a:extLst>
                <a:ext uri="{FF2B5EF4-FFF2-40B4-BE49-F238E27FC236}">
                  <a16:creationId xmlns:a16="http://schemas.microsoft.com/office/drawing/2014/main" id="{B547893B-C9A9-4A21-B5D9-8DB5101ABC1B}"/>
                </a:ext>
              </a:extLst>
            </p:cNvPr>
            <p:cNvSpPr>
              <a:spLocks/>
            </p:cNvSpPr>
            <p:nvPr/>
          </p:nvSpPr>
          <p:spPr bwMode="auto">
            <a:xfrm>
              <a:off x="4029" y="1578"/>
              <a:ext cx="366" cy="1"/>
            </a:xfrm>
            <a:custGeom>
              <a:avLst/>
              <a:gdLst>
                <a:gd name="T0" fmla="*/ 366 w 366"/>
                <a:gd name="T1" fmla="*/ 0 h 1"/>
                <a:gd name="T2" fmla="*/ 0 w 366"/>
                <a:gd name="T3" fmla="*/ 0 h 1"/>
                <a:gd name="T4" fmla="*/ 0 60000 65536"/>
                <a:gd name="T5" fmla="*/ 0 60000 65536"/>
                <a:gd name="T6" fmla="*/ 0 w 366"/>
                <a:gd name="T7" fmla="*/ 0 h 1"/>
                <a:gd name="T8" fmla="*/ 366 w 36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66" h="1">
                  <a:moveTo>
                    <a:pt x="366" y="0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4" name="Freeform 56">
              <a:extLst>
                <a:ext uri="{FF2B5EF4-FFF2-40B4-BE49-F238E27FC236}">
                  <a16:creationId xmlns:a16="http://schemas.microsoft.com/office/drawing/2014/main" id="{610CFF28-7064-4167-8D9C-B945CE149E4F}"/>
                </a:ext>
              </a:extLst>
            </p:cNvPr>
            <p:cNvSpPr>
              <a:spLocks/>
            </p:cNvSpPr>
            <p:nvPr/>
          </p:nvSpPr>
          <p:spPr bwMode="auto">
            <a:xfrm>
              <a:off x="4704" y="1575"/>
              <a:ext cx="396" cy="267"/>
            </a:xfrm>
            <a:custGeom>
              <a:avLst/>
              <a:gdLst>
                <a:gd name="T0" fmla="*/ 396 w 396"/>
                <a:gd name="T1" fmla="*/ 267 h 267"/>
                <a:gd name="T2" fmla="*/ 0 w 396"/>
                <a:gd name="T3" fmla="*/ 0 h 267"/>
                <a:gd name="T4" fmla="*/ 0 60000 65536"/>
                <a:gd name="T5" fmla="*/ 0 60000 65536"/>
                <a:gd name="T6" fmla="*/ 0 w 396"/>
                <a:gd name="T7" fmla="*/ 0 h 267"/>
                <a:gd name="T8" fmla="*/ 396 w 396"/>
                <a:gd name="T9" fmla="*/ 267 h 26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396" h="267">
                  <a:moveTo>
                    <a:pt x="396" y="267"/>
                  </a:moveTo>
                  <a:lnTo>
                    <a:pt x="0" y="0"/>
                  </a:ln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85" name="Freeform 57">
              <a:extLst>
                <a:ext uri="{FF2B5EF4-FFF2-40B4-BE49-F238E27FC236}">
                  <a16:creationId xmlns:a16="http://schemas.microsoft.com/office/drawing/2014/main" id="{AF9018A2-3EEB-48C8-9EB3-736906FB7B1A}"/>
                </a:ext>
              </a:extLst>
            </p:cNvPr>
            <p:cNvSpPr>
              <a:spLocks/>
            </p:cNvSpPr>
            <p:nvPr/>
          </p:nvSpPr>
          <p:spPr bwMode="auto">
            <a:xfrm>
              <a:off x="3387" y="1146"/>
              <a:ext cx="1110" cy="645"/>
            </a:xfrm>
            <a:custGeom>
              <a:avLst/>
              <a:gdLst>
                <a:gd name="T0" fmla="*/ 1110 w 1110"/>
                <a:gd name="T1" fmla="*/ 342 h 645"/>
                <a:gd name="T2" fmla="*/ 0 w 1110"/>
                <a:gd name="T3" fmla="*/ 645 h 645"/>
                <a:gd name="T4" fmla="*/ 0 60000 65536"/>
                <a:gd name="T5" fmla="*/ 0 60000 65536"/>
                <a:gd name="T6" fmla="*/ 0 w 1110"/>
                <a:gd name="T7" fmla="*/ 0 h 645"/>
                <a:gd name="T8" fmla="*/ 1110 w 1110"/>
                <a:gd name="T9" fmla="*/ 645 h 645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10" h="645">
                  <a:moveTo>
                    <a:pt x="1110" y="342"/>
                  </a:moveTo>
                  <a:cubicBezTo>
                    <a:pt x="1104" y="0"/>
                    <a:pt x="21" y="63"/>
                    <a:pt x="0" y="645"/>
                  </a:cubicBezTo>
                </a:path>
              </a:pathLst>
            </a:cu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pPr marL="0" marR="0" lvl="0" indent="0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HK" alt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grpSp>
          <p:nvGrpSpPr>
            <p:cNvPr id="186" name="Group 58">
              <a:extLst>
                <a:ext uri="{FF2B5EF4-FFF2-40B4-BE49-F238E27FC236}">
                  <a16:creationId xmlns:a16="http://schemas.microsoft.com/office/drawing/2014/main" id="{DFC0D49D-5BAB-4F57-8604-BB4D5CADC21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7" y="1744"/>
              <a:ext cx="205" cy="250"/>
              <a:chOff x="2954" y="2425"/>
              <a:chExt cx="208" cy="250"/>
            </a:xfrm>
          </p:grpSpPr>
          <p:sp>
            <p:nvSpPr>
              <p:cNvPr id="212" name="Rectangle 59">
                <a:extLst>
                  <a:ext uri="{FF2B5EF4-FFF2-40B4-BE49-F238E27FC236}">
                    <a16:creationId xmlns:a16="http://schemas.microsoft.com/office/drawing/2014/main" id="{14CFB471-5CF0-4BE1-81D4-1383F765BD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13" name="Text Box 60">
                <a:extLst>
                  <a:ext uri="{FF2B5EF4-FFF2-40B4-BE49-F238E27FC236}">
                    <a16:creationId xmlns:a16="http://schemas.microsoft.com/office/drawing/2014/main" id="{6DC1DEB9-441E-4101-9529-E003EFAB60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4" y="2425"/>
                <a:ext cx="208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u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87" name="Group 61">
              <a:extLst>
                <a:ext uri="{FF2B5EF4-FFF2-40B4-BE49-F238E27FC236}">
                  <a16:creationId xmlns:a16="http://schemas.microsoft.com/office/drawing/2014/main" id="{3EA9A2D4-42C5-41DE-9574-C15753E584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61" y="2128"/>
              <a:ext cx="196" cy="250"/>
              <a:chOff x="2958" y="2425"/>
              <a:chExt cx="199" cy="250"/>
            </a:xfrm>
          </p:grpSpPr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25A313B5-BB6D-438F-8D5E-2B30B9FFD6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11" name="Text Box 63">
                <a:extLst>
                  <a:ext uri="{FF2B5EF4-FFF2-40B4-BE49-F238E27FC236}">
                    <a16:creationId xmlns:a16="http://schemas.microsoft.com/office/drawing/2014/main" id="{56691609-481C-4B3D-846A-1A18C7A4436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y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88" name="Group 64">
              <a:extLst>
                <a:ext uri="{FF2B5EF4-FFF2-40B4-BE49-F238E27FC236}">
                  <a16:creationId xmlns:a16="http://schemas.microsoft.com/office/drawing/2014/main" id="{2D65820E-3566-4DC8-BD21-9D019C77837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2" y="2095"/>
              <a:ext cx="212" cy="288"/>
              <a:chOff x="2951" y="2395"/>
              <a:chExt cx="213" cy="288"/>
            </a:xfrm>
          </p:grpSpPr>
          <p:sp>
            <p:nvSpPr>
              <p:cNvPr id="208" name="Rectangle 65">
                <a:extLst>
                  <a:ext uri="{FF2B5EF4-FFF2-40B4-BE49-F238E27FC236}">
                    <a16:creationId xmlns:a16="http://schemas.microsoft.com/office/drawing/2014/main" id="{4E84EE86-0A29-4549-8E76-E31F12DE3B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4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9" name="Text Box 66">
                <a:extLst>
                  <a:ext uri="{FF2B5EF4-FFF2-40B4-BE49-F238E27FC236}">
                    <a16:creationId xmlns:a16="http://schemas.microsoft.com/office/drawing/2014/main" id="{F093CEAD-8B2A-4035-9FE0-E7B85FFC6BD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1" y="2395"/>
                <a:ext cx="213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x</a:t>
                </a:r>
              </a:p>
            </p:txBody>
          </p:sp>
        </p:grpSp>
        <p:grpSp>
          <p:nvGrpSpPr>
            <p:cNvPr id="189" name="Group 67">
              <a:extLst>
                <a:ext uri="{FF2B5EF4-FFF2-40B4-BE49-F238E27FC236}">
                  <a16:creationId xmlns:a16="http://schemas.microsoft.com/office/drawing/2014/main" id="{BA306673-F7F8-4730-B867-83AED6F0284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38" y="1438"/>
              <a:ext cx="232" cy="250"/>
              <a:chOff x="2941" y="2425"/>
              <a:chExt cx="235" cy="250"/>
            </a:xfrm>
          </p:grpSpPr>
          <p:sp>
            <p:nvSpPr>
              <p:cNvPr id="206" name="Rectangle 68">
                <a:extLst>
                  <a:ext uri="{FF2B5EF4-FFF2-40B4-BE49-F238E27FC236}">
                    <a16:creationId xmlns:a16="http://schemas.microsoft.com/office/drawing/2014/main" id="{DE391837-5E15-4893-8DCB-89FC135EA0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6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7" name="Text Box 69">
                <a:extLst>
                  <a:ext uri="{FF2B5EF4-FFF2-40B4-BE49-F238E27FC236}">
                    <a16:creationId xmlns:a16="http://schemas.microsoft.com/office/drawing/2014/main" id="{029B9231-71E8-4C2B-926E-1D320C61EAE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1" y="2425"/>
                <a:ext cx="235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w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90" name="Group 70">
              <a:extLst>
                <a:ext uri="{FF2B5EF4-FFF2-40B4-BE49-F238E27FC236}">
                  <a16:creationId xmlns:a16="http://schemas.microsoft.com/office/drawing/2014/main" id="{977F015D-FEDE-4011-A1FC-57444704199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71" y="1438"/>
              <a:ext cx="196" cy="250"/>
              <a:chOff x="2958" y="2425"/>
              <a:chExt cx="199" cy="250"/>
            </a:xfrm>
          </p:grpSpPr>
          <p:sp>
            <p:nvSpPr>
              <p:cNvPr id="204" name="Rectangle 71">
                <a:extLst>
                  <a:ext uri="{FF2B5EF4-FFF2-40B4-BE49-F238E27FC236}">
                    <a16:creationId xmlns:a16="http://schemas.microsoft.com/office/drawing/2014/main" id="{8192BA4B-40DB-4C78-9432-90DFBF3E41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5" name="Text Box 72">
                <a:extLst>
                  <a:ext uri="{FF2B5EF4-FFF2-40B4-BE49-F238E27FC236}">
                    <a16:creationId xmlns:a16="http://schemas.microsoft.com/office/drawing/2014/main" id="{3FC08F0A-E729-443E-9A3E-3ABB41116AF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58" y="2425"/>
                <a:ext cx="199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0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v</a:t>
                </a:r>
                <a:endParaRPr kumimoji="0" lang="en-US" altLang="zh-TW" sz="2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</p:grpSp>
        <p:grpSp>
          <p:nvGrpSpPr>
            <p:cNvPr id="191" name="Group 73">
              <a:extLst>
                <a:ext uri="{FF2B5EF4-FFF2-40B4-BE49-F238E27FC236}">
                  <a16:creationId xmlns:a16="http://schemas.microsoft.com/office/drawing/2014/main" id="{A0DC1301-78D7-42DC-B271-B2ED847C4C4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25" y="1756"/>
              <a:ext cx="212" cy="288"/>
              <a:chOff x="2949" y="2395"/>
              <a:chExt cx="214" cy="288"/>
            </a:xfrm>
          </p:grpSpPr>
          <p:sp>
            <p:nvSpPr>
              <p:cNvPr id="202" name="Rectangle 74">
                <a:extLst>
                  <a:ext uri="{FF2B5EF4-FFF2-40B4-BE49-F238E27FC236}">
                    <a16:creationId xmlns:a16="http://schemas.microsoft.com/office/drawing/2014/main" id="{F4B0E297-FCDD-4F2A-B768-F635C47BF1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82" y="2490"/>
                <a:ext cx="142" cy="132"/>
              </a:xfrm>
              <a:prstGeom prst="rect">
                <a:avLst/>
              </a:prstGeom>
              <a:solidFill>
                <a:srgbClr val="CCCC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endParaRPr>
              </a:p>
            </p:txBody>
          </p:sp>
          <p:sp>
            <p:nvSpPr>
              <p:cNvPr id="203" name="Text Box 75">
                <a:extLst>
                  <a:ext uri="{FF2B5EF4-FFF2-40B4-BE49-F238E27FC236}">
                    <a16:creationId xmlns:a16="http://schemas.microsoft.com/office/drawing/2014/main" id="{52B1E4E4-342A-40BD-94A4-3D86024B7B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49" y="2395"/>
                <a:ext cx="214" cy="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SzPct val="65000"/>
                  <a:buFont typeface="Wingdings" panose="05000000000000000000" pitchFamily="2" charset="2"/>
                  <a:buChar char="v"/>
                  <a:defRPr sz="28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lnSpc>
                    <a:spcPct val="85000"/>
                  </a:lnSpc>
                  <a:spcBef>
                    <a:spcPct val="20000"/>
                  </a:spcBef>
                  <a:buClr>
                    <a:srgbClr val="000099"/>
                  </a:buClr>
                  <a:buFont typeface="Wingdings" panose="05000000000000000000" pitchFamily="2" charset="2"/>
                  <a:buChar char="§"/>
                  <a:defRPr sz="2400">
                    <a:solidFill>
                      <a:schemeClr val="tx1"/>
                    </a:solidFill>
                    <a:latin typeface="Gill Sans MT" panose="020B0502020104020203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anose="030F0702030302020204" pitchFamily="66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Times New Roman" panose="02020603050405020304" pitchFamily="18" charset="0"/>
                    <a:ea typeface="ＭＳ Ｐゴシック" panose="020B0600070205080204" pitchFamily="34" charset="-128"/>
                  </a:defRPr>
                </a:lvl9pPr>
              </a:lstStyle>
              <a:p>
                <a:pPr marL="0" marR="0" lvl="0" indent="0" algn="ctr" defTabSz="91440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24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 pitchFamily="34" charset="0"/>
                    <a:ea typeface="ＭＳ Ｐゴシック" panose="020B0600070205080204" pitchFamily="34" charset="-128"/>
                  </a:rPr>
                  <a:t>z</a:t>
                </a:r>
              </a:p>
            </p:txBody>
          </p:sp>
        </p:grpSp>
        <p:sp>
          <p:nvSpPr>
            <p:cNvPr id="192" name="Text Box 76">
              <a:extLst>
                <a:ext uri="{FF2B5EF4-FFF2-40B4-BE49-F238E27FC236}">
                  <a16:creationId xmlns:a16="http://schemas.microsoft.com/office/drawing/2014/main" id="{411438D1-D32D-41FE-90C5-79C067D354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3" y="1568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3" name="Text Box 77">
              <a:extLst>
                <a:ext uri="{FF2B5EF4-FFF2-40B4-BE49-F238E27FC236}">
                  <a16:creationId xmlns:a16="http://schemas.microsoft.com/office/drawing/2014/main" id="{5176DEB8-2237-47DF-94B9-52A46F25D3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1" y="1787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4" name="Text Box 78">
              <a:extLst>
                <a:ext uri="{FF2B5EF4-FFF2-40B4-BE49-F238E27FC236}">
                  <a16:creationId xmlns:a16="http://schemas.microsoft.com/office/drawing/2014/main" id="{AF7FDA2C-105E-4966-BF59-5F8DCDDA0D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06" y="200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5" name="Text Box 79">
              <a:extLst>
                <a:ext uri="{FF2B5EF4-FFF2-40B4-BE49-F238E27FC236}">
                  <a16:creationId xmlns:a16="http://schemas.microsoft.com/office/drawing/2014/main" id="{E3355A02-1E38-44E7-9709-FE1195A55E7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25" y="1880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3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6" name="Text Box 80">
              <a:extLst>
                <a:ext uri="{FF2B5EF4-FFF2-40B4-BE49-F238E27FC236}">
                  <a16:creationId xmlns:a16="http://schemas.microsoft.com/office/drawing/2014/main" id="{8B0A3D5D-CCF0-4CAE-A3D0-AEA1E81030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2" y="2234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7" name="Text Box 81">
              <a:extLst>
                <a:ext uri="{FF2B5EF4-FFF2-40B4-BE49-F238E27FC236}">
                  <a16:creationId xmlns:a16="http://schemas.microsoft.com/office/drawing/2014/main" id="{6130F1FF-0BA1-49A7-BB71-F9FF545118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22" y="180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1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8" name="Text Box 82">
              <a:extLst>
                <a:ext uri="{FF2B5EF4-FFF2-40B4-BE49-F238E27FC236}">
                  <a16:creationId xmlns:a16="http://schemas.microsoft.com/office/drawing/2014/main" id="{7A004713-8005-43BE-B296-C5ED80843F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82" y="20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2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199" name="Text Box 83">
              <a:extLst>
                <a:ext uri="{FF2B5EF4-FFF2-40B4-BE49-F238E27FC236}">
                  <a16:creationId xmlns:a16="http://schemas.microsoft.com/office/drawing/2014/main" id="{7C849B2B-F25A-49F3-9820-F8979721B5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5" y="153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5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00" name="Text Box 84">
              <a:extLst>
                <a:ext uri="{FF2B5EF4-FFF2-40B4-BE49-F238E27FC236}">
                  <a16:creationId xmlns:a16="http://schemas.microsoft.com/office/drawing/2014/main" id="{749557F1-89EA-4BF1-963A-72189ACDA0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20" y="138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3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  <p:sp>
          <p:nvSpPr>
            <p:cNvPr id="201" name="Text Box 85">
              <a:extLst>
                <a:ext uri="{FF2B5EF4-FFF2-40B4-BE49-F238E27FC236}">
                  <a16:creationId xmlns:a16="http://schemas.microsoft.com/office/drawing/2014/main" id="{85F62C2C-7808-4A65-BCA3-8DC25F16C6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9" y="1115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SzPct val="65000"/>
                <a:buFont typeface="Wingdings" panose="05000000000000000000" pitchFamily="2" charset="2"/>
                <a:buChar char="v"/>
                <a:defRPr sz="28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lnSpc>
                  <a:spcPct val="85000"/>
                </a:lnSpc>
                <a:spcBef>
                  <a:spcPct val="20000"/>
                </a:spcBef>
                <a:buClr>
                  <a:srgbClr val="000099"/>
                </a:buClr>
                <a:buFont typeface="Wingdings" panose="05000000000000000000" pitchFamily="2" charset="2"/>
                <a:buChar char="§"/>
                <a:defRPr sz="2400">
                  <a:solidFill>
                    <a:schemeClr val="tx1"/>
                  </a:solidFill>
                  <a:latin typeface="Gill Sans MT" panose="020B0502020104020203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anose="030F0702030302020204" pitchFamily="66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ctr" defTabSz="91440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</a:rPr>
                <a:t>5</a:t>
              </a:r>
              <a:endParaRPr kumimoji="0" lang="en-US" altLang="zh-TW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</a:endParaRP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B50AC5E5-30C8-459D-8282-D45ABE834A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70" y="3080543"/>
            <a:ext cx="4181492" cy="318962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C38C693-502D-4258-960F-DEDE5B34A33E}"/>
              </a:ext>
            </a:extLst>
          </p:cNvPr>
          <p:cNvSpPr/>
          <p:nvPr/>
        </p:nvSpPr>
        <p:spPr>
          <a:xfrm>
            <a:off x="406707" y="4716942"/>
            <a:ext cx="3927087" cy="444500"/>
          </a:xfrm>
          <a:prstGeom prst="rect">
            <a:avLst/>
          </a:prstGeom>
          <a:solidFill>
            <a:schemeClr val="lt1">
              <a:alpha val="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K" dirty="0"/>
          </a:p>
        </p:txBody>
      </p:sp>
      <p:sp>
        <p:nvSpPr>
          <p:cNvPr id="75" name="Text Box 4">
            <a:extLst>
              <a:ext uri="{FF2B5EF4-FFF2-40B4-BE49-F238E27FC236}">
                <a16:creationId xmlns:a16="http://schemas.microsoft.com/office/drawing/2014/main" id="{EDC6FBE9-D018-437E-AA54-0CE4FB04D6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33795" y="724456"/>
            <a:ext cx="33374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</a:t>
            </a:r>
          </a:p>
        </p:txBody>
      </p:sp>
      <p:sp>
        <p:nvSpPr>
          <p:cNvPr id="77" name="Text Box 4">
            <a:extLst>
              <a:ext uri="{FF2B5EF4-FFF2-40B4-BE49-F238E27FC236}">
                <a16:creationId xmlns:a16="http://schemas.microsoft.com/office/drawing/2014/main" id="{657E8B9F-E298-4180-BB6C-9E1412C064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30088" y="710660"/>
            <a:ext cx="88145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2, u</a:t>
            </a:r>
          </a:p>
        </p:txBody>
      </p:sp>
      <p:sp>
        <p:nvSpPr>
          <p:cNvPr id="78" name="Text Box 4">
            <a:extLst>
              <a:ext uri="{FF2B5EF4-FFF2-40B4-BE49-F238E27FC236}">
                <a16:creationId xmlns:a16="http://schemas.microsoft.com/office/drawing/2014/main" id="{098EF2FD-CA07-4B4C-B000-889B0C1D40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5877" y="724456"/>
            <a:ext cx="88145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5, u</a:t>
            </a:r>
          </a:p>
        </p:txBody>
      </p:sp>
      <p:sp>
        <p:nvSpPr>
          <p:cNvPr id="79" name="Text Box 4">
            <a:extLst>
              <a:ext uri="{FF2B5EF4-FFF2-40B4-BE49-F238E27FC236}">
                <a16:creationId xmlns:a16="http://schemas.microsoft.com/office/drawing/2014/main" id="{DA7FBB47-1A0F-4E4C-B53F-C753F5483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5417" y="724456"/>
            <a:ext cx="88145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1, u</a:t>
            </a:r>
          </a:p>
        </p:txBody>
      </p:sp>
      <p:sp>
        <p:nvSpPr>
          <p:cNvPr id="80" name="Text Box 4">
            <a:extLst>
              <a:ext uri="{FF2B5EF4-FFF2-40B4-BE49-F238E27FC236}">
                <a16:creationId xmlns:a16="http://schemas.microsoft.com/office/drawing/2014/main" id="{9E2CC586-D2CC-4C6F-9F40-B7D1D47CC2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00778" y="724456"/>
            <a:ext cx="88145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0" algn="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Comic Sans MS" panose="030F0702030302020204" pitchFamily="66" charset="0"/>
                <a:cs typeface="Arial" panose="020B0604020202020204" pitchFamily="34" charset="0"/>
              </a:rPr>
              <a:t>∞</a:t>
            </a:r>
          </a:p>
        </p:txBody>
      </p:sp>
      <p:sp>
        <p:nvSpPr>
          <p:cNvPr id="81" name="Text Box 4">
            <a:extLst>
              <a:ext uri="{FF2B5EF4-FFF2-40B4-BE49-F238E27FC236}">
                <a16:creationId xmlns:a16="http://schemas.microsoft.com/office/drawing/2014/main" id="{8B50E7AA-A64D-43AF-BFB5-6E7845A470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67143" y="710660"/>
            <a:ext cx="41654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0" algn="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Comic Sans MS" panose="030F0702030302020204" pitchFamily="66" charset="0"/>
                <a:cs typeface="Arial" panose="020B0604020202020204" pitchFamily="34" charset="0"/>
              </a:rPr>
              <a:t>∞</a:t>
            </a:r>
          </a:p>
        </p:txBody>
      </p:sp>
      <p:sp>
        <p:nvSpPr>
          <p:cNvPr id="82" name="Text Box 4">
            <a:extLst>
              <a:ext uri="{FF2B5EF4-FFF2-40B4-BE49-F238E27FC236}">
                <a16:creationId xmlns:a16="http://schemas.microsoft.com/office/drawing/2014/main" id="{C1656586-FCBE-4DA9-A8C2-BD9C9AD858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75830" y="1056707"/>
            <a:ext cx="75021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u,x</a:t>
            </a: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83" name="Text Box 4">
            <a:extLst>
              <a:ext uri="{FF2B5EF4-FFF2-40B4-BE49-F238E27FC236}">
                <a16:creationId xmlns:a16="http://schemas.microsoft.com/office/drawing/2014/main" id="{CB111344-9F37-4734-9CEA-85463C4C0A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68" y="1056707"/>
            <a:ext cx="88010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n*=y</a:t>
            </a: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DC99B7A-4723-498F-A590-032C92DF5C50}"/>
              </a:ext>
            </a:extLst>
          </p:cNvPr>
          <p:cNvCxnSpPr/>
          <p:nvPr/>
        </p:nvCxnSpPr>
        <p:spPr>
          <a:xfrm>
            <a:off x="5275943" y="1436913"/>
            <a:ext cx="77940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95EF64D-C3E1-40C8-A0B5-FC6BCA5A194E}"/>
              </a:ext>
            </a:extLst>
          </p:cNvPr>
          <p:cNvCxnSpPr/>
          <p:nvPr/>
        </p:nvCxnSpPr>
        <p:spPr>
          <a:xfrm>
            <a:off x="6621196" y="1436913"/>
            <a:ext cx="77940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4984D22-5F57-4903-BD8C-08D1D3384953}"/>
              </a:ext>
            </a:extLst>
          </p:cNvPr>
          <p:cNvCxnSpPr/>
          <p:nvPr/>
        </p:nvCxnSpPr>
        <p:spPr>
          <a:xfrm>
            <a:off x="9470571" y="1436913"/>
            <a:ext cx="77940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1" name="Text Box 4">
            <a:extLst>
              <a:ext uri="{FF2B5EF4-FFF2-40B4-BE49-F238E27FC236}">
                <a16:creationId xmlns:a16="http://schemas.microsoft.com/office/drawing/2014/main" id="{0E4BD2A1-CF3B-47F0-8043-337191D1B3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67143" y="1048338"/>
            <a:ext cx="41654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lvl="0" algn="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defRPr/>
            </a:pPr>
            <a:r>
              <a:rPr lang="en-US" altLang="zh-TW" sz="2000" dirty="0">
                <a:solidFill>
                  <a:srgbClr val="000000"/>
                </a:solidFill>
                <a:latin typeface="Comic Sans MS" panose="030F0702030302020204" pitchFamily="66" charset="0"/>
                <a:cs typeface="Arial" panose="020B0604020202020204" pitchFamily="34" charset="0"/>
              </a:rPr>
              <a:t>∞</a:t>
            </a:r>
          </a:p>
        </p:txBody>
      </p:sp>
      <p:sp>
        <p:nvSpPr>
          <p:cNvPr id="94" name="Text Box 4">
            <a:extLst>
              <a:ext uri="{FF2B5EF4-FFF2-40B4-BE49-F238E27FC236}">
                <a16:creationId xmlns:a16="http://schemas.microsoft.com/office/drawing/2014/main" id="{34FDF36B-7204-46AA-8AC3-3EB199CE73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6554" y="1026319"/>
            <a:ext cx="124517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min{2,1+2}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31E94E-0FD9-4FA0-99D9-FA06980CC63B}"/>
              </a:ext>
            </a:extLst>
          </p:cNvPr>
          <p:cNvSpPr/>
          <p:nvPr/>
        </p:nvSpPr>
        <p:spPr>
          <a:xfrm>
            <a:off x="9902768" y="1028570"/>
            <a:ext cx="62773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, x</a:t>
            </a:r>
            <a:endParaRPr lang="en-HK" dirty="0"/>
          </a:p>
        </p:txBody>
      </p:sp>
      <p:sp>
        <p:nvSpPr>
          <p:cNvPr id="96" name="Text Box 4">
            <a:extLst>
              <a:ext uri="{FF2B5EF4-FFF2-40B4-BE49-F238E27FC236}">
                <a16:creationId xmlns:a16="http://schemas.microsoft.com/office/drawing/2014/main" id="{A729526B-812B-4871-956D-42F77B13A9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4807" y="1016587"/>
            <a:ext cx="124517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min{5,1+3}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4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BF672E0-2668-48AB-9FA4-7EBD520FF500}"/>
              </a:ext>
            </a:extLst>
          </p:cNvPr>
          <p:cNvSpPr/>
          <p:nvPr/>
        </p:nvSpPr>
        <p:spPr>
          <a:xfrm>
            <a:off x="6979798" y="1048338"/>
            <a:ext cx="4383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, x</a:t>
            </a:r>
            <a:endParaRPr lang="en-HK" dirty="0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053F691-2C1B-4C2D-9C8C-1195667D381D}"/>
              </a:ext>
            </a:extLst>
          </p:cNvPr>
          <p:cNvSpPr/>
          <p:nvPr/>
        </p:nvSpPr>
        <p:spPr>
          <a:xfrm>
            <a:off x="5636283" y="1063612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, u</a:t>
            </a:r>
            <a:endParaRPr lang="en-HK" dirty="0"/>
          </a:p>
        </p:txBody>
      </p:sp>
      <p:sp>
        <p:nvSpPr>
          <p:cNvPr id="100" name="Text Box 4">
            <a:extLst>
              <a:ext uri="{FF2B5EF4-FFF2-40B4-BE49-F238E27FC236}">
                <a16:creationId xmlns:a16="http://schemas.microsoft.com/office/drawing/2014/main" id="{A05DE6CD-FCAA-4F5A-91DE-FBE220A91F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8769" y="1032353"/>
            <a:ext cx="77940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SzPct val="65000"/>
              <a:buFont typeface="Wingdings" panose="05000000000000000000" pitchFamily="2" charset="2"/>
              <a:buChar char="v"/>
              <a:defRPr sz="28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1pPr>
            <a:lvl2pPr marL="742950" indent="-285750">
              <a:lnSpc>
                <a:spcPct val="85000"/>
              </a:lnSpc>
              <a:spcBef>
                <a:spcPct val="20000"/>
              </a:spcBef>
              <a:buClr>
                <a:srgbClr val="000099"/>
              </a:buClr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Gill Sans MT" panose="020B0502020104020203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anose="030F0702030302020204" pitchFamily="66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1+1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=2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BA4B3345-DF80-4EFE-804E-39DD1461503A}"/>
              </a:ext>
            </a:extLst>
          </p:cNvPr>
          <p:cNvSpPr/>
          <p:nvPr/>
        </p:nvSpPr>
        <p:spPr>
          <a:xfrm>
            <a:off x="9361307" y="1074494"/>
            <a:ext cx="341536" cy="317020"/>
          </a:xfrm>
          <a:prstGeom prst="ellipse">
            <a:avLst/>
          </a:prstGeom>
          <a:solidFill>
            <a:schemeClr val="lt1">
              <a:alpha val="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8468EB-03B0-47F5-BCB6-542C60590C5D}"/>
              </a:ext>
            </a:extLst>
          </p:cNvPr>
          <p:cNvSpPr/>
          <p:nvPr/>
        </p:nvSpPr>
        <p:spPr>
          <a:xfrm>
            <a:off x="4159249" y="1406356"/>
            <a:ext cx="6719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r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TW" dirty="0" err="1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u,x,y</a:t>
            </a:r>
            <a:endParaRPr lang="en-US" altLang="zh-TW" dirty="0">
              <a:solidFill>
                <a:srgbClr val="00000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236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  <p:bldP spid="97" grpId="0" animBg="1"/>
      <p:bldP spid="5" grpId="0"/>
    </p:bld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505</Words>
  <Application>Microsoft Office PowerPoint</Application>
  <PresentationFormat>寬螢幕</PresentationFormat>
  <Paragraphs>179</Paragraphs>
  <Slides>7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Calibri Light</vt:lpstr>
      <vt:lpstr>Comic Sans MS</vt:lpstr>
      <vt:lpstr>Tahoma</vt:lpstr>
      <vt:lpstr>Times New Roman</vt:lpstr>
      <vt:lpstr>Office 佈景主題</vt:lpstr>
      <vt:lpstr>Dijkstra’s algorithm</vt:lpstr>
      <vt:lpstr>Dijsktra’s Algorithm</vt:lpstr>
      <vt:lpstr>Dijsktra’s Algorithm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Dijkstra’s algorithm</dc:title>
  <dc:creator>Man Hon Cheung (IEG)</dc:creator>
  <cp:lastModifiedBy>Prof. CHEUNG Man Hon Michael</cp:lastModifiedBy>
  <cp:revision>14</cp:revision>
  <dcterms:created xsi:type="dcterms:W3CDTF">2020-11-06T00:55:02Z</dcterms:created>
  <dcterms:modified xsi:type="dcterms:W3CDTF">2025-11-14T14:19:59Z</dcterms:modified>
</cp:coreProperties>
</file>