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31" r:id="rId1"/>
  </p:sldMasterIdLst>
  <p:notesMasterIdLst>
    <p:notesMasterId r:id="rId6"/>
  </p:notesMasterIdLst>
  <p:sldIdLst>
    <p:sldId id="256" r:id="rId2"/>
    <p:sldId id="282" r:id="rId3"/>
    <p:sldId id="283" r:id="rId4"/>
    <p:sldId id="284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6545" autoAdjust="0"/>
  </p:normalViewPr>
  <p:slideViewPr>
    <p:cSldViewPr snapToGrid="0">
      <p:cViewPr varScale="1">
        <p:scale>
          <a:sx n="65" d="100"/>
          <a:sy n="65" d="100"/>
        </p:scale>
        <p:origin x="135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BB7B4A-420D-411F-9B09-47D0E51B98FF}" type="datetimeFigureOut">
              <a:rPr lang="zh-HK" altLang="en-US" smtClean="0"/>
              <a:t>29/11/2025</a:t>
            </a:fld>
            <a:endParaRPr lang="zh-HK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HK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7DB07F-1779-41BC-BD34-D238F375ED69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64403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1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5009791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HK" dirty="0"/>
              <a:t>B, D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2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9856823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HK" dirty="0"/>
          </a:p>
          <a:p>
            <a:r>
              <a:rPr lang="en-US" altLang="zh-HK" dirty="0"/>
              <a:t>A, D</a:t>
            </a:r>
          </a:p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3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7927478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HK" dirty="0"/>
              <a:t>B</a:t>
            </a:r>
          </a:p>
          <a:p>
            <a:endParaRPr lang="en-US" altLang="zh-HK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7DB07F-1779-41BC-BD34-D238F375ED69}" type="slidenum">
              <a:rPr lang="zh-HK" altLang="en-US" smtClean="0"/>
              <a:t>4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329225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zh-HK" altLang="en-US"/>
            </a:p>
          </p:txBody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48A87A34-81AB-432B-8DAE-1953F412C126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6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854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234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58614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589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420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2255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8553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868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5034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70972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6287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914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1024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7841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0241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0711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zh-HK" altLang="en-US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8A87A34-81AB-432B-8DAE-1953F412C126}" type="datetimeFigureOut">
              <a:rPr lang="en-US" smtClean="0"/>
              <a:pPr/>
              <a:t>11/29/2025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878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2FDC0F-AD5D-46F7-8FF0-065D11CDFA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br>
              <a:rPr lang="en-US" altLang="zh-HK" dirty="0"/>
            </a:br>
            <a:br>
              <a:rPr lang="en-US" altLang="zh-HK" dirty="0"/>
            </a:br>
            <a:r>
              <a:rPr lang="en-US" altLang="zh-HK" dirty="0"/>
              <a:t>CS5222 Q&amp;A </a:t>
            </a:r>
            <a:br>
              <a:rPr lang="en-US" altLang="zh-HK" dirty="0"/>
            </a:br>
            <a:r>
              <a:rPr lang="en-US" altLang="zh-HK" dirty="0"/>
              <a:t>(Chapter 6)</a:t>
            </a:r>
            <a:endParaRPr lang="zh-HK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FABD1C0-59BA-452E-9B84-1E27EFFAF2C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943050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FB3E5B-8133-569E-4827-7E9C76B4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4DE2F-6512-2343-5F9C-89011B85A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HK" altLang="zh-HK" dirty="0"/>
              <a:t>Considering the desirable characteristics of an ideal multiple access protocol below. Under a broadcast channel of rate R bps, which of the following statement(s) describe(s) the </a:t>
            </a:r>
            <a:r>
              <a:rPr lang="en-HK" altLang="zh-HK" b="1" dirty="0"/>
              <a:t>TDMA</a:t>
            </a:r>
            <a:r>
              <a:rPr lang="en-HK" altLang="zh-HK" dirty="0"/>
              <a:t> protocol with M time slots?</a:t>
            </a:r>
          </a:p>
          <a:p>
            <a:r>
              <a:rPr lang="en-US" altLang="zh-HK" dirty="0"/>
              <a:t>A) </a:t>
            </a:r>
            <a:r>
              <a:rPr lang="en-US" altLang="zh-HK" dirty="0">
                <a:ea typeface="ＭＳ Ｐゴシック" charset="0"/>
              </a:rPr>
              <a:t>When one node wants to transmit, it can send at rate R.</a:t>
            </a:r>
          </a:p>
          <a:p>
            <a:r>
              <a:rPr lang="en-US" altLang="zh-HK" dirty="0"/>
              <a:t>B) W</a:t>
            </a:r>
            <a:r>
              <a:rPr lang="en-US" altLang="zh-HK" dirty="0">
                <a:ea typeface="ＭＳ Ｐゴシック" charset="0"/>
              </a:rPr>
              <a:t>hen M nodes want to transmit, each can send at average rate R/M</a:t>
            </a:r>
          </a:p>
          <a:p>
            <a:r>
              <a:rPr lang="en-US" altLang="zh-HK" dirty="0"/>
              <a:t>C) F</a:t>
            </a:r>
            <a:r>
              <a:rPr lang="en-US" altLang="zh-HK" dirty="0">
                <a:ea typeface="ＭＳ Ｐゴシック" charset="0"/>
              </a:rPr>
              <a:t>ully decentralized (i.e., </a:t>
            </a:r>
            <a:r>
              <a:rPr lang="en-US" altLang="zh-HK" sz="2400" dirty="0">
                <a:ea typeface="ＭＳ Ｐゴシック" charset="0"/>
              </a:rPr>
              <a:t>no special node to coordinate transmissions; no synchronization of clocks, slots)</a:t>
            </a:r>
            <a:endParaRPr lang="en-US" altLang="zh-HK" dirty="0">
              <a:ea typeface="ＭＳ Ｐゴシック" charset="0"/>
            </a:endParaRPr>
          </a:p>
          <a:p>
            <a:r>
              <a:rPr lang="en-US" altLang="zh-HK" dirty="0">
                <a:ea typeface="ＭＳ Ｐゴシック" charset="0"/>
              </a:rPr>
              <a:t>D) Simple</a:t>
            </a:r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27675761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FB3E5B-8133-569E-4827-7E9C76B4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4DE2F-6512-2343-5F9C-89011B85A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HK" altLang="zh-HK" dirty="0"/>
              <a:t>Considering the desirable characteristics of an ideal multiple access protocol below. Under a broadcast channel of rate R bps, which of the following statement(s) describe(s) the </a:t>
            </a:r>
            <a:r>
              <a:rPr lang="en-HK" altLang="zh-HK" b="1" dirty="0"/>
              <a:t>slotted ALOHA</a:t>
            </a:r>
            <a:r>
              <a:rPr lang="en-HK" altLang="zh-HK" dirty="0"/>
              <a:t> protocol?</a:t>
            </a:r>
          </a:p>
          <a:p>
            <a:r>
              <a:rPr lang="en-US" altLang="zh-HK" dirty="0"/>
              <a:t>A) </a:t>
            </a:r>
            <a:r>
              <a:rPr lang="en-US" altLang="zh-HK" dirty="0">
                <a:ea typeface="ＭＳ Ｐゴシック" charset="0"/>
              </a:rPr>
              <a:t>When one node wants to transmit, it can send at rate R.</a:t>
            </a:r>
          </a:p>
          <a:p>
            <a:r>
              <a:rPr lang="en-US" altLang="zh-HK" dirty="0"/>
              <a:t>B) W</a:t>
            </a:r>
            <a:r>
              <a:rPr lang="en-US" altLang="zh-HK" dirty="0">
                <a:ea typeface="ＭＳ Ｐゴシック" charset="0"/>
              </a:rPr>
              <a:t>hen M nodes want to transmit, each can send at average rate R/M</a:t>
            </a:r>
          </a:p>
          <a:p>
            <a:r>
              <a:rPr lang="en-US" altLang="zh-HK" dirty="0"/>
              <a:t>C) </a:t>
            </a:r>
            <a:r>
              <a:rPr lang="en-US" altLang="zh-HK"/>
              <a:t>F</a:t>
            </a:r>
            <a:r>
              <a:rPr lang="en-US" altLang="zh-HK">
                <a:ea typeface="ＭＳ Ｐゴシック" charset="0"/>
              </a:rPr>
              <a:t>ully decentralized (i.e., </a:t>
            </a:r>
            <a:r>
              <a:rPr lang="en-US" altLang="zh-HK" sz="2400">
                <a:ea typeface="ＭＳ Ｐゴシック" charset="0"/>
              </a:rPr>
              <a:t>no special node to coordinate transmissions; no synchronization of clocks, slots)</a:t>
            </a:r>
            <a:endParaRPr lang="en-US" altLang="zh-HK">
              <a:ea typeface="ＭＳ Ｐゴシック" charset="0"/>
            </a:endParaRPr>
          </a:p>
          <a:p>
            <a:r>
              <a:rPr lang="en-US" altLang="zh-HK">
                <a:ea typeface="ＭＳ Ｐゴシック" charset="0"/>
              </a:rPr>
              <a:t>D</a:t>
            </a:r>
            <a:r>
              <a:rPr lang="en-US" altLang="zh-HK" dirty="0">
                <a:ea typeface="ＭＳ Ｐゴシック" charset="0"/>
              </a:rPr>
              <a:t>) Simple</a:t>
            </a:r>
            <a:endParaRPr lang="zh-HK" altLang="en-US" dirty="0"/>
          </a:p>
          <a:p>
            <a:endParaRPr lang="zh-HK" altLang="en-US" dirty="0"/>
          </a:p>
        </p:txBody>
      </p:sp>
    </p:spTree>
    <p:extLst>
      <p:ext uri="{BB962C8B-B14F-4D97-AF65-F5344CB8AC3E}">
        <p14:creationId xmlns:p14="http://schemas.microsoft.com/office/powerpoint/2010/main" val="1056065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FB3E5B-8133-569E-4827-7E9C76B44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4F4DE2F-6512-2343-5F9C-89011B85A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HK" dirty="0"/>
              <a:t>Suppose A wants to send a datagram to B. For the frame sent from node A, which should be its </a:t>
            </a:r>
            <a:r>
              <a:rPr lang="en-US" altLang="zh-HK" b="1" dirty="0"/>
              <a:t>destination MAC address</a:t>
            </a:r>
            <a:r>
              <a:rPr lang="en-US" altLang="zh-HK" dirty="0"/>
              <a:t>?</a:t>
            </a:r>
          </a:p>
          <a:p>
            <a:r>
              <a:rPr lang="en-US" altLang="zh-HK" dirty="0"/>
              <a:t>A) 49-BD-D2-C7-56-2A</a:t>
            </a:r>
          </a:p>
          <a:p>
            <a:r>
              <a:rPr lang="en-US" altLang="zh-HK" dirty="0"/>
              <a:t>B) 1A-23-F9-CD-06-9B</a:t>
            </a:r>
          </a:p>
          <a:p>
            <a:r>
              <a:rPr lang="en-US" altLang="zh-HK" dirty="0"/>
              <a:t>C) E6-E9-00-17-BB-4B</a:t>
            </a:r>
          </a:p>
          <a:p>
            <a:r>
              <a:rPr lang="en-US" altLang="zh-HK" dirty="0"/>
              <a:t>D) 74-29-9C-E8-FF-55</a:t>
            </a:r>
            <a:endParaRPr lang="zh-HK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97312B12-0CC0-4673-10E5-4126F0DB6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188" y="3920060"/>
            <a:ext cx="6910889" cy="195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2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有機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有機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有機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204</TotalTime>
  <Words>259</Words>
  <Application>Microsoft Office PowerPoint</Application>
  <PresentationFormat>寬螢幕</PresentationFormat>
  <Paragraphs>24</Paragraphs>
  <Slides>4</Slides>
  <Notes>4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ＭＳ Ｐゴシック</vt:lpstr>
      <vt:lpstr>Arial</vt:lpstr>
      <vt:lpstr>Calibri</vt:lpstr>
      <vt:lpstr>Garamond</vt:lpstr>
      <vt:lpstr>有機</vt:lpstr>
      <vt:lpstr>  CS5222 Q&amp;A  (Chapter 6)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Q&amp;a (Chapter 1)</dc:title>
  <dc:creator>Man Hon Cheung (IEG)</dc:creator>
  <cp:lastModifiedBy>Prof. CHEUNG Man Hon Michael</cp:lastModifiedBy>
  <cp:revision>37</cp:revision>
  <dcterms:created xsi:type="dcterms:W3CDTF">2020-09-10T03:56:12Z</dcterms:created>
  <dcterms:modified xsi:type="dcterms:W3CDTF">2025-11-29T02:18:58Z</dcterms:modified>
</cp:coreProperties>
</file>