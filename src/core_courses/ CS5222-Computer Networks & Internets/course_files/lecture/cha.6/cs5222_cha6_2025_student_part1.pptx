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4062" r:id="rId2"/>
  </p:sldMasterIdLst>
  <p:notesMasterIdLst>
    <p:notesMasterId r:id="rId32"/>
  </p:notesMasterIdLst>
  <p:handoutMasterIdLst>
    <p:handoutMasterId r:id="rId33"/>
  </p:handoutMasterIdLst>
  <p:sldIdLst>
    <p:sldId id="537" r:id="rId3"/>
    <p:sldId id="380" r:id="rId4"/>
    <p:sldId id="330" r:id="rId5"/>
    <p:sldId id="335" r:id="rId6"/>
    <p:sldId id="332" r:id="rId7"/>
    <p:sldId id="258" r:id="rId8"/>
    <p:sldId id="259" r:id="rId9"/>
    <p:sldId id="336" r:id="rId10"/>
    <p:sldId id="468" r:id="rId11"/>
    <p:sldId id="538" r:id="rId12"/>
    <p:sldId id="431" r:id="rId13"/>
    <p:sldId id="432" r:id="rId14"/>
    <p:sldId id="433" r:id="rId15"/>
    <p:sldId id="434" r:id="rId16"/>
    <p:sldId id="553" r:id="rId17"/>
    <p:sldId id="554" r:id="rId18"/>
    <p:sldId id="539" r:id="rId19"/>
    <p:sldId id="266" r:id="rId20"/>
    <p:sldId id="304" r:id="rId21"/>
    <p:sldId id="339" r:id="rId22"/>
    <p:sldId id="267" r:id="rId23"/>
    <p:sldId id="449" r:id="rId24"/>
    <p:sldId id="450" r:id="rId25"/>
    <p:sldId id="273" r:id="rId26"/>
    <p:sldId id="340" r:id="rId27"/>
    <p:sldId id="341" r:id="rId28"/>
    <p:sldId id="275" r:id="rId29"/>
    <p:sldId id="447" r:id="rId30"/>
    <p:sldId id="448" r:id="rId31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i="1" kern="1200">
        <a:solidFill>
          <a:schemeClr val="tx1"/>
        </a:solidFill>
        <a:latin typeface="Comic Sans MS" panose="030F0702030302020204" pitchFamily="66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6633"/>
    <a:srgbClr val="CC0000"/>
    <a:srgbClr val="FFFF00"/>
    <a:srgbClr val="D60093"/>
    <a:srgbClr val="33CC33"/>
    <a:srgbClr val="0080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88" autoAdjust="0"/>
    <p:restoredTop sz="76098" autoAdjust="0"/>
  </p:normalViewPr>
  <p:slideViewPr>
    <p:cSldViewPr snapToGrid="0">
      <p:cViewPr varScale="1">
        <p:scale>
          <a:sx n="64" d="100"/>
          <a:sy n="64" d="100"/>
        </p:scale>
        <p:origin x="1776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403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>
            <a:extLst>
              <a:ext uri="{FF2B5EF4-FFF2-40B4-BE49-F238E27FC236}">
                <a16:creationId xmlns:a16="http://schemas.microsoft.com/office/drawing/2014/main" id="{2144F2D7-215C-44BB-A3CB-43354834AA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3888" cy="471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4631" tIns="47316" rIns="94631" bIns="47316" numCol="1" anchor="t" anchorCtr="0" compatLnSpc="1">
            <a:prstTxWarp prst="textNoShape">
              <a:avLst/>
            </a:prstTxWarp>
          </a:bodyPr>
          <a:lstStyle>
            <a:lvl1pPr defTabSz="946150">
              <a:defRPr sz="1200" i="0"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55651" name="Rectangle 3">
            <a:extLst>
              <a:ext uri="{FF2B5EF4-FFF2-40B4-BE49-F238E27FC236}">
                <a16:creationId xmlns:a16="http://schemas.microsoft.com/office/drawing/2014/main" id="{C3EB2D75-C722-4F75-B2F0-33525893802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11625" y="0"/>
            <a:ext cx="3163888" cy="471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4631" tIns="47316" rIns="94631" bIns="47316" numCol="1" anchor="t" anchorCtr="0" compatLnSpc="1">
            <a:prstTxWarp prst="textNoShape">
              <a:avLst/>
            </a:prstTxWarp>
          </a:bodyPr>
          <a:lstStyle>
            <a:lvl1pPr algn="r" defTabSz="946150">
              <a:defRPr sz="1200" i="0"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55652" name="Rectangle 4">
            <a:extLst>
              <a:ext uri="{FF2B5EF4-FFF2-40B4-BE49-F238E27FC236}">
                <a16:creationId xmlns:a16="http://schemas.microsoft.com/office/drawing/2014/main" id="{59A8D3BD-2C65-4855-AFA4-B52F21856EB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9713"/>
            <a:ext cx="3163888" cy="471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4631" tIns="47316" rIns="94631" bIns="47316" numCol="1" anchor="b" anchorCtr="0" compatLnSpc="1">
            <a:prstTxWarp prst="textNoShape">
              <a:avLst/>
            </a:prstTxWarp>
          </a:bodyPr>
          <a:lstStyle>
            <a:lvl1pPr defTabSz="946150">
              <a:defRPr sz="1200" i="0"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55653" name="Rectangle 5">
            <a:extLst>
              <a:ext uri="{FF2B5EF4-FFF2-40B4-BE49-F238E27FC236}">
                <a16:creationId xmlns:a16="http://schemas.microsoft.com/office/drawing/2014/main" id="{F2C860E2-220C-437C-A0D9-9A32A6FDF3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11625" y="9129713"/>
            <a:ext cx="3163888" cy="471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4631" tIns="47316" rIns="94631" bIns="47316" numCol="1" anchor="b" anchorCtr="0" compatLnSpc="1">
            <a:prstTxWarp prst="textNoShape">
              <a:avLst/>
            </a:prstTxWarp>
          </a:bodyPr>
          <a:lstStyle>
            <a:lvl1pPr algn="r" defTabSz="946150">
              <a:defRPr sz="1200" i="0"/>
            </a:lvl1pPr>
          </a:lstStyle>
          <a:p>
            <a:pPr>
              <a:defRPr/>
            </a:pPr>
            <a:fld id="{0913864E-21EB-4FAE-8D95-303A1386DDE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840C9492-9E83-487B-9A54-C8C1BF04844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defTabSz="966788">
              <a:defRPr sz="1200" i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17610063-FA74-4C3D-8355-8B3BDC04586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81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>
            <a:lvl1pPr algn="r" defTabSz="966788">
              <a:defRPr sz="1200" i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28676" name="Rectangle 4">
            <a:extLst>
              <a:ext uri="{FF2B5EF4-FFF2-40B4-BE49-F238E27FC236}">
                <a16:creationId xmlns:a16="http://schemas.microsoft.com/office/drawing/2014/main" id="{BA873584-0501-46E7-964A-A8317D1C3F4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19138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F4E3A9F5-5A98-43FE-BC72-4E632C5CB3D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C57BDDFD-EB41-4333-9268-967434898F6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defTabSz="966788">
              <a:defRPr sz="1200" i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A5117E04-B604-4BC8-9D39-0AF189B8069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0188"/>
            <a:ext cx="3170237" cy="481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57" tIns="48328" rIns="96657" bIns="48328" numCol="1" anchor="b" anchorCtr="0" compatLnSpc="1">
            <a:prstTxWarp prst="textNoShape">
              <a:avLst/>
            </a:prstTxWarp>
          </a:bodyPr>
          <a:lstStyle>
            <a:lvl1pPr algn="r" defTabSz="966788">
              <a:defRPr sz="1200" i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DBB9418-74F4-459A-8FEB-2E667E6A9B7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D592EAD5-16B6-4DCD-BB2F-43576AE2AE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951237E-7CF4-4001-AAD6-F10D1FEC8F3D}" type="slidenum">
              <a:rPr lang="en-US" altLang="zh-TW" i="0" smtClean="0">
                <a:latin typeface="Times New Roman" panose="02020603050405020304" pitchFamily="18" charset="0"/>
              </a:rPr>
              <a:pPr/>
              <a:t>2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124F8B1E-0966-4115-BF3E-B47D7D6F87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E3E75319-9957-485C-ADCF-2B5A96ACA9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DB321CBD-2218-4F0C-9254-6589B948316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F4481BA-3812-47A5-9077-19972D2628B8}" type="slidenum">
              <a:rPr lang="en-US" altLang="zh-TW" i="0" smtClean="0">
                <a:latin typeface="Times New Roman" panose="02020603050405020304" pitchFamily="18" charset="0"/>
              </a:rPr>
              <a:pPr/>
              <a:t>3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449D4236-44D0-413C-95A4-0726FCC29D3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625DA6FD-753B-49DF-A61F-FF85C6EF33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>
            <a:extLst>
              <a:ext uri="{FF2B5EF4-FFF2-40B4-BE49-F238E27FC236}">
                <a16:creationId xmlns:a16="http://schemas.microsoft.com/office/drawing/2014/main" id="{430B0CB5-C25B-4C45-8C28-85B204A866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DDA0E1A3-8051-4754-AF50-834C1A8F2172}" type="slidenum">
              <a:rPr lang="en-US" altLang="zh-TW" i="0" smtClean="0">
                <a:latin typeface="Times New Roman" panose="02020603050405020304" pitchFamily="18" charset="0"/>
              </a:rPr>
              <a:pPr/>
              <a:t>4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B233495C-0F37-4A6E-92B4-5B55C9226C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8200846A-AE04-4AA2-B64F-1186E4FD4F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>
            <a:extLst>
              <a:ext uri="{FF2B5EF4-FFF2-40B4-BE49-F238E27FC236}">
                <a16:creationId xmlns:a16="http://schemas.microsoft.com/office/drawing/2014/main" id="{0BD21A1C-B2C2-4A89-9285-0F8F73FAB0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EDFC3125-4A22-41D9-93C4-593AAD1747BC}" type="slidenum">
              <a:rPr lang="en-US" altLang="zh-TW" i="0" smtClean="0">
                <a:latin typeface="Times New Roman" panose="02020603050405020304" pitchFamily="18" charset="0"/>
              </a:rPr>
              <a:pPr/>
              <a:t>5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38915" name="Rectangle 2">
            <a:extLst>
              <a:ext uri="{FF2B5EF4-FFF2-40B4-BE49-F238E27FC236}">
                <a16:creationId xmlns:a16="http://schemas.microsoft.com/office/drawing/2014/main" id="{331D39A4-FDA2-4414-A567-7D079A12CA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>
            <a:extLst>
              <a:ext uri="{FF2B5EF4-FFF2-40B4-BE49-F238E27FC236}">
                <a16:creationId xmlns:a16="http://schemas.microsoft.com/office/drawing/2014/main" id="{1EEC3F9D-7788-4F8B-9A0A-66FD2CF66A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>
            <a:extLst>
              <a:ext uri="{FF2B5EF4-FFF2-40B4-BE49-F238E27FC236}">
                <a16:creationId xmlns:a16="http://schemas.microsoft.com/office/drawing/2014/main" id="{A3C50068-5216-44F5-A1CF-12341F1B70E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793E5630-D53E-4531-830F-F2D0BD6B2305}" type="slidenum">
              <a:rPr lang="en-US" altLang="zh-TW" i="0" smtClean="0">
                <a:latin typeface="Times New Roman" panose="02020603050405020304" pitchFamily="18" charset="0"/>
              </a:rPr>
              <a:pPr/>
              <a:t>6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40963" name="Rectangle 2">
            <a:extLst>
              <a:ext uri="{FF2B5EF4-FFF2-40B4-BE49-F238E27FC236}">
                <a16:creationId xmlns:a16="http://schemas.microsoft.com/office/drawing/2014/main" id="{799ECA97-5766-4C4C-A7D4-54A309FE1D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>
            <a:extLst>
              <a:ext uri="{FF2B5EF4-FFF2-40B4-BE49-F238E27FC236}">
                <a16:creationId xmlns:a16="http://schemas.microsoft.com/office/drawing/2014/main" id="{780FE366-2280-44D0-ACBF-71CF5162B9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75000"/>
              </a:lnSpc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60A2D2B1-BAFD-4540-A7E1-F216AA8843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AA1D836-B29E-425C-B4B8-186582FD460A}" type="slidenum">
              <a:rPr lang="en-US" altLang="zh-TW" i="0" smtClean="0">
                <a:latin typeface="Times New Roman" panose="02020603050405020304" pitchFamily="18" charset="0"/>
              </a:rPr>
              <a:pPr/>
              <a:t>7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42CB6088-B206-4D84-8C38-40D2224F32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47DBF47F-0853-4E4D-90E4-EA8CC4C6D7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>
            <a:extLst>
              <a:ext uri="{FF2B5EF4-FFF2-40B4-BE49-F238E27FC236}">
                <a16:creationId xmlns:a16="http://schemas.microsoft.com/office/drawing/2014/main" id="{EA55ACCF-C5CF-4CE9-85F3-A0FCA40416E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BDC56A9C-6F1F-4E8A-9E38-A39E90687DEA}" type="slidenum">
              <a:rPr lang="en-US" altLang="zh-TW" i="0" smtClean="0">
                <a:latin typeface="Times New Roman" panose="02020603050405020304" pitchFamily="18" charset="0"/>
              </a:rPr>
              <a:pPr/>
              <a:t>8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A2796CA3-C714-4027-8C87-5D65A3952A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>
            <a:extLst>
              <a:ext uri="{FF2B5EF4-FFF2-40B4-BE49-F238E27FC236}">
                <a16:creationId xmlns:a16="http://schemas.microsoft.com/office/drawing/2014/main" id="{099AE3DA-C1A0-41D7-A116-B89FF896A9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>
            <a:extLst>
              <a:ext uri="{FF2B5EF4-FFF2-40B4-BE49-F238E27FC236}">
                <a16:creationId xmlns:a16="http://schemas.microsoft.com/office/drawing/2014/main" id="{6EEE7D39-071E-4B64-824A-76D4EAD4B7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5659D4D6-A2E2-4F6E-9590-67CCB1351793}" type="slidenum">
              <a:rPr lang="en-US" altLang="zh-TW" i="0" smtClean="0">
                <a:latin typeface="Times New Roman" panose="02020603050405020304" pitchFamily="18" charset="0"/>
              </a:rPr>
              <a:pPr/>
              <a:t>9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47107" name="Rectangle 2">
            <a:extLst>
              <a:ext uri="{FF2B5EF4-FFF2-40B4-BE49-F238E27FC236}">
                <a16:creationId xmlns:a16="http://schemas.microsoft.com/office/drawing/2014/main" id="{DFE0B784-EE03-4741-8FBA-1AFE1AD810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>
            <a:extLst>
              <a:ext uri="{FF2B5EF4-FFF2-40B4-BE49-F238E27FC236}">
                <a16:creationId xmlns:a16="http://schemas.microsoft.com/office/drawing/2014/main" id="{415C5633-AE61-45BB-9744-604F3E08A0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>
            <a:extLst>
              <a:ext uri="{FF2B5EF4-FFF2-40B4-BE49-F238E27FC236}">
                <a16:creationId xmlns:a16="http://schemas.microsoft.com/office/drawing/2014/main" id="{DF1416F2-A7A5-40B9-92C1-0874448E85F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31E9B2F3-C621-43AF-97C8-4C1EC3B1220B}" type="slidenum">
              <a:rPr lang="en-US" altLang="zh-TW" i="0" smtClean="0">
                <a:latin typeface="Times New Roman" panose="02020603050405020304" pitchFamily="18" charset="0"/>
              </a:rPr>
              <a:pPr/>
              <a:t>10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49155" name="Rectangle 2">
            <a:extLst>
              <a:ext uri="{FF2B5EF4-FFF2-40B4-BE49-F238E27FC236}">
                <a16:creationId xmlns:a16="http://schemas.microsoft.com/office/drawing/2014/main" id="{E5B6887E-6CDE-43A7-BA51-69B5791365C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4A72D5B6-695B-40FF-B527-FCC792EE4F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>
            <a:extLst>
              <a:ext uri="{FF2B5EF4-FFF2-40B4-BE49-F238E27FC236}">
                <a16:creationId xmlns:a16="http://schemas.microsoft.com/office/drawing/2014/main" id="{8E5B1835-0351-496B-9957-440DCC62F4F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CA025806-8FE3-4D80-AAC5-91C6DBE91AE0}" type="slidenum">
              <a:rPr lang="en-US" altLang="zh-TW" i="0" smtClean="0">
                <a:latin typeface="Times New Roman" panose="02020603050405020304" pitchFamily="18" charset="0"/>
              </a:rPr>
              <a:pPr/>
              <a:t>11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51203" name="Rectangle 2">
            <a:extLst>
              <a:ext uri="{FF2B5EF4-FFF2-40B4-BE49-F238E27FC236}">
                <a16:creationId xmlns:a16="http://schemas.microsoft.com/office/drawing/2014/main" id="{49E794F9-33EF-4225-B723-A3F7C437E8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>
            <a:extLst>
              <a:ext uri="{FF2B5EF4-FFF2-40B4-BE49-F238E27FC236}">
                <a16:creationId xmlns:a16="http://schemas.microsoft.com/office/drawing/2014/main" id="{4422DC43-5F54-40B9-A232-D0203E725A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>
            <a:extLst>
              <a:ext uri="{FF2B5EF4-FFF2-40B4-BE49-F238E27FC236}">
                <a16:creationId xmlns:a16="http://schemas.microsoft.com/office/drawing/2014/main" id="{6974A3CF-BE97-4CEB-A779-8B54FAFA71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772BCCCE-A47F-4C7D-8DE3-A1D7E45C9B05}" type="slidenum">
              <a:rPr lang="en-US" altLang="zh-TW" i="0" smtClean="0">
                <a:latin typeface="Times New Roman" panose="02020603050405020304" pitchFamily="18" charset="0"/>
              </a:rPr>
              <a:pPr/>
              <a:t>12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53251" name="Rectangle 2">
            <a:extLst>
              <a:ext uri="{FF2B5EF4-FFF2-40B4-BE49-F238E27FC236}">
                <a16:creationId xmlns:a16="http://schemas.microsoft.com/office/drawing/2014/main" id="{53886266-9B9C-4A30-9E8D-6DFF990892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>
            <a:extLst>
              <a:ext uri="{FF2B5EF4-FFF2-40B4-BE49-F238E27FC236}">
                <a16:creationId xmlns:a16="http://schemas.microsoft.com/office/drawing/2014/main" id="{4A8859CB-16B2-4F83-ABC0-4DF62D5290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>
            <a:extLst>
              <a:ext uri="{FF2B5EF4-FFF2-40B4-BE49-F238E27FC236}">
                <a16:creationId xmlns:a16="http://schemas.microsoft.com/office/drawing/2014/main" id="{B5B16072-EB53-4A1A-8980-CCB27698F68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628514A4-C547-400D-8DB4-5B606E836566}" type="slidenum">
              <a:rPr lang="en-US" altLang="zh-TW" i="0" smtClean="0">
                <a:latin typeface="Times New Roman" panose="02020603050405020304" pitchFamily="18" charset="0"/>
              </a:rPr>
              <a:pPr/>
              <a:t>13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55299" name="Rectangle 2">
            <a:extLst>
              <a:ext uri="{FF2B5EF4-FFF2-40B4-BE49-F238E27FC236}">
                <a16:creationId xmlns:a16="http://schemas.microsoft.com/office/drawing/2014/main" id="{8B7578EE-917E-42FC-9CBA-30980A754E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1BE388BF-6B02-43D7-A4DD-4DF3658521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zh-TW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>
            <a:extLst>
              <a:ext uri="{FF2B5EF4-FFF2-40B4-BE49-F238E27FC236}">
                <a16:creationId xmlns:a16="http://schemas.microsoft.com/office/drawing/2014/main" id="{BD361E18-6F7F-44EC-85C7-C942585683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69B7B19-BA59-45E6-81FA-9A7D53A096FD}" type="slidenum">
              <a:rPr lang="en-US" altLang="zh-TW" i="0" smtClean="0">
                <a:latin typeface="Times New Roman" panose="02020603050405020304" pitchFamily="18" charset="0"/>
              </a:rPr>
              <a:pPr/>
              <a:t>14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B23804C7-30D9-4CE1-8494-C4E4AFB940F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>
            <a:extLst>
              <a:ext uri="{FF2B5EF4-FFF2-40B4-BE49-F238E27FC236}">
                <a16:creationId xmlns:a16="http://schemas.microsoft.com/office/drawing/2014/main" id="{3781C090-521C-4256-94F7-FAC7F22565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>
            <a:extLst>
              <a:ext uri="{FF2B5EF4-FFF2-40B4-BE49-F238E27FC236}">
                <a16:creationId xmlns:a16="http://schemas.microsoft.com/office/drawing/2014/main" id="{F885659A-EEC0-4E66-BD8F-4D6FEF4B4D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BE648446-1BCC-4FB4-B3FF-0BF39F28AD74}" type="slidenum">
              <a:rPr lang="en-US" altLang="en-US" i="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15</a:t>
            </a:fld>
            <a:endParaRPr lang="en-US" altLang="en-US" i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59395" name="Rectangle 2">
            <a:extLst>
              <a:ext uri="{FF2B5EF4-FFF2-40B4-BE49-F238E27FC236}">
                <a16:creationId xmlns:a16="http://schemas.microsoft.com/office/drawing/2014/main" id="{626CEC2B-5A24-4B3F-A552-898E4643EE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6" name="Rectangle 3">
            <a:extLst>
              <a:ext uri="{FF2B5EF4-FFF2-40B4-BE49-F238E27FC236}">
                <a16:creationId xmlns:a16="http://schemas.microsoft.com/office/drawing/2014/main" id="{42FAA6FB-7006-4FDF-B030-6D952764AD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>
              <a:defRPr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>
            <a:extLst>
              <a:ext uri="{FF2B5EF4-FFF2-40B4-BE49-F238E27FC236}">
                <a16:creationId xmlns:a16="http://schemas.microsoft.com/office/drawing/2014/main" id="{57D1D260-AF38-4B2A-ACE0-C5FBDB733F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EC15A96-3764-485D-A628-3F199BC1684B}" type="slidenum">
              <a:rPr lang="en-US" altLang="en-US" i="0" smtClean="0">
                <a:solidFill>
                  <a:srgbClr val="000000"/>
                </a:solidFill>
                <a:latin typeface="Times New Roman" panose="02020603050405020304" pitchFamily="18" charset="0"/>
              </a:rPr>
              <a:pPr/>
              <a:t>16</a:t>
            </a:fld>
            <a:endParaRPr lang="en-US" altLang="en-US" i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443" name="Rectangle 2">
            <a:extLst>
              <a:ext uri="{FF2B5EF4-FFF2-40B4-BE49-F238E27FC236}">
                <a16:creationId xmlns:a16="http://schemas.microsoft.com/office/drawing/2014/main" id="{ED9B9DA9-5882-481E-BE5A-1E7FFE7DC6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4" name="Rectangle 3">
            <a:extLst>
              <a:ext uri="{FF2B5EF4-FFF2-40B4-BE49-F238E27FC236}">
                <a16:creationId xmlns:a16="http://schemas.microsoft.com/office/drawing/2014/main" id="{2B6E860D-A4C9-43D3-814D-29D5BF11D4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>
            <a:extLst>
              <a:ext uri="{FF2B5EF4-FFF2-40B4-BE49-F238E27FC236}">
                <a16:creationId xmlns:a16="http://schemas.microsoft.com/office/drawing/2014/main" id="{6EE3B885-F919-4DE1-8941-9AE83D79354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9B2ABC72-D681-45C4-9BD1-9506E2F3D8FF}" type="slidenum">
              <a:rPr lang="en-US" altLang="zh-TW" i="0" smtClean="0">
                <a:latin typeface="Times New Roman" panose="02020603050405020304" pitchFamily="18" charset="0"/>
              </a:rPr>
              <a:pPr/>
              <a:t>17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63491" name="Rectangle 2">
            <a:extLst>
              <a:ext uri="{FF2B5EF4-FFF2-40B4-BE49-F238E27FC236}">
                <a16:creationId xmlns:a16="http://schemas.microsoft.com/office/drawing/2014/main" id="{2690A382-84D0-4C91-85EC-F5AADA8743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>
            <a:extLst>
              <a:ext uri="{FF2B5EF4-FFF2-40B4-BE49-F238E27FC236}">
                <a16:creationId xmlns:a16="http://schemas.microsoft.com/office/drawing/2014/main" id="{57D17572-8C79-4804-B663-5ADCECE9E7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7">
            <a:extLst>
              <a:ext uri="{FF2B5EF4-FFF2-40B4-BE49-F238E27FC236}">
                <a16:creationId xmlns:a16="http://schemas.microsoft.com/office/drawing/2014/main" id="{C3D6AC3F-DC3F-48E7-A288-2BE9B59808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81FDCE8C-94AA-4FAA-B153-E4353C0014F7}" type="slidenum">
              <a:rPr lang="en-US" altLang="zh-TW" i="0" smtClean="0">
                <a:latin typeface="Times New Roman" panose="02020603050405020304" pitchFamily="18" charset="0"/>
              </a:rPr>
              <a:pPr/>
              <a:t>18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65539" name="Rectangle 2">
            <a:extLst>
              <a:ext uri="{FF2B5EF4-FFF2-40B4-BE49-F238E27FC236}">
                <a16:creationId xmlns:a16="http://schemas.microsoft.com/office/drawing/2014/main" id="{C5E9185C-1D37-4DFD-B4D3-FBF9C55DFB0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0" name="Rectangle 3">
            <a:extLst>
              <a:ext uri="{FF2B5EF4-FFF2-40B4-BE49-F238E27FC236}">
                <a16:creationId xmlns:a16="http://schemas.microsoft.com/office/drawing/2014/main" id="{2EF68749-4B4F-47F8-8665-5E308CBE3A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>
            <a:extLst>
              <a:ext uri="{FF2B5EF4-FFF2-40B4-BE49-F238E27FC236}">
                <a16:creationId xmlns:a16="http://schemas.microsoft.com/office/drawing/2014/main" id="{D97E35C0-0ADB-4AF8-8B15-2EBA415A74B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231A715F-CE81-403D-A117-0DAC3F5633F5}" type="slidenum">
              <a:rPr lang="en-US" altLang="zh-TW" i="0" smtClean="0">
                <a:latin typeface="Times New Roman" panose="02020603050405020304" pitchFamily="18" charset="0"/>
              </a:rPr>
              <a:pPr/>
              <a:t>19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67587" name="Rectangle 2">
            <a:extLst>
              <a:ext uri="{FF2B5EF4-FFF2-40B4-BE49-F238E27FC236}">
                <a16:creationId xmlns:a16="http://schemas.microsoft.com/office/drawing/2014/main" id="{5FC9CE26-2168-4F96-9082-9688211658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8" name="Rectangle 3">
            <a:extLst>
              <a:ext uri="{FF2B5EF4-FFF2-40B4-BE49-F238E27FC236}">
                <a16:creationId xmlns:a16="http://schemas.microsoft.com/office/drawing/2014/main" id="{75B9828D-CF20-41A0-91C4-26BD24BADA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>
            <a:extLst>
              <a:ext uri="{FF2B5EF4-FFF2-40B4-BE49-F238E27FC236}">
                <a16:creationId xmlns:a16="http://schemas.microsoft.com/office/drawing/2014/main" id="{40E04275-315E-448D-B3BF-485EF1967C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C7B6B758-FC2E-4EFE-A62A-2539B89446FE}" type="slidenum">
              <a:rPr lang="en-US" altLang="zh-TW" i="0" smtClean="0">
                <a:latin typeface="Times New Roman" panose="02020603050405020304" pitchFamily="18" charset="0"/>
              </a:rPr>
              <a:pPr/>
              <a:t>20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69635" name="Rectangle 2">
            <a:extLst>
              <a:ext uri="{FF2B5EF4-FFF2-40B4-BE49-F238E27FC236}">
                <a16:creationId xmlns:a16="http://schemas.microsoft.com/office/drawing/2014/main" id="{3131A392-E3B8-40DD-BE4C-5C1CCEA54C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6" name="Rectangle 3">
            <a:extLst>
              <a:ext uri="{FF2B5EF4-FFF2-40B4-BE49-F238E27FC236}">
                <a16:creationId xmlns:a16="http://schemas.microsoft.com/office/drawing/2014/main" id="{B9B5AF4C-6367-4E53-8B2D-A1E44768B9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>
            <a:extLst>
              <a:ext uri="{FF2B5EF4-FFF2-40B4-BE49-F238E27FC236}">
                <a16:creationId xmlns:a16="http://schemas.microsoft.com/office/drawing/2014/main" id="{797F23DC-EFD5-4379-92C7-D4F9717CDC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9DA9FAC3-72E8-4078-ADB7-66C89FC69019}" type="slidenum">
              <a:rPr lang="en-US" altLang="zh-TW" i="0" smtClean="0">
                <a:latin typeface="Times New Roman" panose="02020603050405020304" pitchFamily="18" charset="0"/>
              </a:rPr>
              <a:pPr/>
              <a:t>21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71683" name="Rectangle 2">
            <a:extLst>
              <a:ext uri="{FF2B5EF4-FFF2-40B4-BE49-F238E27FC236}">
                <a16:creationId xmlns:a16="http://schemas.microsoft.com/office/drawing/2014/main" id="{894C859B-3538-4EBA-BCB7-F48362C0ECC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4" name="Rectangle 3">
            <a:extLst>
              <a:ext uri="{FF2B5EF4-FFF2-40B4-BE49-F238E27FC236}">
                <a16:creationId xmlns:a16="http://schemas.microsoft.com/office/drawing/2014/main" id="{D58952A8-15F3-4E16-9090-800BEEFDD0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>
            <a:extLst>
              <a:ext uri="{FF2B5EF4-FFF2-40B4-BE49-F238E27FC236}">
                <a16:creationId xmlns:a16="http://schemas.microsoft.com/office/drawing/2014/main" id="{04CE3472-10E8-4554-9700-EAEBDAD33E2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09DE01DE-1B28-45B5-BBCD-BEE186B2E24C}" type="slidenum">
              <a:rPr lang="en-US" altLang="zh-TW" i="0" smtClean="0">
                <a:latin typeface="Times New Roman" panose="02020603050405020304" pitchFamily="18" charset="0"/>
              </a:rPr>
              <a:pPr/>
              <a:t>22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73731" name="Rectangle 2">
            <a:extLst>
              <a:ext uri="{FF2B5EF4-FFF2-40B4-BE49-F238E27FC236}">
                <a16:creationId xmlns:a16="http://schemas.microsoft.com/office/drawing/2014/main" id="{D11C6814-EE2E-471C-9DC8-DAF1DC41A7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2" name="Rectangle 3">
            <a:extLst>
              <a:ext uri="{FF2B5EF4-FFF2-40B4-BE49-F238E27FC236}">
                <a16:creationId xmlns:a16="http://schemas.microsoft.com/office/drawing/2014/main" id="{33ACD8D6-6E05-4F7E-8C89-9197097DE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>
            <a:extLst>
              <a:ext uri="{FF2B5EF4-FFF2-40B4-BE49-F238E27FC236}">
                <a16:creationId xmlns:a16="http://schemas.microsoft.com/office/drawing/2014/main" id="{F09ECD6F-3F83-484C-A9A4-D398EAD9C99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D475FFC6-0DA8-4E16-92BD-E8EB88CBF41E}" type="slidenum">
              <a:rPr lang="en-US" altLang="zh-TW" i="0" smtClean="0">
                <a:latin typeface="Times New Roman" panose="02020603050405020304" pitchFamily="18" charset="0"/>
              </a:rPr>
              <a:pPr/>
              <a:t>23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7E986C01-3059-4C5D-8C5F-1B10A35821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A0ED86FF-80B0-420A-BFAE-5BF1BB24BF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>
            <a:extLst>
              <a:ext uri="{FF2B5EF4-FFF2-40B4-BE49-F238E27FC236}">
                <a16:creationId xmlns:a16="http://schemas.microsoft.com/office/drawing/2014/main" id="{92B7163A-C078-425B-B325-11B82488A2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8CEBA3A8-896A-42D1-88C0-2ACF31E6D1F7}" type="slidenum">
              <a:rPr lang="en-US" altLang="zh-TW" i="0" smtClean="0">
                <a:latin typeface="Times New Roman" panose="02020603050405020304" pitchFamily="18" charset="0"/>
              </a:rPr>
              <a:pPr/>
              <a:t>24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77827" name="Rectangle 2">
            <a:extLst>
              <a:ext uri="{FF2B5EF4-FFF2-40B4-BE49-F238E27FC236}">
                <a16:creationId xmlns:a16="http://schemas.microsoft.com/office/drawing/2014/main" id="{91B2EE27-1ED6-44F7-A1EB-AFD4EE6047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>
            <a:extLst>
              <a:ext uri="{FF2B5EF4-FFF2-40B4-BE49-F238E27FC236}">
                <a16:creationId xmlns:a16="http://schemas.microsoft.com/office/drawing/2014/main" id="{36BDA689-5A57-4A0A-AA4E-656370A4EF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>
            <a:extLst>
              <a:ext uri="{FF2B5EF4-FFF2-40B4-BE49-F238E27FC236}">
                <a16:creationId xmlns:a16="http://schemas.microsoft.com/office/drawing/2014/main" id="{CA254C5F-1854-4CE5-A8C3-D12489F8D4F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99256FF9-6F0D-4BF4-B520-5A9F7AC1CCBD}" type="slidenum">
              <a:rPr lang="en-US" altLang="zh-TW" i="0" smtClean="0">
                <a:latin typeface="Times New Roman" panose="02020603050405020304" pitchFamily="18" charset="0"/>
              </a:rPr>
              <a:pPr/>
              <a:t>25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79875" name="Rectangle 2">
            <a:extLst>
              <a:ext uri="{FF2B5EF4-FFF2-40B4-BE49-F238E27FC236}">
                <a16:creationId xmlns:a16="http://schemas.microsoft.com/office/drawing/2014/main" id="{2750D6AA-B4AD-42F0-A864-5EDE557100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6" name="Rectangle 3">
            <a:extLst>
              <a:ext uri="{FF2B5EF4-FFF2-40B4-BE49-F238E27FC236}">
                <a16:creationId xmlns:a16="http://schemas.microsoft.com/office/drawing/2014/main" id="{2499B04C-93A9-4198-AAF8-6493F63C8E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>
            <a:extLst>
              <a:ext uri="{FF2B5EF4-FFF2-40B4-BE49-F238E27FC236}">
                <a16:creationId xmlns:a16="http://schemas.microsoft.com/office/drawing/2014/main" id="{F4F0858B-7DE5-4F7C-B450-252B803DCFD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BB6BE710-22CB-4831-9A3C-76C1CBB4C322}" type="slidenum">
              <a:rPr lang="en-US" altLang="zh-TW" i="0" smtClean="0">
                <a:latin typeface="Times New Roman" panose="02020603050405020304" pitchFamily="18" charset="0"/>
              </a:rPr>
              <a:pPr/>
              <a:t>26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81923" name="Rectangle 2">
            <a:extLst>
              <a:ext uri="{FF2B5EF4-FFF2-40B4-BE49-F238E27FC236}">
                <a16:creationId xmlns:a16="http://schemas.microsoft.com/office/drawing/2014/main" id="{CA4E916F-45DC-4B4F-A2CC-F72864B8CA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4" name="Rectangle 3">
            <a:extLst>
              <a:ext uri="{FF2B5EF4-FFF2-40B4-BE49-F238E27FC236}">
                <a16:creationId xmlns:a16="http://schemas.microsoft.com/office/drawing/2014/main" id="{BC307311-91BE-4D6E-9B48-33D194D045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7">
            <a:extLst>
              <a:ext uri="{FF2B5EF4-FFF2-40B4-BE49-F238E27FC236}">
                <a16:creationId xmlns:a16="http://schemas.microsoft.com/office/drawing/2014/main" id="{D59F2E55-0BCD-4C25-848D-211F7CD2D09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1392EAB8-EB97-47DB-8F30-343210CC88EC}" type="slidenum">
              <a:rPr lang="en-US" altLang="zh-TW" i="0" smtClean="0">
                <a:latin typeface="Times New Roman" panose="02020603050405020304" pitchFamily="18" charset="0"/>
              </a:rPr>
              <a:pPr/>
              <a:t>27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83971" name="Rectangle 2">
            <a:extLst>
              <a:ext uri="{FF2B5EF4-FFF2-40B4-BE49-F238E27FC236}">
                <a16:creationId xmlns:a16="http://schemas.microsoft.com/office/drawing/2014/main" id="{2CE115B0-9A3D-486D-8C02-BADF2F56F8B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3972" name="Rectangle 3">
            <a:extLst>
              <a:ext uri="{FF2B5EF4-FFF2-40B4-BE49-F238E27FC236}">
                <a16:creationId xmlns:a16="http://schemas.microsoft.com/office/drawing/2014/main" id="{576F76DB-C4D1-4DEC-8DE9-CAEA13C330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>
            <a:extLst>
              <a:ext uri="{FF2B5EF4-FFF2-40B4-BE49-F238E27FC236}">
                <a16:creationId xmlns:a16="http://schemas.microsoft.com/office/drawing/2014/main" id="{93891604-21C5-412E-96D9-8BDE3D0D4F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5A9F9E14-52BD-4875-88AB-A04CE6C0C8FE}" type="slidenum">
              <a:rPr lang="en-US" altLang="zh-TW" i="0" smtClean="0">
                <a:latin typeface="Times New Roman" panose="02020603050405020304" pitchFamily="18" charset="0"/>
              </a:rPr>
              <a:pPr/>
              <a:t>28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86019" name="Rectangle 2">
            <a:extLst>
              <a:ext uri="{FF2B5EF4-FFF2-40B4-BE49-F238E27FC236}">
                <a16:creationId xmlns:a16="http://schemas.microsoft.com/office/drawing/2014/main" id="{E4E3F8FB-7FB2-4A20-BF2E-29E92173D44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20" name="Rectangle 3">
            <a:extLst>
              <a:ext uri="{FF2B5EF4-FFF2-40B4-BE49-F238E27FC236}">
                <a16:creationId xmlns:a16="http://schemas.microsoft.com/office/drawing/2014/main" id="{32FE1DDD-5FB9-4A29-93D0-338586E7C2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>
              <a:defRPr/>
            </a:pPr>
            <a:endParaRPr lang="zh-TW" altLang="zh-TW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>
            <a:extLst>
              <a:ext uri="{FF2B5EF4-FFF2-40B4-BE49-F238E27FC236}">
                <a16:creationId xmlns:a16="http://schemas.microsoft.com/office/drawing/2014/main" id="{8A0455A7-598A-4681-B824-0311257203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9pPr>
          </a:lstStyle>
          <a:p>
            <a:fld id="{166AC279-82A1-4012-A3AC-7B2FAF97E71F}" type="slidenum">
              <a:rPr lang="en-US" altLang="zh-TW" i="0" smtClean="0">
                <a:latin typeface="Times New Roman" panose="02020603050405020304" pitchFamily="18" charset="0"/>
              </a:rPr>
              <a:pPr/>
              <a:t>29</a:t>
            </a:fld>
            <a:endParaRPr lang="en-US" altLang="zh-TW" i="0">
              <a:latin typeface="Times New Roman" panose="02020603050405020304" pitchFamily="18" charset="0"/>
            </a:endParaRPr>
          </a:p>
        </p:txBody>
      </p:sp>
      <p:sp>
        <p:nvSpPr>
          <p:cNvPr id="88067" name="Rectangle 2">
            <a:extLst>
              <a:ext uri="{FF2B5EF4-FFF2-40B4-BE49-F238E27FC236}">
                <a16:creationId xmlns:a16="http://schemas.microsoft.com/office/drawing/2014/main" id="{9AAC22A1-037A-4D6D-B07B-94D66E3898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8" name="Rectangle 3">
            <a:extLst>
              <a:ext uri="{FF2B5EF4-FFF2-40B4-BE49-F238E27FC236}">
                <a16:creationId xmlns:a16="http://schemas.microsoft.com/office/drawing/2014/main" id="{F8DA3227-F38E-4738-93DF-63F6F65D0C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4D48D30-6848-4273-B3DF-21E27E50DBE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861AAD5-1594-4103-BDEF-333CE3E151F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83F44BC-C891-47DE-886A-09A2A1C796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558BBAED-A41C-494A-8D5C-9C663AD6C9E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83480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DF3108-4E41-4CF4-8CA7-F8FB580AA2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5A72344-581F-4F77-98DB-3D8CC6DBFF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9A15BB7-2C74-4B20-A615-15033E8DE05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460EB39E-79AF-426D-93F2-4F50CDD5F8A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3120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8177798-4FEE-4333-AEDB-32EF6CC8E0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470034D-B543-4737-994F-0A63C1F7269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E03ADCC-FFEE-477A-B79F-91E110AE68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EF8602FD-8FA7-4093-955A-1A5CABCB3B1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80981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5D4477-C0AC-4981-A2F3-0EB9E8549B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9FB3C-8E54-477E-9DDE-66FC7EB85D9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33E946-708C-4169-AF88-E2E9637030D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47BB4720-4E88-48DB-B5DD-2488B53F564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9466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28AE9B1-18E9-4F1D-8D1F-D3AD9481D9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EE10338-8A9E-4D78-9417-E8A0C08516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37DF9D55-9BA1-4EAF-A50D-1531FDE541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42657162-BFC7-4651-AAB0-2D38780E9A5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88539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A29EEEF-BAA4-44F9-BBBC-D7F11101980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B87BB6B-98A7-4605-8FF2-5D7326F001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88DEB57-F6EE-4E50-9349-DEC510CEA5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DB988BA3-1450-4CD1-9F4A-F6BCAE53A95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08214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CAB4D1E-FA2D-4AC3-827F-4276209C1E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B383D15-3C5D-4F63-99F1-43AEEC60D74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C5062E4-F4C8-47A2-9E22-A916CAA8BC8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DC47402F-77A0-47FC-84A8-82815AA9C4C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4455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22CF19-B66E-4DD5-89C4-4159FE7A26F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D85208-CA91-4D1F-95D3-5616458B353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2F762E-D010-4AE1-82BD-17E6A695A3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B8C8F6E2-E185-4FA3-8BBC-A7AB421C81E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2309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13245F-8452-42DB-8B63-7ECAA5EDFB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6D9ED3-3F46-4B78-9385-8A9D191D79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50ACFA-33A0-41A9-9C56-121553A6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37B06594-C361-445A-BF37-848D0175B44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55396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76D078-EC50-41B9-A4B8-3729EFEC8C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293F0A0-38DE-4E2B-B363-7841F89A706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F30F817-FC28-46B2-B960-4176F6454B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E97C1B01-494F-47C0-9850-D2A1385AB36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1110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C6C0EDC-4724-4951-877B-1996704037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B5FFBEE-FB2E-456A-A520-B65BBD3DEE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08D3A9D-A38D-4438-ADA7-23B8B388C3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5-</a:t>
            </a:r>
            <a:fld id="{F8B81080-A21C-4B72-9475-84B67BE1065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945061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B34201F-BD94-49EF-81B8-CB97B5E6EA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6B0604A-0408-4BDD-9595-0DEBD5B401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F7845DD-92F4-48F2-809A-D0EBB47F32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8D6FA9B8-F35C-411A-9E97-861F26E47EE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123352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853F6C-E693-4952-B7FB-EF8509A1150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DFF7BB6-50F3-43D4-9559-E5AFEC56B6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95534A8-B40B-4E09-A5D6-AEE4DBDD17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DB95DCCD-B9FF-403A-B1FA-DB752F49EE8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574551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B13A1F9-0712-4624-BBB4-2D339BB8B60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2A24BD1-623D-4BB9-9F01-A285AC8B024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AEB09BB-6B71-4093-A825-9BCEAF48A9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C91D8763-8A63-4C08-A219-D29938B96ED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6559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56C4E0-966A-484A-BEB8-BAEA78207E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54F645-0DC0-4704-8276-F43F02C50CA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797563-F8F2-4C2C-B42B-1860CBFBD5B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900D81A8-6BC8-422C-9F5D-55948195B34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774514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2CAA5AF-DEB7-4D1C-A615-9387BAF1ABA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E4E2F8FB-AC59-4D8D-AB11-CC20A5CC5CD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7FBFF80-997B-4AF7-B509-C08F8CFD4D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5C091251-86E4-48D5-9249-49A61911B4C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592661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592225-4221-42ED-BD40-C85784FB88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7558DB1-B668-4034-BCF3-9AF836352FE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C044232-7202-495A-8C90-820C171ADE1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AD7FCDAF-B417-4BD5-8689-68F9F60E0EE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67520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2765EEF-EBC2-4566-B56F-063CD7CC3B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8412DBE0-6783-472E-BAE8-54B40A1425F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2564C5E-6041-469C-90FC-7F4B5AA721D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80A0A75B-FB7B-4C97-B461-6198C81E883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5129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873658-F6F0-40A0-87EA-E2714758FE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120E6F-5390-4D46-85DB-22BEDDD53B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FDE221-3BCD-473B-B1F2-D51F1D8C9E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F5703967-8625-45E7-9BE2-0D30B2C7DF49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847370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5226-606F-4C8C-B2B2-EA2ADB59319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0B3C17-3AC5-421C-97EC-8B517652494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7D883B-157A-4D2C-8E5F-D5F910CB17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0653F532-718A-4719-B1D9-5F13D9E9964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68721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AE5E2F-F911-4B54-B0F2-5C9A9C8B86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46DB020-6711-4948-A8A5-02D199D0910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507A8EA-EC2C-481D-8B52-428E3B20CC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402FCA0C-F3F5-40A4-B8C7-89F094CE188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81761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A2AF195-6CE5-4D4C-9A97-824B99EFC9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891378B-6F79-45C8-83BC-FDEC70BFDF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C3BD7B3-1E77-497E-9A97-E7C4833380E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5-</a:t>
            </a:r>
            <a:fld id="{1A7895A2-EB9D-4237-817C-2738A06AB151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3700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14E9B8D-9756-4B0C-8468-193A0ADCD0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8B0544ED-2250-4A56-B25F-0E22D8CAB6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054378B-1753-450F-A287-2D99142C335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i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952C2BBD-1474-4A3D-B86B-77088013CD4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2125" y="6486525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i="0">
                <a:latin typeface="Arial" charset="0"/>
                <a:ea typeface="+mn-ea"/>
                <a:cs typeface="Arial" charset="0"/>
              </a:defRPr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EB34C33F-906E-4831-8322-EA9252F3263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181975" y="6486525"/>
            <a:ext cx="676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 dirty="0"/>
              <a:t>5-</a:t>
            </a:r>
            <a:fld id="{BFB9BFB0-E721-4661-BC93-F523A54B6DB3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593" r:id="rId1"/>
    <p:sldLayoutId id="2147485594" r:id="rId2"/>
    <p:sldLayoutId id="2147485595" r:id="rId3"/>
    <p:sldLayoutId id="2147485596" r:id="rId4"/>
    <p:sldLayoutId id="2147485597" r:id="rId5"/>
    <p:sldLayoutId id="2147485598" r:id="rId6"/>
    <p:sldLayoutId id="2147485599" r:id="rId7"/>
    <p:sldLayoutId id="2147485600" r:id="rId8"/>
    <p:sldLayoutId id="2147485601" r:id="rId9"/>
    <p:sldLayoutId id="2147485602" r:id="rId10"/>
    <p:sldLayoutId id="2147485603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anose="020B0600070205080204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panose="020B0600070205080204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panose="020B0600070205080204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anose="020B0600070205080204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anose="020B0600070205080204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anose="020B0600070205080204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FFCBDCC6-BA3F-4A52-96F2-DB2B97020F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7F4E8234-ADEE-45CC-B9A3-E8498BBB09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2E607B8-35E3-4C69-9FC0-00071150458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i="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0976DA79-15B6-45DD-86F2-6ABAECBC680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2125" y="6486525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i="0">
                <a:solidFill>
                  <a:srgbClr val="000000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pPr>
              <a:defRPr/>
            </a:pPr>
            <a:r>
              <a:rPr lang="en-US"/>
              <a:t>Data Link 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7DAF5F05-7E48-43A9-9C77-971227A1C58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181975" y="6486525"/>
            <a:ext cx="676275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i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5-</a:t>
            </a:r>
            <a:fld id="{A4F8B50B-52ED-42B7-A7A7-8E09DEBFBF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604" r:id="rId1"/>
    <p:sldLayoutId id="2147485605" r:id="rId2"/>
    <p:sldLayoutId id="2147485606" r:id="rId3"/>
    <p:sldLayoutId id="2147485607" r:id="rId4"/>
    <p:sldLayoutId id="2147485608" r:id="rId5"/>
    <p:sldLayoutId id="2147485609" r:id="rId6"/>
    <p:sldLayoutId id="2147485610" r:id="rId7"/>
    <p:sldLayoutId id="2147485611" r:id="rId8"/>
    <p:sldLayoutId id="2147485612" r:id="rId9"/>
    <p:sldLayoutId id="2147485613" r:id="rId10"/>
    <p:sldLayoutId id="2147485614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anose="020B0600070205080204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anose="020B0600070205080204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panose="020B0600070205080204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panose="020B0600070205080204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anose="020B0600070205080204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anose="020B0600070205080204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anose="020B0600070205080204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gif"/><Relationship Id="rId9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3">
            <a:extLst>
              <a:ext uri="{FF2B5EF4-FFF2-40B4-BE49-F238E27FC236}">
                <a16:creationId xmlns:a16="http://schemas.microsoft.com/office/drawing/2014/main" id="{6DF5857F-4BEE-41B9-8A9D-4E084A4D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4400" dirty="0">
                <a:solidFill>
                  <a:srgbClr val="000099"/>
                </a:solidFill>
                <a:cs typeface="Arial" panose="020B0604020202020204" pitchFamily="34" charset="0"/>
              </a:rPr>
              <a:t>Chapter 6</a:t>
            </a:r>
            <a:br>
              <a:rPr lang="en-US" altLang="zh-TW" sz="4800" dirty="0">
                <a:solidFill>
                  <a:srgbClr val="000099"/>
                </a:solidFill>
                <a:cs typeface="Arial" panose="020B0604020202020204" pitchFamily="34" charset="0"/>
              </a:rPr>
            </a:br>
            <a:r>
              <a:rPr lang="en-US" altLang="zh-TW" sz="4400" dirty="0">
                <a:solidFill>
                  <a:srgbClr val="000099"/>
                </a:solidFill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0724" name="Text Box 6">
            <a:extLst>
              <a:ext uri="{FF2B5EF4-FFF2-40B4-BE49-F238E27FC236}">
                <a16:creationId xmlns:a16="http://schemas.microsoft.com/office/drawing/2014/main" id="{812F4BF8-2EF2-42C3-A81F-3FD165C68F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888" y="3268663"/>
            <a:ext cx="5378450" cy="148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latin typeface="Arial" panose="020B0604020202020204" pitchFamily="34" charset="0"/>
                <a:cs typeface="Arial" panose="020B0604020202020204" pitchFamily="34" charset="0"/>
              </a:rPr>
              <a:t>A note on the use of these ppt slides: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ja-JP" altLang="en-US" sz="1200" i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 i="0">
                <a:latin typeface="Arial" panose="020B0604020202020204" pitchFamily="34" charset="0"/>
                <a:cs typeface="Arial" panose="020B0604020202020204" pitchFamily="34" charset="0"/>
              </a:rPr>
              <a:t>re making these slides freely available to all (faculty, students, readers). They</a:t>
            </a:r>
            <a:r>
              <a:rPr lang="ja-JP" altLang="en-US" sz="1200" i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 i="0">
                <a:latin typeface="Arial" panose="020B0604020202020204" pitchFamily="34" charset="0"/>
                <a:cs typeface="Arial" panose="020B0604020202020204" pitchFamily="34" charset="0"/>
              </a:rPr>
              <a:t>re in PowerPoint form so you see the animations; and can add, modify, and delete slides  (including this one) and slide content to suit your needs. They obviously represent a lot of work on our part. In return for use, we only ask the following: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725" name="Text Box 7">
            <a:extLst>
              <a:ext uri="{FF2B5EF4-FFF2-40B4-BE49-F238E27FC236}">
                <a16:creationId xmlns:a16="http://schemas.microsoft.com/office/drawing/2014/main" id="{F4D21672-D31A-4861-962B-0A6DA53744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063" y="4267200"/>
            <a:ext cx="5378450" cy="201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400" i="0"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If you use these slides (e.g., in a class) that you mention their source (after all, we</a:t>
            </a:r>
            <a:r>
              <a:rPr lang="ja-JP" altLang="en-US" sz="1200" i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  <a:r>
              <a:rPr lang="en-US" altLang="ja-JP" sz="1200" i="0">
                <a:latin typeface="Arial" panose="020B0604020202020204" pitchFamily="34" charset="0"/>
                <a:cs typeface="Arial" panose="020B0604020202020204" pitchFamily="34" charset="0"/>
              </a:rPr>
              <a:t>d like people to use our book!)</a:t>
            </a:r>
          </a:p>
          <a:p>
            <a:pPr>
              <a:lnSpc>
                <a:spcPct val="100000"/>
              </a:lnSpc>
              <a:spcBef>
                <a:spcPct val="0"/>
              </a:spcBef>
              <a:buSzPct val="75000"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If you post any slides on a www site, that you note that they are adapted from (or perhaps identical to) our slides, and note our copyright of this material.</a:t>
            </a:r>
          </a:p>
          <a:p>
            <a:pPr>
              <a:lnSpc>
                <a:spcPct val="100000"/>
              </a:lnSpc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Char char="q"/>
            </a:pPr>
            <a:endParaRPr lang="en-US" altLang="zh-TW" sz="1200" i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ct val="0"/>
              </a:spcBef>
              <a:buClr>
                <a:schemeClr val="accent2"/>
              </a:buClr>
              <a:buSzTx/>
              <a:buFont typeface="Wingdings" panose="05000000000000000000" pitchFamily="2" charset="2"/>
              <a:buNone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Thanks and enjoy!  JFK/KWR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en-US" altLang="zh-TW" sz="1200" i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     All material copyright 1996-2012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  <a:cs typeface="Arial" panose="020B0604020202020204" pitchFamily="34" charset="0"/>
              </a:rPr>
              <a:t>     J.F Kurose and K.W. Ross, All Rights Reserved</a:t>
            </a:r>
          </a:p>
        </p:txBody>
      </p:sp>
      <p:pic>
        <p:nvPicPr>
          <p:cNvPr id="30726" name="Picture 8">
            <a:extLst>
              <a:ext uri="{FF2B5EF4-FFF2-40B4-BE49-F238E27FC236}">
                <a16:creationId xmlns:a16="http://schemas.microsoft.com/office/drawing/2014/main" id="{5A753D30-C93B-496A-B679-31571D66BD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5942013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7" name="Picture 9" descr="underline_base">
            <a:extLst>
              <a:ext uri="{FF2B5EF4-FFF2-40B4-BE49-F238E27FC236}">
                <a16:creationId xmlns:a16="http://schemas.microsoft.com/office/drawing/2014/main" id="{F992C4AB-9B32-4EB9-87BB-ADF89335F6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097088"/>
            <a:ext cx="2736850" cy="18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9" name="TextBox 2">
            <a:extLst>
              <a:ext uri="{FF2B5EF4-FFF2-40B4-BE49-F238E27FC236}">
                <a16:creationId xmlns:a16="http://schemas.microsoft.com/office/drawing/2014/main" id="{D9ABA31A-80B9-4CEE-8636-7A5CFEF1E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995488" y="3043238"/>
            <a:ext cx="1841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latin typeface="Tahoma" panose="020B0604030504040204" pitchFamily="34" charset="0"/>
            </a:endParaRPr>
          </a:p>
        </p:txBody>
      </p:sp>
      <p:sp>
        <p:nvSpPr>
          <p:cNvPr id="30730" name="Footer Placeholder 4">
            <a:extLst>
              <a:ext uri="{FF2B5EF4-FFF2-40B4-BE49-F238E27FC236}">
                <a16:creationId xmlns:a16="http://schemas.microsoft.com/office/drawing/2014/main" id="{B33C4C94-7AF2-4BCE-8105-3550A407B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0731" name="Slide Number Placeholder 5">
            <a:extLst>
              <a:ext uri="{FF2B5EF4-FFF2-40B4-BE49-F238E27FC236}">
                <a16:creationId xmlns:a16="http://schemas.microsoft.com/office/drawing/2014/main" id="{F684EB32-7C38-4EB4-9583-F553C4A92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6-</a:t>
            </a:r>
            <a:fld id="{2AEF4FB8-6A5B-4D7C-921F-F0B87AEDA2B3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sp>
        <p:nvSpPr>
          <p:cNvPr id="30732" name="矩形 10">
            <a:extLst>
              <a:ext uri="{FF2B5EF4-FFF2-40B4-BE49-F238E27FC236}">
                <a16:creationId xmlns:a16="http://schemas.microsoft.com/office/drawing/2014/main" id="{B8A1B603-69F0-4A59-A31B-5D6C2E943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11900"/>
            <a:ext cx="4371975" cy="473075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solidFill>
                  <a:srgbClr val="000099"/>
                </a:solidFill>
                <a:latin typeface="Arial" panose="020B0604020202020204" pitchFamily="34" charset="0"/>
              </a:rPr>
              <a:t>Modified by Man Hon Cheung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Footer Placeholder 5">
            <a:extLst>
              <a:ext uri="{FF2B5EF4-FFF2-40B4-BE49-F238E27FC236}">
                <a16:creationId xmlns:a16="http://schemas.microsoft.com/office/drawing/2014/main" id="{86CAAAEF-AC9E-4BFD-9FCF-7DFCCFEB0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1747" name="Slide Number Placeholder 6">
            <a:extLst>
              <a:ext uri="{FF2B5EF4-FFF2-40B4-BE49-F238E27FC236}">
                <a16:creationId xmlns:a16="http://schemas.microsoft.com/office/drawing/2014/main" id="{AF1D2A38-74D5-416A-89BE-2E4BCC9E5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E77FBD1A-A5E9-4264-B72A-439A64590797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31748" name="Picture 5" descr="underline_base">
            <a:extLst>
              <a:ext uri="{FF2B5EF4-FFF2-40B4-BE49-F238E27FC236}">
                <a16:creationId xmlns:a16="http://schemas.microsoft.com/office/drawing/2014/main" id="{99840B32-E717-4D2B-8FC2-61E7B0B6CA6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163" y="103981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3" name="Rectangle 2">
            <a:extLst>
              <a:ext uri="{FF2B5EF4-FFF2-40B4-BE49-F238E27FC236}">
                <a16:creationId xmlns:a16="http://schemas.microsoft.com/office/drawing/2014/main" id="{6545548D-33F4-4EB8-9173-BB261C8113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Chapter 6: Link layer</a:t>
            </a:r>
          </a:p>
        </p:txBody>
      </p:sp>
      <p:sp>
        <p:nvSpPr>
          <p:cNvPr id="31750" name="Rectangle 3">
            <a:extLst>
              <a:ext uri="{FF2B5EF4-FFF2-40B4-BE49-F238E27FC236}">
                <a16:creationId xmlns:a16="http://schemas.microsoft.com/office/drawing/2014/main" id="{BB501F95-D567-443D-B046-505C5AD2FD7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371600"/>
            <a:ext cx="73056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3200" i="1">
                <a:solidFill>
                  <a:srgbClr val="990033"/>
                </a:solidFill>
              </a:rPr>
              <a:t>our goals:</a:t>
            </a:r>
            <a:r>
              <a:rPr lang="en-US" altLang="zh-TW" sz="3200" i="1">
                <a:solidFill>
                  <a:srgbClr val="FF0000"/>
                </a:solidFill>
              </a:rPr>
              <a:t> </a:t>
            </a:r>
          </a:p>
          <a:p>
            <a:r>
              <a:rPr lang="en-US" altLang="zh-TW"/>
              <a:t>understand principles behind link layer services:</a:t>
            </a:r>
          </a:p>
          <a:p>
            <a:pPr lvl="1"/>
            <a:r>
              <a:rPr lang="en-US" altLang="zh-TW"/>
              <a:t>error detection, correction</a:t>
            </a:r>
          </a:p>
          <a:p>
            <a:pPr lvl="1"/>
            <a:r>
              <a:rPr lang="en-US" altLang="zh-TW"/>
              <a:t>sharing a broadcast channel: multiple access</a:t>
            </a:r>
          </a:p>
          <a:p>
            <a:pPr lvl="1"/>
            <a:r>
              <a:rPr lang="en-US" altLang="zh-TW"/>
              <a:t>link layer addressing</a:t>
            </a:r>
          </a:p>
          <a:p>
            <a:pPr lvl="1"/>
            <a:r>
              <a:rPr lang="en-US" altLang="zh-TW"/>
              <a:t>local area networks: Ethernet, VLANs</a:t>
            </a:r>
            <a:endParaRPr lang="en-US" altLang="zh-TW">
              <a:solidFill>
                <a:srgbClr val="000099"/>
              </a:solidFill>
            </a:endParaRPr>
          </a:p>
          <a:p>
            <a:r>
              <a:rPr lang="en-US" altLang="zh-TW"/>
              <a:t>instantiation, implementation of various link layer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Footer Placeholder 5">
            <a:extLst>
              <a:ext uri="{FF2B5EF4-FFF2-40B4-BE49-F238E27FC236}">
                <a16:creationId xmlns:a16="http://schemas.microsoft.com/office/drawing/2014/main" id="{E51CC72D-6C35-4C28-81AF-5A35CCC86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3795" name="Slide Number Placeholder 6">
            <a:extLst>
              <a:ext uri="{FF2B5EF4-FFF2-40B4-BE49-F238E27FC236}">
                <a16:creationId xmlns:a16="http://schemas.microsoft.com/office/drawing/2014/main" id="{E6DE906B-D037-4375-BD95-28C75E548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856D87CD-DB3D-47FC-8E23-1F7406E20868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33796" name="Picture 5" descr="underline_base">
            <a:extLst>
              <a:ext uri="{FF2B5EF4-FFF2-40B4-BE49-F238E27FC236}">
                <a16:creationId xmlns:a16="http://schemas.microsoft.com/office/drawing/2014/main" id="{45A7FD86-5FDE-4306-8376-0779B24BC9A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1028700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Rectangle 2">
            <a:extLst>
              <a:ext uri="{FF2B5EF4-FFF2-40B4-BE49-F238E27FC236}">
                <a16:creationId xmlns:a16="http://schemas.microsoft.com/office/drawing/2014/main" id="{31ADE6CE-E5E2-48AE-8DEE-E9A933D261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layer, </a:t>
            </a:r>
            <a:r>
              <a:rPr lang="en-US" sz="4000" dirty="0">
                <a:ea typeface="ＭＳ Ｐゴシック" charset="0"/>
                <a:cs typeface="+mj-cs"/>
              </a:rPr>
              <a:t>LAN</a:t>
            </a:r>
            <a:r>
              <a:rPr lang="en-US" dirty="0">
                <a:ea typeface="ＭＳ Ｐゴシック" charset="0"/>
                <a:cs typeface="+mj-cs"/>
              </a:rPr>
              <a:t>s: outline</a:t>
            </a:r>
          </a:p>
        </p:txBody>
      </p:sp>
      <p:sp>
        <p:nvSpPr>
          <p:cNvPr id="3078" name="Rectangle 3">
            <a:extLst>
              <a:ext uri="{FF2B5EF4-FFF2-40B4-BE49-F238E27FC236}">
                <a16:creationId xmlns:a16="http://schemas.microsoft.com/office/drawing/2014/main" id="{467033D0-5F1A-4560-A592-B1F42093D0E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922713" cy="4648200"/>
          </a:xfrm>
        </p:spPr>
        <p:txBody>
          <a:bodyPr/>
          <a:lstStyle/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6.1 introduction, services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6.2</a:t>
            </a:r>
            <a:r>
              <a:rPr lang="en-US" dirty="0">
                <a:ea typeface="ＭＳ Ｐゴシック" charset="0"/>
                <a:cs typeface="+mn-cs"/>
              </a:rPr>
              <a:t> error detection, correction 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6.3</a:t>
            </a:r>
            <a:r>
              <a:rPr lang="en-US" dirty="0">
                <a:ea typeface="ＭＳ Ｐゴシック" charset="0"/>
                <a:cs typeface="+mn-cs"/>
              </a:rPr>
              <a:t> multiple access protocols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6.4</a:t>
            </a:r>
            <a:r>
              <a:rPr lang="en-US" dirty="0">
                <a:ea typeface="ＭＳ Ｐゴシック" charset="0"/>
                <a:cs typeface="+mn-cs"/>
              </a:rPr>
              <a:t> LANs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addressing, ARP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Ethernet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switches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VLANS</a:t>
            </a:r>
          </a:p>
        </p:txBody>
      </p:sp>
      <p:sp>
        <p:nvSpPr>
          <p:cNvPr id="33799" name="Rectangle 4">
            <a:extLst>
              <a:ext uri="{FF2B5EF4-FFF2-40B4-BE49-F238E27FC236}">
                <a16:creationId xmlns:a16="http://schemas.microsoft.com/office/drawing/2014/main" id="{7EFFFF62-5227-4EB3-982F-BA795BDFC44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0544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6.5</a:t>
            </a:r>
            <a:r>
              <a:rPr lang="en-US" altLang="zh-TW" dirty="0"/>
              <a:t> link virtualization: MPLS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6.6</a:t>
            </a:r>
            <a:r>
              <a:rPr lang="en-US" altLang="zh-TW" dirty="0"/>
              <a:t> data center networking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6.7</a:t>
            </a:r>
            <a:r>
              <a:rPr lang="en-US" altLang="zh-TW" dirty="0"/>
              <a:t> a day in the life of a web request</a:t>
            </a:r>
          </a:p>
          <a:p>
            <a:pPr marL="457200" indent="-457200">
              <a:buFont typeface="Wingdings" panose="05000000000000000000" pitchFamily="2" charset="2"/>
              <a:buNone/>
            </a:pPr>
            <a:endParaRPr lang="en-US" altLang="zh-TW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Footer Placeholder 5">
            <a:extLst>
              <a:ext uri="{FF2B5EF4-FFF2-40B4-BE49-F238E27FC236}">
                <a16:creationId xmlns:a16="http://schemas.microsoft.com/office/drawing/2014/main" id="{B0C60258-DDC9-40D2-9720-DE9DF440E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5843" name="Slide Number Placeholder 6">
            <a:extLst>
              <a:ext uri="{FF2B5EF4-FFF2-40B4-BE49-F238E27FC236}">
                <a16:creationId xmlns:a16="http://schemas.microsoft.com/office/drawing/2014/main" id="{5C2E3148-283A-4D6E-8A21-428362D18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1455094B-0A83-4B06-B9CF-32629AEEDE2C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35844" name="Picture 665" descr="underline_base">
            <a:extLst>
              <a:ext uri="{FF2B5EF4-FFF2-40B4-BE49-F238E27FC236}">
                <a16:creationId xmlns:a16="http://schemas.microsoft.com/office/drawing/2014/main" id="{036BE653-EEF2-4DAE-9392-18E03D9837C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" y="868363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1" name="Rectangle 2">
            <a:extLst>
              <a:ext uri="{FF2B5EF4-FFF2-40B4-BE49-F238E27FC236}">
                <a16:creationId xmlns:a16="http://schemas.microsoft.com/office/drawing/2014/main" id="{1AAEB86E-88BE-4DAB-A1C4-1E922E4554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9263" y="200025"/>
            <a:ext cx="6308725" cy="8763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layer: introduction</a:t>
            </a:r>
          </a:p>
        </p:txBody>
      </p:sp>
      <p:sp>
        <p:nvSpPr>
          <p:cNvPr id="35846" name="Rectangle 3">
            <a:extLst>
              <a:ext uri="{FF2B5EF4-FFF2-40B4-BE49-F238E27FC236}">
                <a16:creationId xmlns:a16="http://schemas.microsoft.com/office/drawing/2014/main" id="{C584EBAC-644B-49A9-903D-7EE9DE717C4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22275" y="1330325"/>
            <a:ext cx="4267200" cy="3802063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terminology:</a:t>
            </a:r>
          </a:p>
          <a:p>
            <a:r>
              <a:rPr lang="en-US" altLang="zh-TW" sz="2400"/>
              <a:t>hosts and routers: </a:t>
            </a:r>
            <a:r>
              <a:rPr lang="en-US" altLang="zh-TW" sz="2400">
                <a:solidFill>
                  <a:srgbClr val="CC0000"/>
                </a:solidFill>
              </a:rPr>
              <a:t>nodes</a:t>
            </a:r>
          </a:p>
          <a:p>
            <a:r>
              <a:rPr lang="en-US" altLang="zh-TW" sz="2400"/>
              <a:t>communication channels that connect adjacent nodes along communication path: </a:t>
            </a:r>
            <a:r>
              <a:rPr lang="en-US" altLang="zh-TW" sz="2400">
                <a:solidFill>
                  <a:srgbClr val="CC0000"/>
                </a:solidFill>
              </a:rPr>
              <a:t>links</a:t>
            </a:r>
          </a:p>
          <a:p>
            <a:pPr lvl="1"/>
            <a:r>
              <a:rPr lang="en-US" altLang="zh-TW"/>
              <a:t>wired links</a:t>
            </a:r>
          </a:p>
          <a:p>
            <a:pPr lvl="1"/>
            <a:r>
              <a:rPr lang="en-US" altLang="zh-TW"/>
              <a:t>wireless links</a:t>
            </a:r>
          </a:p>
          <a:p>
            <a:pPr lvl="1"/>
            <a:r>
              <a:rPr lang="en-US" altLang="zh-TW"/>
              <a:t>LANs</a:t>
            </a:r>
            <a:endParaRPr lang="en-US" altLang="zh-TW" b="1">
              <a:solidFill>
                <a:srgbClr val="FF0000"/>
              </a:solidFill>
            </a:endParaRPr>
          </a:p>
          <a:p>
            <a:r>
              <a:rPr lang="en-US" altLang="zh-TW" sz="2400"/>
              <a:t>layer-2 packet: </a:t>
            </a:r>
            <a:r>
              <a:rPr lang="en-US" altLang="zh-TW" sz="2400">
                <a:solidFill>
                  <a:srgbClr val="CC0000"/>
                </a:solidFill>
              </a:rPr>
              <a:t>frame,</a:t>
            </a:r>
            <a:r>
              <a:rPr lang="en-US" altLang="zh-TW" sz="2400" b="1">
                <a:solidFill>
                  <a:srgbClr val="FF0000"/>
                </a:solidFill>
              </a:rPr>
              <a:t> </a:t>
            </a:r>
            <a:r>
              <a:rPr lang="en-US" altLang="zh-TW" sz="2400"/>
              <a:t>encapsulates datagram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/>
          </a:p>
          <a:p>
            <a:endParaRPr lang="en-US" altLang="zh-TW" sz="2400"/>
          </a:p>
        </p:txBody>
      </p:sp>
      <p:sp>
        <p:nvSpPr>
          <p:cNvPr id="35847" name="Text Box 467">
            <a:extLst>
              <a:ext uri="{FF2B5EF4-FFF2-40B4-BE49-F238E27FC236}">
                <a16:creationId xmlns:a16="http://schemas.microsoft.com/office/drawing/2014/main" id="{452DE75C-8376-407E-BE80-F13B20F08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875" y="5299075"/>
            <a:ext cx="4881563" cy="1044575"/>
          </a:xfrm>
          <a:prstGeom prst="rect">
            <a:avLst/>
          </a:prstGeom>
          <a:noFill/>
          <a:ln w="190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CC0000"/>
                </a:solidFill>
              </a:rPr>
              <a:t>data-link layer</a:t>
            </a:r>
            <a:r>
              <a:rPr lang="en-US" altLang="zh-TW" sz="2400" i="0" dirty="0"/>
              <a:t> has responsibility of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0" dirty="0"/>
              <a:t>transferring datagram from one node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0" dirty="0"/>
              <a:t>to </a:t>
            </a:r>
            <a:r>
              <a:rPr lang="en-US" altLang="zh-TW" sz="2400" dirty="0">
                <a:solidFill>
                  <a:srgbClr val="CC0000"/>
                </a:solidFill>
              </a:rPr>
              <a:t>physically adjacent</a:t>
            </a:r>
            <a:r>
              <a:rPr lang="en-US" altLang="zh-TW" sz="2400" i="0" dirty="0"/>
              <a:t> node over a link</a:t>
            </a:r>
            <a:endParaRPr lang="en-US" altLang="zh-TW" sz="1800" i="0" dirty="0"/>
          </a:p>
        </p:txBody>
      </p:sp>
      <p:sp>
        <p:nvSpPr>
          <p:cNvPr id="35848" name="Freeform 666">
            <a:extLst>
              <a:ext uri="{FF2B5EF4-FFF2-40B4-BE49-F238E27FC236}">
                <a16:creationId xmlns:a16="http://schemas.microsoft.com/office/drawing/2014/main" id="{D4BEB2C4-2EEA-4268-A08C-B9477948E9B9}"/>
              </a:ext>
            </a:extLst>
          </p:cNvPr>
          <p:cNvSpPr>
            <a:spLocks/>
          </p:cNvSpPr>
          <p:nvPr/>
        </p:nvSpPr>
        <p:spPr bwMode="auto">
          <a:xfrm>
            <a:off x="5202238" y="1712913"/>
            <a:ext cx="1736725" cy="1071562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49" name="Group 667">
            <a:extLst>
              <a:ext uri="{FF2B5EF4-FFF2-40B4-BE49-F238E27FC236}">
                <a16:creationId xmlns:a16="http://schemas.microsoft.com/office/drawing/2014/main" id="{81BB840A-7622-4FF4-B1DA-0E2255CED837}"/>
              </a:ext>
            </a:extLst>
          </p:cNvPr>
          <p:cNvGrpSpPr>
            <a:grpSpLocks/>
          </p:cNvGrpSpPr>
          <p:nvPr/>
        </p:nvGrpSpPr>
        <p:grpSpPr bwMode="auto">
          <a:xfrm>
            <a:off x="5370513" y="3048000"/>
            <a:ext cx="1458912" cy="933450"/>
            <a:chOff x="2889" y="1631"/>
            <a:chExt cx="980" cy="743"/>
          </a:xfrm>
        </p:grpSpPr>
        <p:sp>
          <p:nvSpPr>
            <p:cNvPr id="36292" name="Rectangle 668">
              <a:extLst>
                <a:ext uri="{FF2B5EF4-FFF2-40B4-BE49-F238E27FC236}">
                  <a16:creationId xmlns:a16="http://schemas.microsoft.com/office/drawing/2014/main" id="{F292DA72-D2BF-44E5-9E0E-A7B49821E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293" name="AutoShape 669">
              <a:extLst>
                <a:ext uri="{FF2B5EF4-FFF2-40B4-BE49-F238E27FC236}">
                  <a16:creationId xmlns:a16="http://schemas.microsoft.com/office/drawing/2014/main" id="{2AC9E084-3BA9-48E7-8689-030F4403EA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35850" name="Freeform 670">
            <a:extLst>
              <a:ext uri="{FF2B5EF4-FFF2-40B4-BE49-F238E27FC236}">
                <a16:creationId xmlns:a16="http://schemas.microsoft.com/office/drawing/2014/main" id="{147BEC9E-7A35-4481-A98E-AFB561030DDD}"/>
              </a:ext>
            </a:extLst>
          </p:cNvPr>
          <p:cNvSpPr>
            <a:spLocks/>
          </p:cNvSpPr>
          <p:nvPr/>
        </p:nvSpPr>
        <p:spPr bwMode="auto">
          <a:xfrm>
            <a:off x="5364163" y="4425950"/>
            <a:ext cx="3225800" cy="1665288"/>
          </a:xfrm>
          <a:custGeom>
            <a:avLst/>
            <a:gdLst>
              <a:gd name="T0" fmla="*/ 2147483646 w 2032"/>
              <a:gd name="T1" fmla="*/ 2147483646 h 1049"/>
              <a:gd name="T2" fmla="*/ 2147483646 w 2032"/>
              <a:gd name="T3" fmla="*/ 2147483646 h 1049"/>
              <a:gd name="T4" fmla="*/ 2147483646 w 2032"/>
              <a:gd name="T5" fmla="*/ 2147483646 h 1049"/>
              <a:gd name="T6" fmla="*/ 2147483646 w 2032"/>
              <a:gd name="T7" fmla="*/ 2147483646 h 1049"/>
              <a:gd name="T8" fmla="*/ 2147483646 w 2032"/>
              <a:gd name="T9" fmla="*/ 2147483646 h 1049"/>
              <a:gd name="T10" fmla="*/ 2147483646 w 2032"/>
              <a:gd name="T11" fmla="*/ 2147483646 h 1049"/>
              <a:gd name="T12" fmla="*/ 2147483646 w 2032"/>
              <a:gd name="T13" fmla="*/ 2147483646 h 1049"/>
              <a:gd name="T14" fmla="*/ 2147483646 w 2032"/>
              <a:gd name="T15" fmla="*/ 2147483646 h 1049"/>
              <a:gd name="T16" fmla="*/ 2147483646 w 2032"/>
              <a:gd name="T17" fmla="*/ 2147483646 h 1049"/>
              <a:gd name="T18" fmla="*/ 2147483646 w 2032"/>
              <a:gd name="T19" fmla="*/ 2147483646 h 1049"/>
              <a:gd name="T20" fmla="*/ 2147483646 w 2032"/>
              <a:gd name="T21" fmla="*/ 2147483646 h 1049"/>
              <a:gd name="T22" fmla="*/ 2147483646 w 2032"/>
              <a:gd name="T23" fmla="*/ 2147483646 h 1049"/>
              <a:gd name="T24" fmla="*/ 2147483646 w 2032"/>
              <a:gd name="T25" fmla="*/ 2147483646 h 1049"/>
              <a:gd name="T26" fmla="*/ 2147483646 w 2032"/>
              <a:gd name="T27" fmla="*/ 2147483646 h 1049"/>
              <a:gd name="T28" fmla="*/ 2147483646 w 2032"/>
              <a:gd name="T29" fmla="*/ 2147483646 h 1049"/>
              <a:gd name="T30" fmla="*/ 2147483646 w 2032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032"/>
              <a:gd name="T49" fmla="*/ 0 h 1049"/>
              <a:gd name="T50" fmla="*/ 2032 w 2032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032" h="1049">
                <a:moveTo>
                  <a:pt x="1044" y="26"/>
                </a:moveTo>
                <a:cubicBezTo>
                  <a:pt x="959" y="45"/>
                  <a:pt x="924" y="118"/>
                  <a:pt x="847" y="125"/>
                </a:cubicBezTo>
                <a:cubicBezTo>
                  <a:pt x="770" y="132"/>
                  <a:pt x="697" y="61"/>
                  <a:pt x="580" y="68"/>
                </a:cubicBezTo>
                <a:cubicBezTo>
                  <a:pt x="463" y="75"/>
                  <a:pt x="232" y="119"/>
                  <a:pt x="143" y="170"/>
                </a:cubicBezTo>
                <a:cubicBezTo>
                  <a:pt x="54" y="221"/>
                  <a:pt x="65" y="289"/>
                  <a:pt x="48" y="374"/>
                </a:cubicBezTo>
                <a:cubicBezTo>
                  <a:pt x="31" y="459"/>
                  <a:pt x="0" y="618"/>
                  <a:pt x="41" y="680"/>
                </a:cubicBezTo>
                <a:cubicBezTo>
                  <a:pt x="82" y="742"/>
                  <a:pt x="191" y="709"/>
                  <a:pt x="294" y="744"/>
                </a:cubicBezTo>
                <a:cubicBezTo>
                  <a:pt x="397" y="779"/>
                  <a:pt x="527" y="849"/>
                  <a:pt x="660" y="893"/>
                </a:cubicBezTo>
                <a:cubicBezTo>
                  <a:pt x="793" y="938"/>
                  <a:pt x="944" y="991"/>
                  <a:pt x="1088" y="1014"/>
                </a:cubicBezTo>
                <a:cubicBezTo>
                  <a:pt x="1232" y="1036"/>
                  <a:pt x="1401" y="1049"/>
                  <a:pt x="1525" y="1031"/>
                </a:cubicBezTo>
                <a:cubicBezTo>
                  <a:pt x="1649" y="1012"/>
                  <a:pt x="1749" y="960"/>
                  <a:pt x="1831" y="907"/>
                </a:cubicBezTo>
                <a:cubicBezTo>
                  <a:pt x="1913" y="855"/>
                  <a:pt x="1998" y="824"/>
                  <a:pt x="2015" y="714"/>
                </a:cubicBezTo>
                <a:cubicBezTo>
                  <a:pt x="2032" y="604"/>
                  <a:pt x="1990" y="350"/>
                  <a:pt x="1931" y="251"/>
                </a:cubicBezTo>
                <a:cubicBezTo>
                  <a:pt x="1872" y="151"/>
                  <a:pt x="1754" y="153"/>
                  <a:pt x="1658" y="114"/>
                </a:cubicBezTo>
                <a:cubicBezTo>
                  <a:pt x="1562" y="76"/>
                  <a:pt x="1457" y="30"/>
                  <a:pt x="1355" y="15"/>
                </a:cubicBezTo>
                <a:cubicBezTo>
                  <a:pt x="1253" y="0"/>
                  <a:pt x="1129" y="8"/>
                  <a:pt x="1044" y="26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1" name="Line 671">
            <a:extLst>
              <a:ext uri="{FF2B5EF4-FFF2-40B4-BE49-F238E27FC236}">
                <a16:creationId xmlns:a16="http://schemas.microsoft.com/office/drawing/2014/main" id="{A68DEFB2-F5BF-48AE-BCB1-788DE8B73059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7791450" y="5248275"/>
            <a:ext cx="471488" cy="2063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5852" name="Line 672">
            <a:extLst>
              <a:ext uri="{FF2B5EF4-FFF2-40B4-BE49-F238E27FC236}">
                <a16:creationId xmlns:a16="http://schemas.microsoft.com/office/drawing/2014/main" id="{333590C8-1872-434D-825E-B92570A720D5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3538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5853" name="Line 673">
            <a:extLst>
              <a:ext uri="{FF2B5EF4-FFF2-40B4-BE49-F238E27FC236}">
                <a16:creationId xmlns:a16="http://schemas.microsoft.com/office/drawing/2014/main" id="{FE3A5EA3-A4B2-47EF-90ED-C4ED07264FD2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8110537" y="5040313"/>
            <a:ext cx="182563" cy="1285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5854" name="Line 675">
            <a:extLst>
              <a:ext uri="{FF2B5EF4-FFF2-40B4-BE49-F238E27FC236}">
                <a16:creationId xmlns:a16="http://schemas.microsoft.com/office/drawing/2014/main" id="{4F7FF1EF-8000-40D0-9362-864A95F9020D}"/>
              </a:ext>
            </a:extLst>
          </p:cNvPr>
          <p:cNvSpPr>
            <a:spLocks noChangeShapeType="1"/>
          </p:cNvSpPr>
          <p:nvPr/>
        </p:nvSpPr>
        <p:spPr bwMode="auto">
          <a:xfrm>
            <a:off x="6100763" y="4776788"/>
            <a:ext cx="244475" cy="9683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5" name="Line 676">
            <a:extLst>
              <a:ext uri="{FF2B5EF4-FFF2-40B4-BE49-F238E27FC236}">
                <a16:creationId xmlns:a16="http://schemas.microsoft.com/office/drawing/2014/main" id="{00118D6F-2F3D-422F-A436-0F80D3E29A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42000" y="5030788"/>
            <a:ext cx="396875" cy="825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6" name="Line 679">
            <a:extLst>
              <a:ext uri="{FF2B5EF4-FFF2-40B4-BE49-F238E27FC236}">
                <a16:creationId xmlns:a16="http://schemas.microsoft.com/office/drawing/2014/main" id="{C7936335-DCC2-4D61-A188-F6D612783D7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267450" y="5075238"/>
            <a:ext cx="123825" cy="1968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7" name="Line 680">
            <a:extLst>
              <a:ext uri="{FF2B5EF4-FFF2-40B4-BE49-F238E27FC236}">
                <a16:creationId xmlns:a16="http://schemas.microsoft.com/office/drawing/2014/main" id="{3A2E857E-E3CB-42F1-84EC-EA9D0D7F30A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73838" y="5054600"/>
            <a:ext cx="88900" cy="2190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8" name="Line 681">
            <a:extLst>
              <a:ext uri="{FF2B5EF4-FFF2-40B4-BE49-F238E27FC236}">
                <a16:creationId xmlns:a16="http://schemas.microsoft.com/office/drawing/2014/main" id="{213A363D-745B-4253-AF6C-39881A11684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3700" y="5056188"/>
            <a:ext cx="503238" cy="2698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59" name="Line 683">
            <a:extLst>
              <a:ext uri="{FF2B5EF4-FFF2-40B4-BE49-F238E27FC236}">
                <a16:creationId xmlns:a16="http://schemas.microsoft.com/office/drawing/2014/main" id="{718664CF-14B2-4267-A38E-C9C9F351DAA4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4913" y="3551238"/>
            <a:ext cx="0" cy="1063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0" name="Line 684">
            <a:extLst>
              <a:ext uri="{FF2B5EF4-FFF2-40B4-BE49-F238E27FC236}">
                <a16:creationId xmlns:a16="http://schemas.microsoft.com/office/drawing/2014/main" id="{40FC6E96-7367-442D-A403-FB19F789EC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91213" y="3736975"/>
            <a:ext cx="168275" cy="31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5861" name="Picture 685" descr="access_point_stylized_small">
            <a:extLst>
              <a:ext uri="{FF2B5EF4-FFF2-40B4-BE49-F238E27FC236}">
                <a16:creationId xmlns:a16="http://schemas.microsoft.com/office/drawing/2014/main" id="{B547E47B-1171-4FE5-A060-09BD94401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0388" y="3548063"/>
            <a:ext cx="36988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862" name="Line 686">
            <a:extLst>
              <a:ext uri="{FF2B5EF4-FFF2-40B4-BE49-F238E27FC236}">
                <a16:creationId xmlns:a16="http://schemas.microsoft.com/office/drawing/2014/main" id="{F5F5D412-D653-4985-9B6C-B2CD98CE69C4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4650" y="5440363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35863" name="Line 687">
            <a:extLst>
              <a:ext uri="{FF2B5EF4-FFF2-40B4-BE49-F238E27FC236}">
                <a16:creationId xmlns:a16="http://schemas.microsoft.com/office/drawing/2014/main" id="{8271D7DA-650E-4A3E-A953-DA083F6A031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94388" y="3733800"/>
            <a:ext cx="168275" cy="31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5864" name="Picture 688" descr="access_point_stylized_small">
            <a:extLst>
              <a:ext uri="{FF2B5EF4-FFF2-40B4-BE49-F238E27FC236}">
                <a16:creationId xmlns:a16="http://schemas.microsoft.com/office/drawing/2014/main" id="{FF1DB39D-376C-4509-9237-C0DAC5B8F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1975" y="3546475"/>
            <a:ext cx="36988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865" name="Line 695">
            <a:extLst>
              <a:ext uri="{FF2B5EF4-FFF2-40B4-BE49-F238E27FC236}">
                <a16:creationId xmlns:a16="http://schemas.microsoft.com/office/drawing/2014/main" id="{888A4742-ACFE-41CA-B45B-E0ED91597B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358063" y="4700588"/>
            <a:ext cx="390525" cy="1841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6" name="Line 696">
            <a:extLst>
              <a:ext uri="{FF2B5EF4-FFF2-40B4-BE49-F238E27FC236}">
                <a16:creationId xmlns:a16="http://schemas.microsoft.com/office/drawing/2014/main" id="{E631BE27-7935-406F-BB35-D8AB3D87047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37350" y="4687888"/>
            <a:ext cx="322263" cy="19843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7" name="Line 697">
            <a:extLst>
              <a:ext uri="{FF2B5EF4-FFF2-40B4-BE49-F238E27FC236}">
                <a16:creationId xmlns:a16="http://schemas.microsoft.com/office/drawing/2014/main" id="{2965548C-EEB8-4C81-9B0A-0BAD64A846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80213" y="4979988"/>
            <a:ext cx="97155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8" name="Line 708">
            <a:extLst>
              <a:ext uri="{FF2B5EF4-FFF2-40B4-BE49-F238E27FC236}">
                <a16:creationId xmlns:a16="http://schemas.microsoft.com/office/drawing/2014/main" id="{DA8AEC5A-301A-4F11-A37D-0A2B4F2F3EBD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9675" y="2406650"/>
            <a:ext cx="152400" cy="952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69" name="Oval 407">
            <a:extLst>
              <a:ext uri="{FF2B5EF4-FFF2-40B4-BE49-F238E27FC236}">
                <a16:creationId xmlns:a16="http://schemas.microsoft.com/office/drawing/2014/main" id="{80BA1C8A-2F87-43CA-A69C-1B3F572903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4763" y="2565400"/>
            <a:ext cx="387350" cy="95250"/>
          </a:xfrm>
          <a:prstGeom prst="ellipse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 w="9525">
            <a:solidFill>
              <a:schemeClr val="bg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 i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5870" name="Rectangle 410">
            <a:extLst>
              <a:ext uri="{FF2B5EF4-FFF2-40B4-BE49-F238E27FC236}">
                <a16:creationId xmlns:a16="http://schemas.microsoft.com/office/drawing/2014/main" id="{53915680-0680-4E03-B7FA-E1FC631EB9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4763" y="2555875"/>
            <a:ext cx="388937" cy="58738"/>
          </a:xfrm>
          <a:prstGeom prst="rect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 i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5871" name="Oval 411">
            <a:extLst>
              <a:ext uri="{FF2B5EF4-FFF2-40B4-BE49-F238E27FC236}">
                <a16:creationId xmlns:a16="http://schemas.microsoft.com/office/drawing/2014/main" id="{B6CE3D54-2D03-4FDC-B3DF-42365B03E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75" y="2490788"/>
            <a:ext cx="387350" cy="111125"/>
          </a:xfrm>
          <a:prstGeom prst="ellipse">
            <a:avLst/>
          </a:prstGeom>
          <a:gradFill rotWithShape="1">
            <a:gsLst>
              <a:gs pos="0">
                <a:schemeClr val="folHlink"/>
              </a:gs>
              <a:gs pos="100000">
                <a:srgbClr val="EAEAEA"/>
              </a:gs>
            </a:gsLst>
            <a:lin ang="0" scaled="1"/>
          </a:gradFill>
          <a:ln w="9525">
            <a:solidFill>
              <a:schemeClr val="bg2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2400" i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5872" name="Group 712">
            <a:extLst>
              <a:ext uri="{FF2B5EF4-FFF2-40B4-BE49-F238E27FC236}">
                <a16:creationId xmlns:a16="http://schemas.microsoft.com/office/drawing/2014/main" id="{6A03DFF4-A483-4D69-BD1F-3683AB0CF2B9}"/>
              </a:ext>
            </a:extLst>
          </p:cNvPr>
          <p:cNvGrpSpPr>
            <a:grpSpLocks/>
          </p:cNvGrpSpPr>
          <p:nvPr/>
        </p:nvGrpSpPr>
        <p:grpSpPr bwMode="auto">
          <a:xfrm>
            <a:off x="6430963" y="2519363"/>
            <a:ext cx="219075" cy="52387"/>
            <a:chOff x="2468" y="1332"/>
            <a:chExt cx="310" cy="60"/>
          </a:xfrm>
        </p:grpSpPr>
        <p:sp>
          <p:nvSpPr>
            <p:cNvPr id="36290" name="Freeform 713">
              <a:extLst>
                <a:ext uri="{FF2B5EF4-FFF2-40B4-BE49-F238E27FC236}">
                  <a16:creationId xmlns:a16="http://schemas.microsoft.com/office/drawing/2014/main" id="{13A408C4-E2F5-4639-B36F-3120BB2A481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8" y="1332"/>
              <a:ext cx="310" cy="60"/>
            </a:xfrm>
            <a:custGeom>
              <a:avLst/>
              <a:gdLst>
                <a:gd name="T0" fmla="*/ 0 w 310"/>
                <a:gd name="T1" fmla="*/ 60 h 60"/>
                <a:gd name="T2" fmla="*/ 96 w 310"/>
                <a:gd name="T3" fmla="*/ 60 h 60"/>
                <a:gd name="T4" fmla="*/ 192 w 310"/>
                <a:gd name="T5" fmla="*/ 0 h 60"/>
                <a:gd name="T6" fmla="*/ 310 w 310"/>
                <a:gd name="T7" fmla="*/ 0 h 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10"/>
                <a:gd name="T13" fmla="*/ 0 h 60"/>
                <a:gd name="T14" fmla="*/ 310 w 310"/>
                <a:gd name="T15" fmla="*/ 60 h 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10" h="60">
                  <a:moveTo>
                    <a:pt x="0" y="60"/>
                  </a:moveTo>
                  <a:lnTo>
                    <a:pt x="96" y="60"/>
                  </a:lnTo>
                  <a:lnTo>
                    <a:pt x="192" y="0"/>
                  </a:lnTo>
                  <a:lnTo>
                    <a:pt x="310" y="0"/>
                  </a:lnTo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12700" cmpd="sng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91" name="Freeform 714">
              <a:extLst>
                <a:ext uri="{FF2B5EF4-FFF2-40B4-BE49-F238E27FC236}">
                  <a16:creationId xmlns:a16="http://schemas.microsoft.com/office/drawing/2014/main" id="{93CC91E7-EEE4-44CE-B35A-C52A13BBE00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332"/>
              <a:ext cx="282" cy="60"/>
            </a:xfrm>
            <a:custGeom>
              <a:avLst/>
              <a:gdLst>
                <a:gd name="T0" fmla="*/ 0 w 282"/>
                <a:gd name="T1" fmla="*/ 0 h 60"/>
                <a:gd name="T2" fmla="*/ 96 w 282"/>
                <a:gd name="T3" fmla="*/ 0 h 60"/>
                <a:gd name="T4" fmla="*/ 192 w 282"/>
                <a:gd name="T5" fmla="*/ 60 h 60"/>
                <a:gd name="T6" fmla="*/ 282 w 282"/>
                <a:gd name="T7" fmla="*/ 60 h 6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2"/>
                <a:gd name="T13" fmla="*/ 0 h 60"/>
                <a:gd name="T14" fmla="*/ 282 w 282"/>
                <a:gd name="T15" fmla="*/ 60 h 6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2" h="60">
                  <a:moveTo>
                    <a:pt x="0" y="0"/>
                  </a:moveTo>
                  <a:lnTo>
                    <a:pt x="96" y="0"/>
                  </a:lnTo>
                  <a:lnTo>
                    <a:pt x="192" y="60"/>
                  </a:lnTo>
                  <a:lnTo>
                    <a:pt x="282" y="60"/>
                  </a:lnTo>
                </a:path>
              </a:pathLst>
            </a:cu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12700" cmpd="sng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73" name="Line 715">
            <a:extLst>
              <a:ext uri="{FF2B5EF4-FFF2-40B4-BE49-F238E27FC236}">
                <a16:creationId xmlns:a16="http://schemas.microsoft.com/office/drawing/2014/main" id="{76101FE2-5C17-4192-AFF0-BEB351BE5333}"/>
              </a:ext>
            </a:extLst>
          </p:cNvPr>
          <p:cNvSpPr>
            <a:spLocks noChangeShapeType="1"/>
          </p:cNvSpPr>
          <p:nvPr/>
        </p:nvSpPr>
        <p:spPr bwMode="auto">
          <a:xfrm>
            <a:off x="6354763" y="2543175"/>
            <a:ext cx="0" cy="74613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874" name="Line 762">
            <a:extLst>
              <a:ext uri="{FF2B5EF4-FFF2-40B4-BE49-F238E27FC236}">
                <a16:creationId xmlns:a16="http://schemas.microsoft.com/office/drawing/2014/main" id="{76D189AF-C703-4912-BB61-30278468751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27788" y="3743325"/>
            <a:ext cx="67945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75" name="Group 781">
            <a:extLst>
              <a:ext uri="{FF2B5EF4-FFF2-40B4-BE49-F238E27FC236}">
                <a16:creationId xmlns:a16="http://schemas.microsoft.com/office/drawing/2014/main" id="{AE77BCC1-B390-4B71-9728-E6B95D89082D}"/>
              </a:ext>
            </a:extLst>
          </p:cNvPr>
          <p:cNvGrpSpPr>
            <a:grpSpLocks/>
          </p:cNvGrpSpPr>
          <p:nvPr/>
        </p:nvGrpSpPr>
        <p:grpSpPr bwMode="auto">
          <a:xfrm>
            <a:off x="7591425" y="4806950"/>
            <a:ext cx="622300" cy="244475"/>
            <a:chOff x="4334" y="1470"/>
            <a:chExt cx="246" cy="107"/>
          </a:xfrm>
        </p:grpSpPr>
        <p:sp>
          <p:nvSpPr>
            <p:cNvPr id="36282" name="Oval 407">
              <a:extLst>
                <a:ext uri="{FF2B5EF4-FFF2-40B4-BE49-F238E27FC236}">
                  <a16:creationId xmlns:a16="http://schemas.microsoft.com/office/drawing/2014/main" id="{36631A52-F2E9-4B76-9216-3EC69E842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83" name="Rectangle 410">
              <a:extLst>
                <a:ext uri="{FF2B5EF4-FFF2-40B4-BE49-F238E27FC236}">
                  <a16:creationId xmlns:a16="http://schemas.microsoft.com/office/drawing/2014/main" id="{0CB615AE-A5DC-439F-809E-517DB75048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84" name="Oval 411">
              <a:extLst>
                <a:ext uri="{FF2B5EF4-FFF2-40B4-BE49-F238E27FC236}">
                  <a16:creationId xmlns:a16="http://schemas.microsoft.com/office/drawing/2014/main" id="{D3991FC4-2C74-4A9D-B535-8C9534921E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285" name="Group 785">
              <a:extLst>
                <a:ext uri="{FF2B5EF4-FFF2-40B4-BE49-F238E27FC236}">
                  <a16:creationId xmlns:a16="http://schemas.microsoft.com/office/drawing/2014/main" id="{DC47CCEE-51B2-402D-B9E6-F2B7A575178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6288" name="Freeform 786">
                <a:extLst>
                  <a:ext uri="{FF2B5EF4-FFF2-40B4-BE49-F238E27FC236}">
                    <a16:creationId xmlns:a16="http://schemas.microsoft.com/office/drawing/2014/main" id="{EB2214D7-7787-4851-95B0-0A33D41192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89" name="Freeform 787">
                <a:extLst>
                  <a:ext uri="{FF2B5EF4-FFF2-40B4-BE49-F238E27FC236}">
                    <a16:creationId xmlns:a16="http://schemas.microsoft.com/office/drawing/2014/main" id="{D12C086B-0A48-48CD-A466-9AD89EED05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286" name="Line 788">
              <a:extLst>
                <a:ext uri="{FF2B5EF4-FFF2-40B4-BE49-F238E27FC236}">
                  <a16:creationId xmlns:a16="http://schemas.microsoft.com/office/drawing/2014/main" id="{6F545435-600E-4A4D-A234-4B4855BCD7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87" name="Line 789">
              <a:extLst>
                <a:ext uri="{FF2B5EF4-FFF2-40B4-BE49-F238E27FC236}">
                  <a16:creationId xmlns:a16="http://schemas.microsoft.com/office/drawing/2014/main" id="{B7AA8D69-34C4-4C5A-992C-88D4F6B344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76" name="Group 790">
            <a:extLst>
              <a:ext uri="{FF2B5EF4-FFF2-40B4-BE49-F238E27FC236}">
                <a16:creationId xmlns:a16="http://schemas.microsoft.com/office/drawing/2014/main" id="{BA884F06-A4FB-4C73-B33F-5AD3C16E1C5A}"/>
              </a:ext>
            </a:extLst>
          </p:cNvPr>
          <p:cNvGrpSpPr>
            <a:grpSpLocks/>
          </p:cNvGrpSpPr>
          <p:nvPr/>
        </p:nvGrpSpPr>
        <p:grpSpPr bwMode="auto">
          <a:xfrm>
            <a:off x="6965950" y="4508500"/>
            <a:ext cx="622300" cy="244475"/>
            <a:chOff x="4334" y="1470"/>
            <a:chExt cx="246" cy="107"/>
          </a:xfrm>
        </p:grpSpPr>
        <p:sp>
          <p:nvSpPr>
            <p:cNvPr id="36274" name="Oval 407">
              <a:extLst>
                <a:ext uri="{FF2B5EF4-FFF2-40B4-BE49-F238E27FC236}">
                  <a16:creationId xmlns:a16="http://schemas.microsoft.com/office/drawing/2014/main" id="{30F0C4D2-4888-44E6-8319-8167F5D11A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75" name="Rectangle 410">
              <a:extLst>
                <a:ext uri="{FF2B5EF4-FFF2-40B4-BE49-F238E27FC236}">
                  <a16:creationId xmlns:a16="http://schemas.microsoft.com/office/drawing/2014/main" id="{36DBF10A-DD62-4A6C-BD68-BE1B589CA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76" name="Oval 411">
              <a:extLst>
                <a:ext uri="{FF2B5EF4-FFF2-40B4-BE49-F238E27FC236}">
                  <a16:creationId xmlns:a16="http://schemas.microsoft.com/office/drawing/2014/main" id="{A32E8D8A-8A62-4B66-B2C8-75E967FD28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277" name="Group 794">
              <a:extLst>
                <a:ext uri="{FF2B5EF4-FFF2-40B4-BE49-F238E27FC236}">
                  <a16:creationId xmlns:a16="http://schemas.microsoft.com/office/drawing/2014/main" id="{58CA8016-1D4B-4423-86E5-D09E08928A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6280" name="Freeform 795">
                <a:extLst>
                  <a:ext uri="{FF2B5EF4-FFF2-40B4-BE49-F238E27FC236}">
                    <a16:creationId xmlns:a16="http://schemas.microsoft.com/office/drawing/2014/main" id="{9C1DD980-57E5-4AC9-8234-5620D169E8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81" name="Freeform 796">
                <a:extLst>
                  <a:ext uri="{FF2B5EF4-FFF2-40B4-BE49-F238E27FC236}">
                    <a16:creationId xmlns:a16="http://schemas.microsoft.com/office/drawing/2014/main" id="{48EAA64A-ACF7-45BA-B5FD-E657554D6A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278" name="Line 797">
              <a:extLst>
                <a:ext uri="{FF2B5EF4-FFF2-40B4-BE49-F238E27FC236}">
                  <a16:creationId xmlns:a16="http://schemas.microsoft.com/office/drawing/2014/main" id="{D3526A09-3068-4C3B-97CF-D55B25B4C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79" name="Line 798">
              <a:extLst>
                <a:ext uri="{FF2B5EF4-FFF2-40B4-BE49-F238E27FC236}">
                  <a16:creationId xmlns:a16="http://schemas.microsoft.com/office/drawing/2014/main" id="{1E50C592-A73F-4172-8E72-02BB6913AB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77" name="Group 799">
            <a:extLst>
              <a:ext uri="{FF2B5EF4-FFF2-40B4-BE49-F238E27FC236}">
                <a16:creationId xmlns:a16="http://schemas.microsoft.com/office/drawing/2014/main" id="{954C1BDC-F842-46BF-A08C-C284AC083F25}"/>
              </a:ext>
            </a:extLst>
          </p:cNvPr>
          <p:cNvGrpSpPr>
            <a:grpSpLocks/>
          </p:cNvGrpSpPr>
          <p:nvPr/>
        </p:nvGrpSpPr>
        <p:grpSpPr bwMode="auto">
          <a:xfrm>
            <a:off x="6242050" y="4851400"/>
            <a:ext cx="622300" cy="244475"/>
            <a:chOff x="4334" y="1470"/>
            <a:chExt cx="246" cy="107"/>
          </a:xfrm>
        </p:grpSpPr>
        <p:sp>
          <p:nvSpPr>
            <p:cNvPr id="36266" name="Oval 407">
              <a:extLst>
                <a:ext uri="{FF2B5EF4-FFF2-40B4-BE49-F238E27FC236}">
                  <a16:creationId xmlns:a16="http://schemas.microsoft.com/office/drawing/2014/main" id="{E307D0A2-8E78-4052-B576-17C635C04E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67" name="Rectangle 410">
              <a:extLst>
                <a:ext uri="{FF2B5EF4-FFF2-40B4-BE49-F238E27FC236}">
                  <a16:creationId xmlns:a16="http://schemas.microsoft.com/office/drawing/2014/main" id="{1420D0A4-D9B3-4FF2-932A-B7AA1AD446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68" name="Oval 411">
              <a:extLst>
                <a:ext uri="{FF2B5EF4-FFF2-40B4-BE49-F238E27FC236}">
                  <a16:creationId xmlns:a16="http://schemas.microsoft.com/office/drawing/2014/main" id="{6AA7EEDE-58DB-4A7A-805F-A7854059D5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269" name="Group 803">
              <a:extLst>
                <a:ext uri="{FF2B5EF4-FFF2-40B4-BE49-F238E27FC236}">
                  <a16:creationId xmlns:a16="http://schemas.microsoft.com/office/drawing/2014/main" id="{6446FD3E-8384-46C1-834B-C65F1009BE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6272" name="Freeform 804">
                <a:extLst>
                  <a:ext uri="{FF2B5EF4-FFF2-40B4-BE49-F238E27FC236}">
                    <a16:creationId xmlns:a16="http://schemas.microsoft.com/office/drawing/2014/main" id="{26327D38-FAD2-4B2B-857A-0FB05B33D0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73" name="Freeform 805">
                <a:extLst>
                  <a:ext uri="{FF2B5EF4-FFF2-40B4-BE49-F238E27FC236}">
                    <a16:creationId xmlns:a16="http://schemas.microsoft.com/office/drawing/2014/main" id="{DD23018B-0B06-47EA-BC70-E04E137334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270" name="Line 806">
              <a:extLst>
                <a:ext uri="{FF2B5EF4-FFF2-40B4-BE49-F238E27FC236}">
                  <a16:creationId xmlns:a16="http://schemas.microsoft.com/office/drawing/2014/main" id="{18DE923D-04AD-4521-8B8C-F492A2A70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71" name="Line 807">
              <a:extLst>
                <a:ext uri="{FF2B5EF4-FFF2-40B4-BE49-F238E27FC236}">
                  <a16:creationId xmlns:a16="http://schemas.microsoft.com/office/drawing/2014/main" id="{1EEBB2FD-E911-4073-B3BA-34E5DC33A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47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78" name="Group 808">
            <a:extLst>
              <a:ext uri="{FF2B5EF4-FFF2-40B4-BE49-F238E27FC236}">
                <a16:creationId xmlns:a16="http://schemas.microsoft.com/office/drawing/2014/main" id="{40F49B33-754A-4844-9F31-5FBDC2A011F7}"/>
              </a:ext>
            </a:extLst>
          </p:cNvPr>
          <p:cNvGrpSpPr>
            <a:grpSpLocks/>
          </p:cNvGrpSpPr>
          <p:nvPr/>
        </p:nvGrpSpPr>
        <p:grpSpPr bwMode="auto">
          <a:xfrm>
            <a:off x="6051550" y="3644900"/>
            <a:ext cx="390525" cy="171450"/>
            <a:chOff x="4334" y="1470"/>
            <a:chExt cx="246" cy="107"/>
          </a:xfrm>
        </p:grpSpPr>
        <p:sp>
          <p:nvSpPr>
            <p:cNvPr id="36258" name="Oval 407">
              <a:extLst>
                <a:ext uri="{FF2B5EF4-FFF2-40B4-BE49-F238E27FC236}">
                  <a16:creationId xmlns:a16="http://schemas.microsoft.com/office/drawing/2014/main" id="{02D2AB9C-801D-4E43-8955-59D8FC8DDC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7"/>
              <a:ext cx="244" cy="6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59" name="Rectangle 410">
              <a:extLst>
                <a:ext uri="{FF2B5EF4-FFF2-40B4-BE49-F238E27FC236}">
                  <a16:creationId xmlns:a16="http://schemas.microsoft.com/office/drawing/2014/main" id="{9D474901-F260-46E6-BA99-1410B3D82D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5" y="1511"/>
              <a:ext cx="245" cy="37"/>
            </a:xfrm>
            <a:prstGeom prst="rect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260" name="Oval 411">
              <a:extLst>
                <a:ext uri="{FF2B5EF4-FFF2-40B4-BE49-F238E27FC236}">
                  <a16:creationId xmlns:a16="http://schemas.microsoft.com/office/drawing/2014/main" id="{8C549233-1957-4048-9FB5-863F36A0D9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4" y="1470"/>
              <a:ext cx="244" cy="70"/>
            </a:xfrm>
            <a:prstGeom prst="ellipse">
              <a:avLst/>
            </a:prstGeom>
            <a:gradFill rotWithShape="1">
              <a:gsLst>
                <a:gs pos="0">
                  <a:schemeClr val="folHlink"/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chemeClr val="bg2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261" name="Group 812">
              <a:extLst>
                <a:ext uri="{FF2B5EF4-FFF2-40B4-BE49-F238E27FC236}">
                  <a16:creationId xmlns:a16="http://schemas.microsoft.com/office/drawing/2014/main" id="{6C854362-11BF-484C-B7EE-795F511B07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3" y="1488"/>
              <a:ext cx="138" cy="33"/>
              <a:chOff x="2468" y="1332"/>
              <a:chExt cx="310" cy="60"/>
            </a:xfrm>
          </p:grpSpPr>
          <p:sp>
            <p:nvSpPr>
              <p:cNvPr id="36264" name="Freeform 813">
                <a:extLst>
                  <a:ext uri="{FF2B5EF4-FFF2-40B4-BE49-F238E27FC236}">
                    <a16:creationId xmlns:a16="http://schemas.microsoft.com/office/drawing/2014/main" id="{2F7FAF00-7385-4C1A-919F-CB0ED53377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265" name="Freeform 814">
                <a:extLst>
                  <a:ext uri="{FF2B5EF4-FFF2-40B4-BE49-F238E27FC236}">
                    <a16:creationId xmlns:a16="http://schemas.microsoft.com/office/drawing/2014/main" id="{DD7A9645-9BD8-4A47-A957-78F3EDBFA2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chemeClr val="folHlink"/>
                  </a:gs>
                  <a:gs pos="100000">
                    <a:srgbClr val="EAEAEA"/>
                  </a:gs>
                </a:gsLst>
                <a:lin ang="0" scaled="1"/>
              </a:gradFill>
              <a:ln w="12700" cmpd="sng">
                <a:solidFill>
                  <a:schemeClr val="bg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262" name="Line 815">
              <a:extLst>
                <a:ext uri="{FF2B5EF4-FFF2-40B4-BE49-F238E27FC236}">
                  <a16:creationId xmlns:a16="http://schemas.microsoft.com/office/drawing/2014/main" id="{66EB0F86-781F-44F5-AD8B-7B2A9FF639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35" y="1503"/>
              <a:ext cx="0" cy="51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63" name="Line 816">
              <a:extLst>
                <a:ext uri="{FF2B5EF4-FFF2-40B4-BE49-F238E27FC236}">
                  <a16:creationId xmlns:a16="http://schemas.microsoft.com/office/drawing/2014/main" id="{27EC428F-11E7-46F6-A0D2-FE2B388F7C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8" y="1505"/>
              <a:ext cx="0" cy="5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79" name="Group 817">
            <a:extLst>
              <a:ext uri="{FF2B5EF4-FFF2-40B4-BE49-F238E27FC236}">
                <a16:creationId xmlns:a16="http://schemas.microsoft.com/office/drawing/2014/main" id="{20707D58-B843-47E8-86F3-B0B00EBE616C}"/>
              </a:ext>
            </a:extLst>
          </p:cNvPr>
          <p:cNvGrpSpPr>
            <a:grpSpLocks/>
          </p:cNvGrpSpPr>
          <p:nvPr/>
        </p:nvGrpSpPr>
        <p:grpSpPr bwMode="auto">
          <a:xfrm>
            <a:off x="6027738" y="1738313"/>
            <a:ext cx="517525" cy="508000"/>
            <a:chOff x="2920" y="1424"/>
            <a:chExt cx="326" cy="320"/>
          </a:xfrm>
        </p:grpSpPr>
        <p:sp>
          <p:nvSpPr>
            <p:cNvPr id="36250" name="Oval 818">
              <a:extLst>
                <a:ext uri="{FF2B5EF4-FFF2-40B4-BE49-F238E27FC236}">
                  <a16:creationId xmlns:a16="http://schemas.microsoft.com/office/drawing/2014/main" id="{A314AB00-E895-45C1-BF72-930E41228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0" y="1445"/>
              <a:ext cx="326" cy="28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251" name="Group 819">
              <a:extLst>
                <a:ext uri="{FF2B5EF4-FFF2-40B4-BE49-F238E27FC236}">
                  <a16:creationId xmlns:a16="http://schemas.microsoft.com/office/drawing/2014/main" id="{F571FEB3-63B0-430C-9BF4-B0A30F9857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49" y="1424"/>
              <a:ext cx="265" cy="280"/>
              <a:chOff x="2949" y="1424"/>
              <a:chExt cx="265" cy="280"/>
            </a:xfrm>
          </p:grpSpPr>
          <p:sp>
            <p:nvSpPr>
              <p:cNvPr id="36253" name="Oval 820">
                <a:extLst>
                  <a:ext uri="{FF2B5EF4-FFF2-40B4-BE49-F238E27FC236}">
                    <a16:creationId xmlns:a16="http://schemas.microsoft.com/office/drawing/2014/main" id="{574F95D0-C49E-480C-A2E5-AE944EFEE1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30" y="1545"/>
                <a:ext cx="107" cy="92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254" name="Oval 821">
                <a:extLst>
                  <a:ext uri="{FF2B5EF4-FFF2-40B4-BE49-F238E27FC236}">
                    <a16:creationId xmlns:a16="http://schemas.microsoft.com/office/drawing/2014/main" id="{CA8CD462-E5A3-4ED8-B1F3-523E1AFA37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6" y="1525"/>
                <a:ext cx="154" cy="131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255" name="Oval 822">
                <a:extLst>
                  <a:ext uri="{FF2B5EF4-FFF2-40B4-BE49-F238E27FC236}">
                    <a16:creationId xmlns:a16="http://schemas.microsoft.com/office/drawing/2014/main" id="{C4E730EC-3244-462D-AC7A-0F34D3E527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3" y="1501"/>
                <a:ext cx="203" cy="179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256" name="Oval 823">
                <a:extLst>
                  <a:ext uri="{FF2B5EF4-FFF2-40B4-BE49-F238E27FC236}">
                    <a16:creationId xmlns:a16="http://schemas.microsoft.com/office/drawing/2014/main" id="{CED96B9D-E27A-4650-8921-A482CDC66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49" y="1476"/>
                <a:ext cx="265" cy="228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257" name="Freeform 824">
                <a:extLst>
                  <a:ext uri="{FF2B5EF4-FFF2-40B4-BE49-F238E27FC236}">
                    <a16:creationId xmlns:a16="http://schemas.microsoft.com/office/drawing/2014/main" id="{0849FC07-0EB2-442A-B595-F486A21B9EDD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987" y="1424"/>
                <a:ext cx="205" cy="143"/>
              </a:xfrm>
              <a:custGeom>
                <a:avLst/>
                <a:gdLst>
                  <a:gd name="T0" fmla="*/ 0 w 1180"/>
                  <a:gd name="T1" fmla="*/ 0 h 956"/>
                  <a:gd name="T2" fmla="*/ 0 w 1180"/>
                  <a:gd name="T3" fmla="*/ 0 h 956"/>
                  <a:gd name="T4" fmla="*/ 0 w 1180"/>
                  <a:gd name="T5" fmla="*/ 0 h 956"/>
                  <a:gd name="T6" fmla="*/ 0 w 1180"/>
                  <a:gd name="T7" fmla="*/ 0 h 956"/>
                  <a:gd name="T8" fmla="*/ 0 w 1180"/>
                  <a:gd name="T9" fmla="*/ 0 h 956"/>
                  <a:gd name="T10" fmla="*/ 0 w 1180"/>
                  <a:gd name="T11" fmla="*/ 0 h 956"/>
                  <a:gd name="T12" fmla="*/ 0 w 1180"/>
                  <a:gd name="T13" fmla="*/ 0 h 956"/>
                  <a:gd name="T14" fmla="*/ 0 w 1180"/>
                  <a:gd name="T15" fmla="*/ 0 h 956"/>
                  <a:gd name="T16" fmla="*/ 0 w 1180"/>
                  <a:gd name="T17" fmla="*/ 0 h 956"/>
                  <a:gd name="T18" fmla="*/ 0 w 1180"/>
                  <a:gd name="T19" fmla="*/ 0 h 95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180"/>
                  <a:gd name="T31" fmla="*/ 0 h 956"/>
                  <a:gd name="T32" fmla="*/ 1180 w 1180"/>
                  <a:gd name="T33" fmla="*/ 956 h 956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180" h="956">
                    <a:moveTo>
                      <a:pt x="499" y="7"/>
                    </a:moveTo>
                    <a:lnTo>
                      <a:pt x="0" y="780"/>
                    </a:lnTo>
                    <a:lnTo>
                      <a:pt x="134" y="885"/>
                    </a:lnTo>
                    <a:lnTo>
                      <a:pt x="366" y="920"/>
                    </a:lnTo>
                    <a:lnTo>
                      <a:pt x="534" y="956"/>
                    </a:lnTo>
                    <a:lnTo>
                      <a:pt x="829" y="949"/>
                    </a:lnTo>
                    <a:lnTo>
                      <a:pt x="1096" y="850"/>
                    </a:lnTo>
                    <a:lnTo>
                      <a:pt x="1180" y="801"/>
                    </a:lnTo>
                    <a:lnTo>
                      <a:pt x="668" y="0"/>
                    </a:lnTo>
                    <a:lnTo>
                      <a:pt x="499" y="7"/>
                    </a:lnTo>
                    <a:close/>
                  </a:path>
                </a:pathLst>
              </a:cu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9050" cmpd="sng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252" name="Freeform 825">
              <a:extLst>
                <a:ext uri="{FF2B5EF4-FFF2-40B4-BE49-F238E27FC236}">
                  <a16:creationId xmlns:a16="http://schemas.microsoft.com/office/drawing/2014/main" id="{9EEC1EC2-07A6-4FE2-8B19-318FC3241C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5" y="1615"/>
              <a:ext cx="178" cy="129"/>
            </a:xfrm>
            <a:custGeom>
              <a:avLst/>
              <a:gdLst>
                <a:gd name="T0" fmla="*/ 0 w 1180"/>
                <a:gd name="T1" fmla="*/ 0 h 956"/>
                <a:gd name="T2" fmla="*/ 0 w 1180"/>
                <a:gd name="T3" fmla="*/ 0 h 956"/>
                <a:gd name="T4" fmla="*/ 0 w 1180"/>
                <a:gd name="T5" fmla="*/ 0 h 956"/>
                <a:gd name="T6" fmla="*/ 0 w 1180"/>
                <a:gd name="T7" fmla="*/ 0 h 956"/>
                <a:gd name="T8" fmla="*/ 0 w 1180"/>
                <a:gd name="T9" fmla="*/ 0 h 956"/>
                <a:gd name="T10" fmla="*/ 0 w 1180"/>
                <a:gd name="T11" fmla="*/ 0 h 956"/>
                <a:gd name="T12" fmla="*/ 0 w 1180"/>
                <a:gd name="T13" fmla="*/ 0 h 956"/>
                <a:gd name="T14" fmla="*/ 0 w 1180"/>
                <a:gd name="T15" fmla="*/ 0 h 956"/>
                <a:gd name="T16" fmla="*/ 0 w 1180"/>
                <a:gd name="T17" fmla="*/ 0 h 956"/>
                <a:gd name="T18" fmla="*/ 0 w 1180"/>
                <a:gd name="T19" fmla="*/ 0 h 95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180"/>
                <a:gd name="T31" fmla="*/ 0 h 956"/>
                <a:gd name="T32" fmla="*/ 1180 w 1180"/>
                <a:gd name="T33" fmla="*/ 956 h 956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180" h="956">
                  <a:moveTo>
                    <a:pt x="499" y="7"/>
                  </a:moveTo>
                  <a:lnTo>
                    <a:pt x="0" y="780"/>
                  </a:lnTo>
                  <a:lnTo>
                    <a:pt x="134" y="885"/>
                  </a:lnTo>
                  <a:lnTo>
                    <a:pt x="366" y="920"/>
                  </a:lnTo>
                  <a:lnTo>
                    <a:pt x="534" y="956"/>
                  </a:lnTo>
                  <a:lnTo>
                    <a:pt x="829" y="949"/>
                  </a:lnTo>
                  <a:lnTo>
                    <a:pt x="1096" y="850"/>
                  </a:lnTo>
                  <a:lnTo>
                    <a:pt x="1180" y="801"/>
                  </a:lnTo>
                  <a:lnTo>
                    <a:pt x="668" y="0"/>
                  </a:lnTo>
                  <a:lnTo>
                    <a:pt x="499" y="7"/>
                  </a:lnTo>
                  <a:close/>
                </a:path>
              </a:pathLst>
            </a:cu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9050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80" name="Group 826">
            <a:extLst>
              <a:ext uri="{FF2B5EF4-FFF2-40B4-BE49-F238E27FC236}">
                <a16:creationId xmlns:a16="http://schemas.microsoft.com/office/drawing/2014/main" id="{B3A506BB-FF8A-417A-A5A5-7E668C44235C}"/>
              </a:ext>
            </a:extLst>
          </p:cNvPr>
          <p:cNvGrpSpPr>
            <a:grpSpLocks/>
          </p:cNvGrpSpPr>
          <p:nvPr/>
        </p:nvGrpSpPr>
        <p:grpSpPr bwMode="auto">
          <a:xfrm>
            <a:off x="6138863" y="1989138"/>
            <a:ext cx="282575" cy="477837"/>
            <a:chOff x="3748" y="1253"/>
            <a:chExt cx="178" cy="301"/>
          </a:xfrm>
        </p:grpSpPr>
        <p:sp>
          <p:nvSpPr>
            <p:cNvPr id="36234" name="Line 270">
              <a:extLst>
                <a:ext uri="{FF2B5EF4-FFF2-40B4-BE49-F238E27FC236}">
                  <a16:creationId xmlns:a16="http://schemas.microsoft.com/office/drawing/2014/main" id="{F0B9739C-7C55-4457-8150-487425A546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48" y="1276"/>
              <a:ext cx="89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35" name="Line 271">
              <a:extLst>
                <a:ext uri="{FF2B5EF4-FFF2-40B4-BE49-F238E27FC236}">
                  <a16:creationId xmlns:a16="http://schemas.microsoft.com/office/drawing/2014/main" id="{68525AD5-A670-421A-806D-6C2C839C9A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7" y="1276"/>
              <a:ext cx="89" cy="25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36" name="Line 272">
              <a:extLst>
                <a:ext uri="{FF2B5EF4-FFF2-40B4-BE49-F238E27FC236}">
                  <a16:creationId xmlns:a16="http://schemas.microsoft.com/office/drawing/2014/main" id="{0A18B616-E85A-487D-806B-53A502998C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8" y="1527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37" name="Line 273">
              <a:extLst>
                <a:ext uri="{FF2B5EF4-FFF2-40B4-BE49-F238E27FC236}">
                  <a16:creationId xmlns:a16="http://schemas.microsoft.com/office/drawing/2014/main" id="{C76BA34F-AF7E-40E0-8F33-D1DC2C6E3C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37" y="1527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38" name="Line 274">
              <a:extLst>
                <a:ext uri="{FF2B5EF4-FFF2-40B4-BE49-F238E27FC236}">
                  <a16:creationId xmlns:a16="http://schemas.microsoft.com/office/drawing/2014/main" id="{224503FB-9627-4EE9-A024-E281AD2ACE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37" y="1282"/>
              <a:ext cx="0" cy="2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39" name="Line 275">
              <a:extLst>
                <a:ext uri="{FF2B5EF4-FFF2-40B4-BE49-F238E27FC236}">
                  <a16:creationId xmlns:a16="http://schemas.microsoft.com/office/drawing/2014/main" id="{92570297-629E-440B-9E57-66E912D4B9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48" y="1501"/>
              <a:ext cx="89" cy="2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0" name="Line 276">
              <a:extLst>
                <a:ext uri="{FF2B5EF4-FFF2-40B4-BE49-F238E27FC236}">
                  <a16:creationId xmlns:a16="http://schemas.microsoft.com/office/drawing/2014/main" id="{40583A88-D165-4345-916A-E8D04A6C75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837" y="1501"/>
              <a:ext cx="89" cy="2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1" name="Line 277">
              <a:extLst>
                <a:ext uri="{FF2B5EF4-FFF2-40B4-BE49-F238E27FC236}">
                  <a16:creationId xmlns:a16="http://schemas.microsoft.com/office/drawing/2014/main" id="{DBD3EED1-8098-4FC2-B7CB-A642520B49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86" y="1418"/>
              <a:ext cx="51" cy="2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2" name="Line 278">
              <a:extLst>
                <a:ext uri="{FF2B5EF4-FFF2-40B4-BE49-F238E27FC236}">
                  <a16:creationId xmlns:a16="http://schemas.microsoft.com/office/drawing/2014/main" id="{DF2AD442-96D3-4C1F-AEAC-2F312EA594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418"/>
              <a:ext cx="54" cy="2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3" name="Line 279">
              <a:extLst>
                <a:ext uri="{FF2B5EF4-FFF2-40B4-BE49-F238E27FC236}">
                  <a16:creationId xmlns:a16="http://schemas.microsoft.com/office/drawing/2014/main" id="{80BF3A04-1BF9-47ED-9C2D-8447DC6936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1455"/>
              <a:ext cx="66" cy="2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4" name="Line 280">
              <a:extLst>
                <a:ext uri="{FF2B5EF4-FFF2-40B4-BE49-F238E27FC236}">
                  <a16:creationId xmlns:a16="http://schemas.microsoft.com/office/drawing/2014/main" id="{13651091-9549-4D75-B3C8-9AB80A548E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461"/>
              <a:ext cx="66" cy="2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5" name="Line 281">
              <a:extLst>
                <a:ext uri="{FF2B5EF4-FFF2-40B4-BE49-F238E27FC236}">
                  <a16:creationId xmlns:a16="http://schemas.microsoft.com/office/drawing/2014/main" id="{93ABC8F3-51B3-4B49-8F05-80626BBCEB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381"/>
              <a:ext cx="34" cy="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6" name="Line 282">
              <a:extLst>
                <a:ext uri="{FF2B5EF4-FFF2-40B4-BE49-F238E27FC236}">
                  <a16:creationId xmlns:a16="http://schemas.microsoft.com/office/drawing/2014/main" id="{239F38CB-9C85-450D-9E48-43A7EEC395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37" y="1329"/>
              <a:ext cx="21" cy="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7" name="Line 283">
              <a:extLst>
                <a:ext uri="{FF2B5EF4-FFF2-40B4-BE49-F238E27FC236}">
                  <a16:creationId xmlns:a16="http://schemas.microsoft.com/office/drawing/2014/main" id="{4A939F68-25F2-4866-B9D6-A39E809B1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8" y="1377"/>
              <a:ext cx="42" cy="1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8" name="Line 284">
              <a:extLst>
                <a:ext uri="{FF2B5EF4-FFF2-40B4-BE49-F238E27FC236}">
                  <a16:creationId xmlns:a16="http://schemas.microsoft.com/office/drawing/2014/main" id="{C1B619B1-58DA-42D4-AFB1-26221D90EB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" y="1327"/>
              <a:ext cx="24" cy="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36249" name="Oval 842">
              <a:extLst>
                <a:ext uri="{FF2B5EF4-FFF2-40B4-BE49-F238E27FC236}">
                  <a16:creationId xmlns:a16="http://schemas.microsoft.com/office/drawing/2014/main" id="{9BA1807B-4E4D-4904-99D7-A4742CC35B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1" y="1253"/>
              <a:ext cx="30" cy="29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35881" name="Group 843">
            <a:extLst>
              <a:ext uri="{FF2B5EF4-FFF2-40B4-BE49-F238E27FC236}">
                <a16:creationId xmlns:a16="http://schemas.microsoft.com/office/drawing/2014/main" id="{8DEAC688-BDBF-4322-927A-A64DE5A9F307}"/>
              </a:ext>
            </a:extLst>
          </p:cNvPr>
          <p:cNvGrpSpPr>
            <a:grpSpLocks/>
          </p:cNvGrpSpPr>
          <p:nvPr/>
        </p:nvGrpSpPr>
        <p:grpSpPr bwMode="auto">
          <a:xfrm>
            <a:off x="5387975" y="1963738"/>
            <a:ext cx="519113" cy="128587"/>
            <a:chOff x="2199" y="955"/>
            <a:chExt cx="2547" cy="506"/>
          </a:xfrm>
        </p:grpSpPr>
        <p:sp>
          <p:nvSpPr>
            <p:cNvPr id="36228" name="Freeform 844">
              <a:extLst>
                <a:ext uri="{FF2B5EF4-FFF2-40B4-BE49-F238E27FC236}">
                  <a16:creationId xmlns:a16="http://schemas.microsoft.com/office/drawing/2014/main" id="{A42D3B4A-031E-4297-B342-01F87D761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9" name="Freeform 845">
              <a:extLst>
                <a:ext uri="{FF2B5EF4-FFF2-40B4-BE49-F238E27FC236}">
                  <a16:creationId xmlns:a16="http://schemas.microsoft.com/office/drawing/2014/main" id="{DEEB474C-40D4-4209-ABD8-C5DCDA4F54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30" name="Freeform 846">
              <a:extLst>
                <a:ext uri="{FF2B5EF4-FFF2-40B4-BE49-F238E27FC236}">
                  <a16:creationId xmlns:a16="http://schemas.microsoft.com/office/drawing/2014/main" id="{272486E8-3C66-44D0-BA5B-4C568A39D795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31" name="Freeform 847">
              <a:extLst>
                <a:ext uri="{FF2B5EF4-FFF2-40B4-BE49-F238E27FC236}">
                  <a16:creationId xmlns:a16="http://schemas.microsoft.com/office/drawing/2014/main" id="{D3CEB3F3-7902-4810-93A6-E186DE494A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32" name="Freeform 848">
              <a:extLst>
                <a:ext uri="{FF2B5EF4-FFF2-40B4-BE49-F238E27FC236}">
                  <a16:creationId xmlns:a16="http://schemas.microsoft.com/office/drawing/2014/main" id="{190F8E4E-9F2F-4469-ACD4-626433BB3F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33" name="Freeform 849">
              <a:extLst>
                <a:ext uri="{FF2B5EF4-FFF2-40B4-BE49-F238E27FC236}">
                  <a16:creationId xmlns:a16="http://schemas.microsoft.com/office/drawing/2014/main" id="{1ED6A99F-90B1-4EEF-83F4-129358DCA6F5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82" name="Group 850">
            <a:extLst>
              <a:ext uri="{FF2B5EF4-FFF2-40B4-BE49-F238E27FC236}">
                <a16:creationId xmlns:a16="http://schemas.microsoft.com/office/drawing/2014/main" id="{C5785CFB-D028-42E1-8ABF-FB5648FED106}"/>
              </a:ext>
            </a:extLst>
          </p:cNvPr>
          <p:cNvGrpSpPr>
            <a:grpSpLocks/>
          </p:cNvGrpSpPr>
          <p:nvPr/>
        </p:nvGrpSpPr>
        <p:grpSpPr bwMode="auto">
          <a:xfrm>
            <a:off x="5541963" y="1539875"/>
            <a:ext cx="519112" cy="128588"/>
            <a:chOff x="2199" y="955"/>
            <a:chExt cx="2547" cy="506"/>
          </a:xfrm>
        </p:grpSpPr>
        <p:sp>
          <p:nvSpPr>
            <p:cNvPr id="36222" name="Freeform 851">
              <a:extLst>
                <a:ext uri="{FF2B5EF4-FFF2-40B4-BE49-F238E27FC236}">
                  <a16:creationId xmlns:a16="http://schemas.microsoft.com/office/drawing/2014/main" id="{45DEBE24-5B9A-4AEA-8794-1B4A6DEE08C9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3" name="Freeform 852">
              <a:extLst>
                <a:ext uri="{FF2B5EF4-FFF2-40B4-BE49-F238E27FC236}">
                  <a16:creationId xmlns:a16="http://schemas.microsoft.com/office/drawing/2014/main" id="{53107811-2E39-40CF-AA0A-6E32CB60F63D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4" name="Freeform 853">
              <a:extLst>
                <a:ext uri="{FF2B5EF4-FFF2-40B4-BE49-F238E27FC236}">
                  <a16:creationId xmlns:a16="http://schemas.microsoft.com/office/drawing/2014/main" id="{35630140-6C62-40C8-ABD1-944EA761C38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5" name="Freeform 854">
              <a:extLst>
                <a:ext uri="{FF2B5EF4-FFF2-40B4-BE49-F238E27FC236}">
                  <a16:creationId xmlns:a16="http://schemas.microsoft.com/office/drawing/2014/main" id="{F32E196E-6BA4-41AE-A837-3491EADC7714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6" name="Freeform 855">
              <a:extLst>
                <a:ext uri="{FF2B5EF4-FFF2-40B4-BE49-F238E27FC236}">
                  <a16:creationId xmlns:a16="http://schemas.microsoft.com/office/drawing/2014/main" id="{A74875B1-6C32-4E23-9578-FF37CCF34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7" name="Freeform 856">
              <a:extLst>
                <a:ext uri="{FF2B5EF4-FFF2-40B4-BE49-F238E27FC236}">
                  <a16:creationId xmlns:a16="http://schemas.microsoft.com/office/drawing/2014/main" id="{16746381-73E3-456E-86BB-568D34BEC646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83" name="Line 857">
            <a:extLst>
              <a:ext uri="{FF2B5EF4-FFF2-40B4-BE49-F238E27FC236}">
                <a16:creationId xmlns:a16="http://schemas.microsoft.com/office/drawing/2014/main" id="{B3DB10E5-30EE-4824-98A0-C5963930EE4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26100" y="2027238"/>
            <a:ext cx="39688" cy="63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84" name="Group 858">
            <a:extLst>
              <a:ext uri="{FF2B5EF4-FFF2-40B4-BE49-F238E27FC236}">
                <a16:creationId xmlns:a16="http://schemas.microsoft.com/office/drawing/2014/main" id="{2B775F23-7546-49B1-9198-CD682ED2D5B0}"/>
              </a:ext>
            </a:extLst>
          </p:cNvPr>
          <p:cNvGrpSpPr>
            <a:grpSpLocks/>
          </p:cNvGrpSpPr>
          <p:nvPr/>
        </p:nvGrpSpPr>
        <p:grpSpPr bwMode="auto">
          <a:xfrm>
            <a:off x="5392738" y="3527425"/>
            <a:ext cx="519112" cy="128588"/>
            <a:chOff x="2199" y="955"/>
            <a:chExt cx="2547" cy="506"/>
          </a:xfrm>
        </p:grpSpPr>
        <p:sp>
          <p:nvSpPr>
            <p:cNvPr id="36216" name="Freeform 859">
              <a:extLst>
                <a:ext uri="{FF2B5EF4-FFF2-40B4-BE49-F238E27FC236}">
                  <a16:creationId xmlns:a16="http://schemas.microsoft.com/office/drawing/2014/main" id="{FFB00FC4-4F4A-45D3-9470-66129DF082E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7" name="Freeform 860">
              <a:extLst>
                <a:ext uri="{FF2B5EF4-FFF2-40B4-BE49-F238E27FC236}">
                  <a16:creationId xmlns:a16="http://schemas.microsoft.com/office/drawing/2014/main" id="{0DA929CA-EC8D-4558-B484-8DC3E5BDDC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8" name="Freeform 861">
              <a:extLst>
                <a:ext uri="{FF2B5EF4-FFF2-40B4-BE49-F238E27FC236}">
                  <a16:creationId xmlns:a16="http://schemas.microsoft.com/office/drawing/2014/main" id="{0C0F12A4-12DE-410D-B9F0-BE94CDFEF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9" name="Freeform 862">
              <a:extLst>
                <a:ext uri="{FF2B5EF4-FFF2-40B4-BE49-F238E27FC236}">
                  <a16:creationId xmlns:a16="http://schemas.microsoft.com/office/drawing/2014/main" id="{64E23561-693B-4480-82A3-1788F44B1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0" name="Freeform 863">
              <a:extLst>
                <a:ext uri="{FF2B5EF4-FFF2-40B4-BE49-F238E27FC236}">
                  <a16:creationId xmlns:a16="http://schemas.microsoft.com/office/drawing/2014/main" id="{AC4F8168-7365-4D29-8D98-7BA67EF79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21" name="Freeform 864">
              <a:extLst>
                <a:ext uri="{FF2B5EF4-FFF2-40B4-BE49-F238E27FC236}">
                  <a16:creationId xmlns:a16="http://schemas.microsoft.com/office/drawing/2014/main" id="{22A2AFFD-FAF2-4FB2-937B-A8C452E89E9A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885" name="Line 865">
            <a:extLst>
              <a:ext uri="{FF2B5EF4-FFF2-40B4-BE49-F238E27FC236}">
                <a16:creationId xmlns:a16="http://schemas.microsoft.com/office/drawing/2014/main" id="{5DB3D713-BC55-486B-941F-B71D0C16FA35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8500" y="3119438"/>
            <a:ext cx="20638" cy="555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886" name="Group 866">
            <a:extLst>
              <a:ext uri="{FF2B5EF4-FFF2-40B4-BE49-F238E27FC236}">
                <a16:creationId xmlns:a16="http://schemas.microsoft.com/office/drawing/2014/main" id="{22C9E66E-BBB8-49AF-94A6-1F952A75C2C5}"/>
              </a:ext>
            </a:extLst>
          </p:cNvPr>
          <p:cNvGrpSpPr>
            <a:grpSpLocks/>
          </p:cNvGrpSpPr>
          <p:nvPr/>
        </p:nvGrpSpPr>
        <p:grpSpPr bwMode="auto">
          <a:xfrm>
            <a:off x="7007225" y="5005388"/>
            <a:ext cx="519113" cy="128587"/>
            <a:chOff x="2199" y="955"/>
            <a:chExt cx="2547" cy="506"/>
          </a:xfrm>
        </p:grpSpPr>
        <p:sp>
          <p:nvSpPr>
            <p:cNvPr id="36210" name="Freeform 867">
              <a:extLst>
                <a:ext uri="{FF2B5EF4-FFF2-40B4-BE49-F238E27FC236}">
                  <a16:creationId xmlns:a16="http://schemas.microsoft.com/office/drawing/2014/main" id="{5E3C9F49-4947-455E-B0FC-08F8FE54095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1" name="Freeform 868">
              <a:extLst>
                <a:ext uri="{FF2B5EF4-FFF2-40B4-BE49-F238E27FC236}">
                  <a16:creationId xmlns:a16="http://schemas.microsoft.com/office/drawing/2014/main" id="{CA3D749B-24CB-4617-B458-A39D3566DB9E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2" name="Freeform 869">
              <a:extLst>
                <a:ext uri="{FF2B5EF4-FFF2-40B4-BE49-F238E27FC236}">
                  <a16:creationId xmlns:a16="http://schemas.microsoft.com/office/drawing/2014/main" id="{C0D0ABB4-D623-4DE2-BCDA-180BFA6E247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3" name="Freeform 870">
              <a:extLst>
                <a:ext uri="{FF2B5EF4-FFF2-40B4-BE49-F238E27FC236}">
                  <a16:creationId xmlns:a16="http://schemas.microsoft.com/office/drawing/2014/main" id="{ADD1C747-19FE-49A3-A18F-163B799FD08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4" name="Freeform 871">
              <a:extLst>
                <a:ext uri="{FF2B5EF4-FFF2-40B4-BE49-F238E27FC236}">
                  <a16:creationId xmlns:a16="http://schemas.microsoft.com/office/drawing/2014/main" id="{E1665FFF-A76C-48D1-9837-47AC815067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15" name="Freeform 872">
              <a:extLst>
                <a:ext uri="{FF2B5EF4-FFF2-40B4-BE49-F238E27FC236}">
                  <a16:creationId xmlns:a16="http://schemas.microsoft.com/office/drawing/2014/main" id="{8CEA5D73-ED3B-4D0D-A529-0126E81E9F14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87" name="Group 873">
            <a:extLst>
              <a:ext uri="{FF2B5EF4-FFF2-40B4-BE49-F238E27FC236}">
                <a16:creationId xmlns:a16="http://schemas.microsoft.com/office/drawing/2014/main" id="{DAF2567D-1125-4CE0-AFA7-1CAA20E02811}"/>
              </a:ext>
            </a:extLst>
          </p:cNvPr>
          <p:cNvGrpSpPr>
            <a:grpSpLocks/>
          </p:cNvGrpSpPr>
          <p:nvPr/>
        </p:nvGrpSpPr>
        <p:grpSpPr bwMode="auto">
          <a:xfrm>
            <a:off x="7245350" y="5429250"/>
            <a:ext cx="519113" cy="128588"/>
            <a:chOff x="2199" y="955"/>
            <a:chExt cx="2547" cy="506"/>
          </a:xfrm>
        </p:grpSpPr>
        <p:sp>
          <p:nvSpPr>
            <p:cNvPr id="36204" name="Freeform 874">
              <a:extLst>
                <a:ext uri="{FF2B5EF4-FFF2-40B4-BE49-F238E27FC236}">
                  <a16:creationId xmlns:a16="http://schemas.microsoft.com/office/drawing/2014/main" id="{AB304060-B209-4972-967C-D9D03A3FD38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5" name="Freeform 875">
              <a:extLst>
                <a:ext uri="{FF2B5EF4-FFF2-40B4-BE49-F238E27FC236}">
                  <a16:creationId xmlns:a16="http://schemas.microsoft.com/office/drawing/2014/main" id="{3DFB9AE5-42D2-4CAA-A31A-25CF82A8C733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6" name="Freeform 876">
              <a:extLst>
                <a:ext uri="{FF2B5EF4-FFF2-40B4-BE49-F238E27FC236}">
                  <a16:creationId xmlns:a16="http://schemas.microsoft.com/office/drawing/2014/main" id="{39F5B287-F5E5-4315-96F4-57EF971C8AE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7" name="Freeform 877">
              <a:extLst>
                <a:ext uri="{FF2B5EF4-FFF2-40B4-BE49-F238E27FC236}">
                  <a16:creationId xmlns:a16="http://schemas.microsoft.com/office/drawing/2014/main" id="{6F625FBF-8C12-42C9-B32F-62107BCF37A1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8" name="Freeform 878">
              <a:extLst>
                <a:ext uri="{FF2B5EF4-FFF2-40B4-BE49-F238E27FC236}">
                  <a16:creationId xmlns:a16="http://schemas.microsoft.com/office/drawing/2014/main" id="{22FD4C27-60B5-4CCF-B15F-C48B66FD5F34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9" name="Freeform 879">
              <a:extLst>
                <a:ext uri="{FF2B5EF4-FFF2-40B4-BE49-F238E27FC236}">
                  <a16:creationId xmlns:a16="http://schemas.microsoft.com/office/drawing/2014/main" id="{C0B7CEA0-4DBB-4664-B1D2-5576A4A7D9B9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888" name="Group 880">
            <a:extLst>
              <a:ext uri="{FF2B5EF4-FFF2-40B4-BE49-F238E27FC236}">
                <a16:creationId xmlns:a16="http://schemas.microsoft.com/office/drawing/2014/main" id="{39B51467-CB5B-4900-891B-141D6C1AAC24}"/>
              </a:ext>
            </a:extLst>
          </p:cNvPr>
          <p:cNvGrpSpPr>
            <a:grpSpLocks/>
          </p:cNvGrpSpPr>
          <p:nvPr/>
        </p:nvGrpSpPr>
        <p:grpSpPr bwMode="auto">
          <a:xfrm>
            <a:off x="6821488" y="5408613"/>
            <a:ext cx="519112" cy="128587"/>
            <a:chOff x="2199" y="955"/>
            <a:chExt cx="2547" cy="506"/>
          </a:xfrm>
        </p:grpSpPr>
        <p:sp>
          <p:nvSpPr>
            <p:cNvPr id="36198" name="Freeform 881">
              <a:extLst>
                <a:ext uri="{FF2B5EF4-FFF2-40B4-BE49-F238E27FC236}">
                  <a16:creationId xmlns:a16="http://schemas.microsoft.com/office/drawing/2014/main" id="{60D68596-87F1-4F6A-B2C5-4078B7FD08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99" name="Freeform 882">
              <a:extLst>
                <a:ext uri="{FF2B5EF4-FFF2-40B4-BE49-F238E27FC236}">
                  <a16:creationId xmlns:a16="http://schemas.microsoft.com/office/drawing/2014/main" id="{A81F15C1-BD33-41F9-86B4-5830C34CF58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0" name="Freeform 883">
              <a:extLst>
                <a:ext uri="{FF2B5EF4-FFF2-40B4-BE49-F238E27FC236}">
                  <a16:creationId xmlns:a16="http://schemas.microsoft.com/office/drawing/2014/main" id="{8900F703-65DA-42AA-8EDA-DDCEAED2E1D5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1" name="Freeform 884">
              <a:extLst>
                <a:ext uri="{FF2B5EF4-FFF2-40B4-BE49-F238E27FC236}">
                  <a16:creationId xmlns:a16="http://schemas.microsoft.com/office/drawing/2014/main" id="{766D13CC-8868-4770-AAD4-431C5E66B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2" name="Freeform 885">
              <a:extLst>
                <a:ext uri="{FF2B5EF4-FFF2-40B4-BE49-F238E27FC236}">
                  <a16:creationId xmlns:a16="http://schemas.microsoft.com/office/drawing/2014/main" id="{7A6111B2-4D01-4381-9F01-58481E209C42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203" name="Freeform 886">
              <a:extLst>
                <a:ext uri="{FF2B5EF4-FFF2-40B4-BE49-F238E27FC236}">
                  <a16:creationId xmlns:a16="http://schemas.microsoft.com/office/drawing/2014/main" id="{B9C627F2-5793-456D-8BA1-13446AD95BBF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35889" name="Picture 887" descr="access_point_stylized_small">
            <a:extLst>
              <a:ext uri="{FF2B5EF4-FFF2-40B4-BE49-F238E27FC236}">
                <a16:creationId xmlns:a16="http://schemas.microsoft.com/office/drawing/2014/main" id="{B981C58F-3BDC-4FF7-8287-8C7997332F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625" y="5056188"/>
            <a:ext cx="433388" cy="36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890" name="Line 888">
            <a:extLst>
              <a:ext uri="{FF2B5EF4-FFF2-40B4-BE49-F238E27FC236}">
                <a16:creationId xmlns:a16="http://schemas.microsoft.com/office/drawing/2014/main" id="{14243173-07D9-49C5-B25B-9019EDA5D34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991475" y="5440363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35891" name="Group 889">
            <a:extLst>
              <a:ext uri="{FF2B5EF4-FFF2-40B4-BE49-F238E27FC236}">
                <a16:creationId xmlns:a16="http://schemas.microsoft.com/office/drawing/2014/main" id="{C81B5384-9749-48F7-BBF8-D9E9FE84BAD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775325" y="4533900"/>
            <a:ext cx="414338" cy="373063"/>
            <a:chOff x="2839" y="3501"/>
            <a:chExt cx="755" cy="803"/>
          </a:xfrm>
        </p:grpSpPr>
        <p:pic>
          <p:nvPicPr>
            <p:cNvPr id="36196" name="Picture 890" descr="desktop_computer_stylized_medium">
              <a:extLst>
                <a:ext uri="{FF2B5EF4-FFF2-40B4-BE49-F238E27FC236}">
                  <a16:creationId xmlns:a16="http://schemas.microsoft.com/office/drawing/2014/main" id="{F3F578E3-039E-488C-BEE6-18B624E9D2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97" name="Freeform 891">
              <a:extLst>
                <a:ext uri="{FF2B5EF4-FFF2-40B4-BE49-F238E27FC236}">
                  <a16:creationId xmlns:a16="http://schemas.microsoft.com/office/drawing/2014/main" id="{C8C79E2F-260C-4493-B8A7-4B716A54163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5892" name="Group 892">
            <a:extLst>
              <a:ext uri="{FF2B5EF4-FFF2-40B4-BE49-F238E27FC236}">
                <a16:creationId xmlns:a16="http://schemas.microsoft.com/office/drawing/2014/main" id="{05EA1052-EA10-42A5-A50F-85D20F69220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457825" y="4954588"/>
            <a:ext cx="482600" cy="406400"/>
            <a:chOff x="2839" y="3501"/>
            <a:chExt cx="755" cy="803"/>
          </a:xfrm>
        </p:grpSpPr>
        <p:pic>
          <p:nvPicPr>
            <p:cNvPr id="36194" name="Picture 893" descr="desktop_computer_stylized_medium">
              <a:extLst>
                <a:ext uri="{FF2B5EF4-FFF2-40B4-BE49-F238E27FC236}">
                  <a16:creationId xmlns:a16="http://schemas.microsoft.com/office/drawing/2014/main" id="{2312FAF7-ED93-4514-BC75-7508A74366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95" name="Freeform 894">
              <a:extLst>
                <a:ext uri="{FF2B5EF4-FFF2-40B4-BE49-F238E27FC236}">
                  <a16:creationId xmlns:a16="http://schemas.microsoft.com/office/drawing/2014/main" id="{B3C03FEE-6462-4DE1-AE22-E7DA61BC6E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5893" name="Group 895">
            <a:extLst>
              <a:ext uri="{FF2B5EF4-FFF2-40B4-BE49-F238E27FC236}">
                <a16:creationId xmlns:a16="http://schemas.microsoft.com/office/drawing/2014/main" id="{E65C12E2-2135-46C4-A261-EC37D5CE449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35663" y="5256213"/>
            <a:ext cx="427037" cy="349250"/>
            <a:chOff x="2839" y="3501"/>
            <a:chExt cx="755" cy="803"/>
          </a:xfrm>
        </p:grpSpPr>
        <p:pic>
          <p:nvPicPr>
            <p:cNvPr id="36192" name="Picture 896" descr="desktop_computer_stylized_medium">
              <a:extLst>
                <a:ext uri="{FF2B5EF4-FFF2-40B4-BE49-F238E27FC236}">
                  <a16:creationId xmlns:a16="http://schemas.microsoft.com/office/drawing/2014/main" id="{1FCDF33F-21AE-42F1-839A-EE3280FF01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93" name="Freeform 897">
              <a:extLst>
                <a:ext uri="{FF2B5EF4-FFF2-40B4-BE49-F238E27FC236}">
                  <a16:creationId xmlns:a16="http://schemas.microsoft.com/office/drawing/2014/main" id="{578AFCA9-8B36-4E77-B96D-49675F4AD931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35894" name="Group 898">
            <a:extLst>
              <a:ext uri="{FF2B5EF4-FFF2-40B4-BE49-F238E27FC236}">
                <a16:creationId xmlns:a16="http://schemas.microsoft.com/office/drawing/2014/main" id="{8701D51F-2D4C-4738-B893-F8335D8BA5DC}"/>
              </a:ext>
            </a:extLst>
          </p:cNvPr>
          <p:cNvGrpSpPr>
            <a:grpSpLocks/>
          </p:cNvGrpSpPr>
          <p:nvPr/>
        </p:nvGrpSpPr>
        <p:grpSpPr bwMode="auto">
          <a:xfrm>
            <a:off x="6550025" y="5238750"/>
            <a:ext cx="427038" cy="350838"/>
            <a:chOff x="2839" y="3501"/>
            <a:chExt cx="755" cy="803"/>
          </a:xfrm>
        </p:grpSpPr>
        <p:pic>
          <p:nvPicPr>
            <p:cNvPr id="36190" name="Picture 899" descr="desktop_computer_stylized_medium">
              <a:extLst>
                <a:ext uri="{FF2B5EF4-FFF2-40B4-BE49-F238E27FC236}">
                  <a16:creationId xmlns:a16="http://schemas.microsoft.com/office/drawing/2014/main" id="{5DE7CCAC-C1E4-4DE4-909A-69CA83EE5E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91" name="Freeform 900">
              <a:extLst>
                <a:ext uri="{FF2B5EF4-FFF2-40B4-BE49-F238E27FC236}">
                  <a16:creationId xmlns:a16="http://schemas.microsoft.com/office/drawing/2014/main" id="{1D7DF10B-3A68-47AB-93A7-176EF4C46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35895" name="Picture 901" descr="car_icon_small">
            <a:extLst>
              <a:ext uri="{FF2B5EF4-FFF2-40B4-BE49-F238E27FC236}">
                <a16:creationId xmlns:a16="http://schemas.microsoft.com/office/drawing/2014/main" id="{3D9AF450-DD8E-4058-9D8C-FB65A426D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2063" y="1720850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5896" name="Group 902">
            <a:extLst>
              <a:ext uri="{FF2B5EF4-FFF2-40B4-BE49-F238E27FC236}">
                <a16:creationId xmlns:a16="http://schemas.microsoft.com/office/drawing/2014/main" id="{931B3783-11E2-4AAC-A92C-7B37768AE096}"/>
              </a:ext>
            </a:extLst>
          </p:cNvPr>
          <p:cNvGrpSpPr>
            <a:grpSpLocks/>
          </p:cNvGrpSpPr>
          <p:nvPr/>
        </p:nvGrpSpPr>
        <p:grpSpPr bwMode="auto">
          <a:xfrm>
            <a:off x="5613400" y="1546225"/>
            <a:ext cx="415925" cy="385763"/>
            <a:chOff x="2751" y="1851"/>
            <a:chExt cx="462" cy="478"/>
          </a:xfrm>
        </p:grpSpPr>
        <p:pic>
          <p:nvPicPr>
            <p:cNvPr id="36188" name="Picture 903" descr="iphone_stylized_small">
              <a:extLst>
                <a:ext uri="{FF2B5EF4-FFF2-40B4-BE49-F238E27FC236}">
                  <a16:creationId xmlns:a16="http://schemas.microsoft.com/office/drawing/2014/main" id="{78725F6B-0F5D-43BF-97CE-3AA479FC1B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189" name="Picture 904" descr="antenna_radiation_stylized">
              <a:extLst>
                <a:ext uri="{FF2B5EF4-FFF2-40B4-BE49-F238E27FC236}">
                  <a16:creationId xmlns:a16="http://schemas.microsoft.com/office/drawing/2014/main" id="{F7C3CF55-C4D4-4BF9-93D6-022FCF4A9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5897" name="Picture 905" descr="access_point_stylized_small">
            <a:extLst>
              <a:ext uri="{FF2B5EF4-FFF2-40B4-BE49-F238E27FC236}">
                <a16:creationId xmlns:a16="http://schemas.microsoft.com/office/drawing/2014/main" id="{C4A54149-B6F4-4DB8-846D-982AE0065B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388" y="505777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5898" name="Group 906">
            <a:extLst>
              <a:ext uri="{FF2B5EF4-FFF2-40B4-BE49-F238E27FC236}">
                <a16:creationId xmlns:a16="http://schemas.microsoft.com/office/drawing/2014/main" id="{76967F1A-2F39-41D3-B818-E850B8311FBA}"/>
              </a:ext>
            </a:extLst>
          </p:cNvPr>
          <p:cNvGrpSpPr>
            <a:grpSpLocks/>
          </p:cNvGrpSpPr>
          <p:nvPr/>
        </p:nvGrpSpPr>
        <p:grpSpPr bwMode="auto">
          <a:xfrm>
            <a:off x="8240713" y="5002213"/>
            <a:ext cx="227012" cy="481012"/>
            <a:chOff x="4140" y="429"/>
            <a:chExt cx="1425" cy="2396"/>
          </a:xfrm>
        </p:grpSpPr>
        <p:sp>
          <p:nvSpPr>
            <p:cNvPr id="36156" name="Freeform 907">
              <a:extLst>
                <a:ext uri="{FF2B5EF4-FFF2-40B4-BE49-F238E27FC236}">
                  <a16:creationId xmlns:a16="http://schemas.microsoft.com/office/drawing/2014/main" id="{15677118-F820-45CD-B830-9040833F3AA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8 h 2742"/>
                <a:gd name="T6" fmla="*/ 0 w 354"/>
                <a:gd name="T7" fmla="*/ 8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57" name="Rectangle 908">
              <a:extLst>
                <a:ext uri="{FF2B5EF4-FFF2-40B4-BE49-F238E27FC236}">
                  <a16:creationId xmlns:a16="http://schemas.microsoft.com/office/drawing/2014/main" id="{914E038B-E492-462B-882B-2F48AED4F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58" name="Freeform 909">
              <a:extLst>
                <a:ext uri="{FF2B5EF4-FFF2-40B4-BE49-F238E27FC236}">
                  <a16:creationId xmlns:a16="http://schemas.microsoft.com/office/drawing/2014/main" id="{F3A508A9-7020-4E2B-915F-F7DB797C1D7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59" name="Freeform 910">
              <a:extLst>
                <a:ext uri="{FF2B5EF4-FFF2-40B4-BE49-F238E27FC236}">
                  <a16:creationId xmlns:a16="http://schemas.microsoft.com/office/drawing/2014/main" id="{003893B2-34AB-4D25-BBEC-AF15A9FF2F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60" name="Rectangle 911">
              <a:extLst>
                <a:ext uri="{FF2B5EF4-FFF2-40B4-BE49-F238E27FC236}">
                  <a16:creationId xmlns:a16="http://schemas.microsoft.com/office/drawing/2014/main" id="{E097AF42-BD92-415F-9292-8BD3116760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61" name="Group 912">
              <a:extLst>
                <a:ext uri="{FF2B5EF4-FFF2-40B4-BE49-F238E27FC236}">
                  <a16:creationId xmlns:a16="http://schemas.microsoft.com/office/drawing/2014/main" id="{A9FE7989-C802-4F00-9F91-ED10F6C26B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6186" name="AutoShape 913">
                <a:extLst>
                  <a:ext uri="{FF2B5EF4-FFF2-40B4-BE49-F238E27FC236}">
                    <a16:creationId xmlns:a16="http://schemas.microsoft.com/office/drawing/2014/main" id="{60127951-C0DC-4508-A80E-BC507F892D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87" name="AutoShape 914">
                <a:extLst>
                  <a:ext uri="{FF2B5EF4-FFF2-40B4-BE49-F238E27FC236}">
                    <a16:creationId xmlns:a16="http://schemas.microsoft.com/office/drawing/2014/main" id="{BC7BFC34-A8C3-44C5-BCB1-03164AAA9A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62" name="Rectangle 915">
              <a:extLst>
                <a:ext uri="{FF2B5EF4-FFF2-40B4-BE49-F238E27FC236}">
                  <a16:creationId xmlns:a16="http://schemas.microsoft.com/office/drawing/2014/main" id="{53D31717-23F9-455A-9261-706F753C6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63" name="Group 916">
              <a:extLst>
                <a:ext uri="{FF2B5EF4-FFF2-40B4-BE49-F238E27FC236}">
                  <a16:creationId xmlns:a16="http://schemas.microsoft.com/office/drawing/2014/main" id="{6DC89F87-FFEB-4D24-82FE-D2CDDA7006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6184" name="AutoShape 917">
                <a:extLst>
                  <a:ext uri="{FF2B5EF4-FFF2-40B4-BE49-F238E27FC236}">
                    <a16:creationId xmlns:a16="http://schemas.microsoft.com/office/drawing/2014/main" id="{A9546183-FBBA-4C17-BD0E-D609F38DAD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85" name="AutoShape 918">
                <a:extLst>
                  <a:ext uri="{FF2B5EF4-FFF2-40B4-BE49-F238E27FC236}">
                    <a16:creationId xmlns:a16="http://schemas.microsoft.com/office/drawing/2014/main" id="{612A5660-AC67-4C16-BFB9-80A604F6CE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64" name="Rectangle 919">
              <a:extLst>
                <a:ext uri="{FF2B5EF4-FFF2-40B4-BE49-F238E27FC236}">
                  <a16:creationId xmlns:a16="http://schemas.microsoft.com/office/drawing/2014/main" id="{CD08843F-FEC3-4DAF-88E8-18C4C88A17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65" name="Rectangle 920">
              <a:extLst>
                <a:ext uri="{FF2B5EF4-FFF2-40B4-BE49-F238E27FC236}">
                  <a16:creationId xmlns:a16="http://schemas.microsoft.com/office/drawing/2014/main" id="{82CB158D-1B1C-4975-97D9-BE690078A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66" name="Group 921">
              <a:extLst>
                <a:ext uri="{FF2B5EF4-FFF2-40B4-BE49-F238E27FC236}">
                  <a16:creationId xmlns:a16="http://schemas.microsoft.com/office/drawing/2014/main" id="{3B2E1D1D-0344-44FD-BE2B-BF490DDB07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6182" name="AutoShape 922">
                <a:extLst>
                  <a:ext uri="{FF2B5EF4-FFF2-40B4-BE49-F238E27FC236}">
                    <a16:creationId xmlns:a16="http://schemas.microsoft.com/office/drawing/2014/main" id="{74EF957C-936E-4D49-B83C-1B9E872B0E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83" name="AutoShape 923">
                <a:extLst>
                  <a:ext uri="{FF2B5EF4-FFF2-40B4-BE49-F238E27FC236}">
                    <a16:creationId xmlns:a16="http://schemas.microsoft.com/office/drawing/2014/main" id="{D9CF1040-0002-4FBA-A480-6E789E652A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67" name="Freeform 924">
              <a:extLst>
                <a:ext uri="{FF2B5EF4-FFF2-40B4-BE49-F238E27FC236}">
                  <a16:creationId xmlns:a16="http://schemas.microsoft.com/office/drawing/2014/main" id="{DF958D41-9AB3-4927-A2D6-057DBAD9012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6168" name="Group 925">
              <a:extLst>
                <a:ext uri="{FF2B5EF4-FFF2-40B4-BE49-F238E27FC236}">
                  <a16:creationId xmlns:a16="http://schemas.microsoft.com/office/drawing/2014/main" id="{E78E98C3-B4D4-45A9-9A4F-784F79DA8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6180" name="AutoShape 926">
                <a:extLst>
                  <a:ext uri="{FF2B5EF4-FFF2-40B4-BE49-F238E27FC236}">
                    <a16:creationId xmlns:a16="http://schemas.microsoft.com/office/drawing/2014/main" id="{40F9AE8D-83AD-448A-A70F-E029C76F6C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81" name="AutoShape 927">
                <a:extLst>
                  <a:ext uri="{FF2B5EF4-FFF2-40B4-BE49-F238E27FC236}">
                    <a16:creationId xmlns:a16="http://schemas.microsoft.com/office/drawing/2014/main" id="{B0DAD48A-DDD1-4F71-94C5-98CA1B830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69" name="Rectangle 928">
              <a:extLst>
                <a:ext uri="{FF2B5EF4-FFF2-40B4-BE49-F238E27FC236}">
                  <a16:creationId xmlns:a16="http://schemas.microsoft.com/office/drawing/2014/main" id="{54F98649-0BF6-40A1-93E7-625B6ACD7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0" name="Freeform 929">
              <a:extLst>
                <a:ext uri="{FF2B5EF4-FFF2-40B4-BE49-F238E27FC236}">
                  <a16:creationId xmlns:a16="http://schemas.microsoft.com/office/drawing/2014/main" id="{8D8004A4-80BD-4FA3-81AC-7828B41CEE0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71" name="Freeform 930">
              <a:extLst>
                <a:ext uri="{FF2B5EF4-FFF2-40B4-BE49-F238E27FC236}">
                  <a16:creationId xmlns:a16="http://schemas.microsoft.com/office/drawing/2014/main" id="{2BA60B55-CA53-4B37-9EDA-CDF47BCFE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72" name="Oval 931">
              <a:extLst>
                <a:ext uri="{FF2B5EF4-FFF2-40B4-BE49-F238E27FC236}">
                  <a16:creationId xmlns:a16="http://schemas.microsoft.com/office/drawing/2014/main" id="{B54103B5-026C-43D9-B515-E6C9BB70CC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3" name="Freeform 932">
              <a:extLst>
                <a:ext uri="{FF2B5EF4-FFF2-40B4-BE49-F238E27FC236}">
                  <a16:creationId xmlns:a16="http://schemas.microsoft.com/office/drawing/2014/main" id="{E7D8C03B-52B8-4B44-820B-6B848A92BE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74" name="AutoShape 933">
              <a:extLst>
                <a:ext uri="{FF2B5EF4-FFF2-40B4-BE49-F238E27FC236}">
                  <a16:creationId xmlns:a16="http://schemas.microsoft.com/office/drawing/2014/main" id="{255C3DD5-8CC1-40E0-A954-E6A5294C58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5" name="AutoShape 934">
              <a:extLst>
                <a:ext uri="{FF2B5EF4-FFF2-40B4-BE49-F238E27FC236}">
                  <a16:creationId xmlns:a16="http://schemas.microsoft.com/office/drawing/2014/main" id="{652097DF-5421-409C-BAC7-9D6020A8BF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6" name="Oval 935">
              <a:extLst>
                <a:ext uri="{FF2B5EF4-FFF2-40B4-BE49-F238E27FC236}">
                  <a16:creationId xmlns:a16="http://schemas.microsoft.com/office/drawing/2014/main" id="{333DC6FD-A48E-4254-8A49-A4CED9699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7" name="Oval 936">
              <a:extLst>
                <a:ext uri="{FF2B5EF4-FFF2-40B4-BE49-F238E27FC236}">
                  <a16:creationId xmlns:a16="http://schemas.microsoft.com/office/drawing/2014/main" id="{865444F2-9D51-4AA6-B4B3-F873E64EE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 i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178" name="Oval 937">
              <a:extLst>
                <a:ext uri="{FF2B5EF4-FFF2-40B4-BE49-F238E27FC236}">
                  <a16:creationId xmlns:a16="http://schemas.microsoft.com/office/drawing/2014/main" id="{5D041EE6-54C2-4131-BA13-67F38AF04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79" name="Rectangle 938">
              <a:extLst>
                <a:ext uri="{FF2B5EF4-FFF2-40B4-BE49-F238E27FC236}">
                  <a16:creationId xmlns:a16="http://schemas.microsoft.com/office/drawing/2014/main" id="{9A6C13FD-C507-47F0-92FD-940905649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35899" name="Group 939">
            <a:extLst>
              <a:ext uri="{FF2B5EF4-FFF2-40B4-BE49-F238E27FC236}">
                <a16:creationId xmlns:a16="http://schemas.microsoft.com/office/drawing/2014/main" id="{A6A1CCEC-90F6-45A1-B12D-A0BEDFFE14BC}"/>
              </a:ext>
            </a:extLst>
          </p:cNvPr>
          <p:cNvGrpSpPr>
            <a:grpSpLocks/>
          </p:cNvGrpSpPr>
          <p:nvPr/>
        </p:nvGrpSpPr>
        <p:grpSpPr bwMode="auto">
          <a:xfrm>
            <a:off x="7924800" y="5303838"/>
            <a:ext cx="227013" cy="481012"/>
            <a:chOff x="4140" y="429"/>
            <a:chExt cx="1425" cy="2396"/>
          </a:xfrm>
        </p:grpSpPr>
        <p:sp>
          <p:nvSpPr>
            <p:cNvPr id="36124" name="Freeform 940">
              <a:extLst>
                <a:ext uri="{FF2B5EF4-FFF2-40B4-BE49-F238E27FC236}">
                  <a16:creationId xmlns:a16="http://schemas.microsoft.com/office/drawing/2014/main" id="{9B540AF4-7D3E-4C85-9DF3-351C497DF6A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8 h 2742"/>
                <a:gd name="T6" fmla="*/ 0 w 354"/>
                <a:gd name="T7" fmla="*/ 8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25" name="Rectangle 941">
              <a:extLst>
                <a:ext uri="{FF2B5EF4-FFF2-40B4-BE49-F238E27FC236}">
                  <a16:creationId xmlns:a16="http://schemas.microsoft.com/office/drawing/2014/main" id="{C3AAF9B8-CCAD-49DE-A7C5-06BFBF7B1C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26" name="Freeform 942">
              <a:extLst>
                <a:ext uri="{FF2B5EF4-FFF2-40B4-BE49-F238E27FC236}">
                  <a16:creationId xmlns:a16="http://schemas.microsoft.com/office/drawing/2014/main" id="{E11C1B57-30E1-4EB2-AB3F-7ECC3CFFC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27" name="Freeform 943">
              <a:extLst>
                <a:ext uri="{FF2B5EF4-FFF2-40B4-BE49-F238E27FC236}">
                  <a16:creationId xmlns:a16="http://schemas.microsoft.com/office/drawing/2014/main" id="{439F5AB3-6E87-4AE0-B59F-9D1A6256BE8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28" name="Rectangle 944">
              <a:extLst>
                <a:ext uri="{FF2B5EF4-FFF2-40B4-BE49-F238E27FC236}">
                  <a16:creationId xmlns:a16="http://schemas.microsoft.com/office/drawing/2014/main" id="{7465DE09-B42E-4203-9536-8EC48B653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29" name="Group 945">
              <a:extLst>
                <a:ext uri="{FF2B5EF4-FFF2-40B4-BE49-F238E27FC236}">
                  <a16:creationId xmlns:a16="http://schemas.microsoft.com/office/drawing/2014/main" id="{7F3212DC-9C6E-4E0F-B732-A8AA517588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6154" name="AutoShape 946">
                <a:extLst>
                  <a:ext uri="{FF2B5EF4-FFF2-40B4-BE49-F238E27FC236}">
                    <a16:creationId xmlns:a16="http://schemas.microsoft.com/office/drawing/2014/main" id="{C645B6BC-EBCD-47CE-B5E3-D2B0A3BB21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55" name="AutoShape 947">
                <a:extLst>
                  <a:ext uri="{FF2B5EF4-FFF2-40B4-BE49-F238E27FC236}">
                    <a16:creationId xmlns:a16="http://schemas.microsoft.com/office/drawing/2014/main" id="{B9371F69-34F1-40DB-85EC-F2424EBA18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30" name="Rectangle 948">
              <a:extLst>
                <a:ext uri="{FF2B5EF4-FFF2-40B4-BE49-F238E27FC236}">
                  <a16:creationId xmlns:a16="http://schemas.microsoft.com/office/drawing/2014/main" id="{3234B25C-5AF4-46F9-B756-EFA5E8B9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31" name="Group 949">
              <a:extLst>
                <a:ext uri="{FF2B5EF4-FFF2-40B4-BE49-F238E27FC236}">
                  <a16:creationId xmlns:a16="http://schemas.microsoft.com/office/drawing/2014/main" id="{67B33136-D962-4FB0-AE99-15066CB324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6152" name="AutoShape 950">
                <a:extLst>
                  <a:ext uri="{FF2B5EF4-FFF2-40B4-BE49-F238E27FC236}">
                    <a16:creationId xmlns:a16="http://schemas.microsoft.com/office/drawing/2014/main" id="{85AB4C7C-9A82-4ADD-88C2-8402BFBCDA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53" name="AutoShape 951">
                <a:extLst>
                  <a:ext uri="{FF2B5EF4-FFF2-40B4-BE49-F238E27FC236}">
                    <a16:creationId xmlns:a16="http://schemas.microsoft.com/office/drawing/2014/main" id="{27771B32-EBEB-466C-9188-92546B91C6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32" name="Rectangle 952">
              <a:extLst>
                <a:ext uri="{FF2B5EF4-FFF2-40B4-BE49-F238E27FC236}">
                  <a16:creationId xmlns:a16="http://schemas.microsoft.com/office/drawing/2014/main" id="{D798007E-54FF-4395-833B-16FC5FB2C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33" name="Rectangle 953">
              <a:extLst>
                <a:ext uri="{FF2B5EF4-FFF2-40B4-BE49-F238E27FC236}">
                  <a16:creationId xmlns:a16="http://schemas.microsoft.com/office/drawing/2014/main" id="{78624A3A-1266-433D-917E-BAC64C04A8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grpSp>
          <p:nvGrpSpPr>
            <p:cNvPr id="36134" name="Group 954">
              <a:extLst>
                <a:ext uri="{FF2B5EF4-FFF2-40B4-BE49-F238E27FC236}">
                  <a16:creationId xmlns:a16="http://schemas.microsoft.com/office/drawing/2014/main" id="{D868EA15-7481-4660-9EAB-89D12AA222F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6150" name="AutoShape 955">
                <a:extLst>
                  <a:ext uri="{FF2B5EF4-FFF2-40B4-BE49-F238E27FC236}">
                    <a16:creationId xmlns:a16="http://schemas.microsoft.com/office/drawing/2014/main" id="{A9469579-9571-42E9-9B4F-E9DC69C71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51" name="AutoShape 956">
                <a:extLst>
                  <a:ext uri="{FF2B5EF4-FFF2-40B4-BE49-F238E27FC236}">
                    <a16:creationId xmlns:a16="http://schemas.microsoft.com/office/drawing/2014/main" id="{C4F276F6-897F-45F0-892B-DCA79887F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35" name="Freeform 957">
              <a:extLst>
                <a:ext uri="{FF2B5EF4-FFF2-40B4-BE49-F238E27FC236}">
                  <a16:creationId xmlns:a16="http://schemas.microsoft.com/office/drawing/2014/main" id="{D240D9E0-FE7F-4471-9564-77D31F4C61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6136" name="Group 958">
              <a:extLst>
                <a:ext uri="{FF2B5EF4-FFF2-40B4-BE49-F238E27FC236}">
                  <a16:creationId xmlns:a16="http://schemas.microsoft.com/office/drawing/2014/main" id="{867B725C-687C-400E-9C80-D3AD8196EC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6148" name="AutoShape 959">
                <a:extLst>
                  <a:ext uri="{FF2B5EF4-FFF2-40B4-BE49-F238E27FC236}">
                    <a16:creationId xmlns:a16="http://schemas.microsoft.com/office/drawing/2014/main" id="{1E52E812-7315-4E40-867D-A0BB4D8D65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36149" name="AutoShape 960">
                <a:extLst>
                  <a:ext uri="{FF2B5EF4-FFF2-40B4-BE49-F238E27FC236}">
                    <a16:creationId xmlns:a16="http://schemas.microsoft.com/office/drawing/2014/main" id="{80D94257-64BF-4CDB-B4B9-AB56090765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</p:grpSp>
        <p:sp>
          <p:nvSpPr>
            <p:cNvPr id="36137" name="Rectangle 961">
              <a:extLst>
                <a:ext uri="{FF2B5EF4-FFF2-40B4-BE49-F238E27FC236}">
                  <a16:creationId xmlns:a16="http://schemas.microsoft.com/office/drawing/2014/main" id="{B9CC0C18-5E30-4FFE-82E2-A6A0F2D28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38" name="Freeform 962">
              <a:extLst>
                <a:ext uri="{FF2B5EF4-FFF2-40B4-BE49-F238E27FC236}">
                  <a16:creationId xmlns:a16="http://schemas.microsoft.com/office/drawing/2014/main" id="{6603A21B-B08F-4695-80BE-E26A2FA7CA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39" name="Freeform 963">
              <a:extLst>
                <a:ext uri="{FF2B5EF4-FFF2-40B4-BE49-F238E27FC236}">
                  <a16:creationId xmlns:a16="http://schemas.microsoft.com/office/drawing/2014/main" id="{43B379CD-A1A5-4A95-9071-8577D28337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40" name="Oval 964">
              <a:extLst>
                <a:ext uri="{FF2B5EF4-FFF2-40B4-BE49-F238E27FC236}">
                  <a16:creationId xmlns:a16="http://schemas.microsoft.com/office/drawing/2014/main" id="{BB565B36-B135-49FA-858C-E7D5FB999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41" name="Freeform 965">
              <a:extLst>
                <a:ext uri="{FF2B5EF4-FFF2-40B4-BE49-F238E27FC236}">
                  <a16:creationId xmlns:a16="http://schemas.microsoft.com/office/drawing/2014/main" id="{23B16091-0A1F-436B-BDFF-4064DFE7A6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42" name="AutoShape 966">
              <a:extLst>
                <a:ext uri="{FF2B5EF4-FFF2-40B4-BE49-F238E27FC236}">
                  <a16:creationId xmlns:a16="http://schemas.microsoft.com/office/drawing/2014/main" id="{38EC8B77-9186-400C-85ED-54AE6990C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43" name="AutoShape 967">
              <a:extLst>
                <a:ext uri="{FF2B5EF4-FFF2-40B4-BE49-F238E27FC236}">
                  <a16:creationId xmlns:a16="http://schemas.microsoft.com/office/drawing/2014/main" id="{49C2CC43-95B0-42F0-98E5-6F589F317B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44" name="Oval 968">
              <a:extLst>
                <a:ext uri="{FF2B5EF4-FFF2-40B4-BE49-F238E27FC236}">
                  <a16:creationId xmlns:a16="http://schemas.microsoft.com/office/drawing/2014/main" id="{4826F476-7055-4C66-B30F-09B28FF61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45" name="Oval 969">
              <a:extLst>
                <a:ext uri="{FF2B5EF4-FFF2-40B4-BE49-F238E27FC236}">
                  <a16:creationId xmlns:a16="http://schemas.microsoft.com/office/drawing/2014/main" id="{9F9CA211-9541-4767-9E01-3C1219865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 i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146" name="Oval 970">
              <a:extLst>
                <a:ext uri="{FF2B5EF4-FFF2-40B4-BE49-F238E27FC236}">
                  <a16:creationId xmlns:a16="http://schemas.microsoft.com/office/drawing/2014/main" id="{7DD99059-9F3A-4D1E-80E8-A760C5488D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36147" name="Rectangle 971">
              <a:extLst>
                <a:ext uri="{FF2B5EF4-FFF2-40B4-BE49-F238E27FC236}">
                  <a16:creationId xmlns:a16="http://schemas.microsoft.com/office/drawing/2014/main" id="{42C930AA-1CBF-40A3-9139-F0C8D5A31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</p:grpSp>
      <p:grpSp>
        <p:nvGrpSpPr>
          <p:cNvPr id="35900" name="Group 972">
            <a:extLst>
              <a:ext uri="{FF2B5EF4-FFF2-40B4-BE49-F238E27FC236}">
                <a16:creationId xmlns:a16="http://schemas.microsoft.com/office/drawing/2014/main" id="{2F4A8B4B-0042-4D33-A517-AD29E523A60D}"/>
              </a:ext>
            </a:extLst>
          </p:cNvPr>
          <p:cNvGrpSpPr>
            <a:grpSpLocks/>
          </p:cNvGrpSpPr>
          <p:nvPr/>
        </p:nvGrpSpPr>
        <p:grpSpPr bwMode="auto">
          <a:xfrm>
            <a:off x="5302250" y="2043113"/>
            <a:ext cx="534988" cy="407987"/>
            <a:chOff x="877" y="1008"/>
            <a:chExt cx="2747" cy="2591"/>
          </a:xfrm>
        </p:grpSpPr>
        <p:pic>
          <p:nvPicPr>
            <p:cNvPr id="36101" name="Picture 973" descr="antenna_stylized">
              <a:extLst>
                <a:ext uri="{FF2B5EF4-FFF2-40B4-BE49-F238E27FC236}">
                  <a16:creationId xmlns:a16="http://schemas.microsoft.com/office/drawing/2014/main" id="{761E040E-F154-429C-8B20-53D712E5A1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102" name="Picture 974" descr="laptop_keyboard">
              <a:extLst>
                <a:ext uri="{FF2B5EF4-FFF2-40B4-BE49-F238E27FC236}">
                  <a16:creationId xmlns:a16="http://schemas.microsoft.com/office/drawing/2014/main" id="{816D2C69-1DD5-49FD-96A9-33011CD8A2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03" name="Freeform 975">
              <a:extLst>
                <a:ext uri="{FF2B5EF4-FFF2-40B4-BE49-F238E27FC236}">
                  <a16:creationId xmlns:a16="http://schemas.microsoft.com/office/drawing/2014/main" id="{6DA56E6A-1D7E-4E7A-A4FC-A3581178C2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36104" name="Picture 976" descr="screen">
              <a:extLst>
                <a:ext uri="{FF2B5EF4-FFF2-40B4-BE49-F238E27FC236}">
                  <a16:creationId xmlns:a16="http://schemas.microsoft.com/office/drawing/2014/main" id="{EF107A73-6CDF-48E3-B3D8-79DAF75E4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105" name="Freeform 977">
              <a:extLst>
                <a:ext uri="{FF2B5EF4-FFF2-40B4-BE49-F238E27FC236}">
                  <a16:creationId xmlns:a16="http://schemas.microsoft.com/office/drawing/2014/main" id="{589DC188-6A33-4B20-8090-F1EACDB60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06" name="Freeform 978">
              <a:extLst>
                <a:ext uri="{FF2B5EF4-FFF2-40B4-BE49-F238E27FC236}">
                  <a16:creationId xmlns:a16="http://schemas.microsoft.com/office/drawing/2014/main" id="{C5E72954-5C9E-47A9-82CA-FF92D392D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07" name="Freeform 979">
              <a:extLst>
                <a:ext uri="{FF2B5EF4-FFF2-40B4-BE49-F238E27FC236}">
                  <a16:creationId xmlns:a16="http://schemas.microsoft.com/office/drawing/2014/main" id="{F5B0ADD1-5AE0-4509-A403-4EA77BA0529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08" name="Freeform 980">
              <a:extLst>
                <a:ext uri="{FF2B5EF4-FFF2-40B4-BE49-F238E27FC236}">
                  <a16:creationId xmlns:a16="http://schemas.microsoft.com/office/drawing/2014/main" id="{DBB2BF33-C32E-4880-BF09-598EBAF407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09" name="Freeform 981">
              <a:extLst>
                <a:ext uri="{FF2B5EF4-FFF2-40B4-BE49-F238E27FC236}">
                  <a16:creationId xmlns:a16="http://schemas.microsoft.com/office/drawing/2014/main" id="{8AC340A6-80C5-4F28-9A63-5D10BD10E79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1 h 1659"/>
                <a:gd name="T6" fmla="*/ 0 w 637"/>
                <a:gd name="T7" fmla="*/ 1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0" name="Freeform 982">
              <a:extLst>
                <a:ext uri="{FF2B5EF4-FFF2-40B4-BE49-F238E27FC236}">
                  <a16:creationId xmlns:a16="http://schemas.microsoft.com/office/drawing/2014/main" id="{4DBF842D-F181-4650-BFA6-D9B04D472B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36111" name="Group 983">
              <a:extLst>
                <a:ext uri="{FF2B5EF4-FFF2-40B4-BE49-F238E27FC236}">
                  <a16:creationId xmlns:a16="http://schemas.microsoft.com/office/drawing/2014/main" id="{7CF54CAE-3250-4F16-B37D-EF4B1B2E45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36118" name="Freeform 984">
                <a:extLst>
                  <a:ext uri="{FF2B5EF4-FFF2-40B4-BE49-F238E27FC236}">
                    <a16:creationId xmlns:a16="http://schemas.microsoft.com/office/drawing/2014/main" id="{EFCE2E63-4FD7-40CB-8D10-B73AC4CB19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19" name="Freeform 985">
                <a:extLst>
                  <a:ext uri="{FF2B5EF4-FFF2-40B4-BE49-F238E27FC236}">
                    <a16:creationId xmlns:a16="http://schemas.microsoft.com/office/drawing/2014/main" id="{F6A04CCE-693A-4EC0-8A2C-FF55969511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0" name="Freeform 986">
                <a:extLst>
                  <a:ext uri="{FF2B5EF4-FFF2-40B4-BE49-F238E27FC236}">
                    <a16:creationId xmlns:a16="http://schemas.microsoft.com/office/drawing/2014/main" id="{B7EBBE66-2D5D-4414-9E14-AF4E830D70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1" name="Freeform 987">
                <a:extLst>
                  <a:ext uri="{FF2B5EF4-FFF2-40B4-BE49-F238E27FC236}">
                    <a16:creationId xmlns:a16="http://schemas.microsoft.com/office/drawing/2014/main" id="{D5117F2F-43D7-4A69-B8A0-A6DF804BE3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2" name="Freeform 988">
                <a:extLst>
                  <a:ext uri="{FF2B5EF4-FFF2-40B4-BE49-F238E27FC236}">
                    <a16:creationId xmlns:a16="http://schemas.microsoft.com/office/drawing/2014/main" id="{828259C1-2B08-4E6D-9FF9-63D6A58366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123" name="Freeform 989">
                <a:extLst>
                  <a:ext uri="{FF2B5EF4-FFF2-40B4-BE49-F238E27FC236}">
                    <a16:creationId xmlns:a16="http://schemas.microsoft.com/office/drawing/2014/main" id="{41729790-C9C1-4077-B41A-BF19A6A9A3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112" name="Freeform 990">
              <a:extLst>
                <a:ext uri="{FF2B5EF4-FFF2-40B4-BE49-F238E27FC236}">
                  <a16:creationId xmlns:a16="http://schemas.microsoft.com/office/drawing/2014/main" id="{558D077A-844D-4FD6-8CEA-DF70792E87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3" name="Freeform 991">
              <a:extLst>
                <a:ext uri="{FF2B5EF4-FFF2-40B4-BE49-F238E27FC236}">
                  <a16:creationId xmlns:a16="http://schemas.microsoft.com/office/drawing/2014/main" id="{FE2AFE66-9447-404C-A470-594C2D5B4F5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4" name="Freeform 992">
              <a:extLst>
                <a:ext uri="{FF2B5EF4-FFF2-40B4-BE49-F238E27FC236}">
                  <a16:creationId xmlns:a16="http://schemas.microsoft.com/office/drawing/2014/main" id="{9D541B4A-CDEE-4739-BC1B-3CC89BCC7F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5" name="Freeform 993">
              <a:extLst>
                <a:ext uri="{FF2B5EF4-FFF2-40B4-BE49-F238E27FC236}">
                  <a16:creationId xmlns:a16="http://schemas.microsoft.com/office/drawing/2014/main" id="{BC729F0A-1785-47FB-AE8A-0ED5C64CDE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6" name="Freeform 994">
              <a:extLst>
                <a:ext uri="{FF2B5EF4-FFF2-40B4-BE49-F238E27FC236}">
                  <a16:creationId xmlns:a16="http://schemas.microsoft.com/office/drawing/2014/main" id="{0685E285-1C58-465D-AAC6-6FABC8F33E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17" name="Freeform 995">
              <a:extLst>
                <a:ext uri="{FF2B5EF4-FFF2-40B4-BE49-F238E27FC236}">
                  <a16:creationId xmlns:a16="http://schemas.microsoft.com/office/drawing/2014/main" id="{9ED78308-80EC-4D45-BF5F-5008A3704C8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35901" name="Picture 996" descr="laptop_keyboard">
            <a:extLst>
              <a:ext uri="{FF2B5EF4-FFF2-40B4-BE49-F238E27FC236}">
                <a16:creationId xmlns:a16="http://schemas.microsoft.com/office/drawing/2014/main" id="{F5C375B0-95B0-4CC5-AA59-9F4AA2813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6897688" y="5735638"/>
            <a:ext cx="388937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02" name="Freeform 997">
            <a:extLst>
              <a:ext uri="{FF2B5EF4-FFF2-40B4-BE49-F238E27FC236}">
                <a16:creationId xmlns:a16="http://schemas.microsoft.com/office/drawing/2014/main" id="{F8802623-3CBA-423C-B68D-4F37C8A452F4}"/>
              </a:ext>
            </a:extLst>
          </p:cNvPr>
          <p:cNvSpPr>
            <a:spLocks/>
          </p:cNvSpPr>
          <p:nvPr/>
        </p:nvSpPr>
        <p:spPr bwMode="auto">
          <a:xfrm>
            <a:off x="7026275" y="5580063"/>
            <a:ext cx="312738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5903" name="Picture 998" descr="screen">
            <a:extLst>
              <a:ext uri="{FF2B5EF4-FFF2-40B4-BE49-F238E27FC236}">
                <a16:creationId xmlns:a16="http://schemas.microsoft.com/office/drawing/2014/main" id="{C8FC0ABA-838A-4EA3-A59F-DAB1EF31D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2150" y="5584825"/>
            <a:ext cx="284163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04" name="Freeform 999">
            <a:extLst>
              <a:ext uri="{FF2B5EF4-FFF2-40B4-BE49-F238E27FC236}">
                <a16:creationId xmlns:a16="http://schemas.microsoft.com/office/drawing/2014/main" id="{96066135-2A64-4D65-A5D6-9846B3514A70}"/>
              </a:ext>
            </a:extLst>
          </p:cNvPr>
          <p:cNvSpPr>
            <a:spLocks/>
          </p:cNvSpPr>
          <p:nvPr/>
        </p:nvSpPr>
        <p:spPr bwMode="auto">
          <a:xfrm>
            <a:off x="7083425" y="5573713"/>
            <a:ext cx="265113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05" name="Freeform 1000">
            <a:extLst>
              <a:ext uri="{FF2B5EF4-FFF2-40B4-BE49-F238E27FC236}">
                <a16:creationId xmlns:a16="http://schemas.microsoft.com/office/drawing/2014/main" id="{18417735-7015-4F2C-949A-8D0335EB0EEE}"/>
              </a:ext>
            </a:extLst>
          </p:cNvPr>
          <p:cNvSpPr>
            <a:spLocks/>
          </p:cNvSpPr>
          <p:nvPr/>
        </p:nvSpPr>
        <p:spPr bwMode="auto">
          <a:xfrm>
            <a:off x="7024688" y="5573713"/>
            <a:ext cx="73025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06" name="Freeform 1001">
            <a:extLst>
              <a:ext uri="{FF2B5EF4-FFF2-40B4-BE49-F238E27FC236}">
                <a16:creationId xmlns:a16="http://schemas.microsoft.com/office/drawing/2014/main" id="{ED2EB417-C633-44E0-B3DF-B8EB5E2233EF}"/>
              </a:ext>
            </a:extLst>
          </p:cNvPr>
          <p:cNvSpPr>
            <a:spLocks/>
          </p:cNvSpPr>
          <p:nvPr/>
        </p:nvSpPr>
        <p:spPr bwMode="auto">
          <a:xfrm>
            <a:off x="7267575" y="5602288"/>
            <a:ext cx="79375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07" name="Freeform 1002">
            <a:extLst>
              <a:ext uri="{FF2B5EF4-FFF2-40B4-BE49-F238E27FC236}">
                <a16:creationId xmlns:a16="http://schemas.microsoft.com/office/drawing/2014/main" id="{B41834EE-698E-433D-85C1-19FF3C8E4D5F}"/>
              </a:ext>
            </a:extLst>
          </p:cNvPr>
          <p:cNvSpPr>
            <a:spLocks/>
          </p:cNvSpPr>
          <p:nvPr/>
        </p:nvSpPr>
        <p:spPr bwMode="auto">
          <a:xfrm>
            <a:off x="7023100" y="5726113"/>
            <a:ext cx="29051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08" name="Freeform 1003">
            <a:extLst>
              <a:ext uri="{FF2B5EF4-FFF2-40B4-BE49-F238E27FC236}">
                <a16:creationId xmlns:a16="http://schemas.microsoft.com/office/drawing/2014/main" id="{DB000640-15DD-40D0-B46D-4121CBA1711A}"/>
              </a:ext>
            </a:extLst>
          </p:cNvPr>
          <p:cNvSpPr>
            <a:spLocks/>
          </p:cNvSpPr>
          <p:nvPr/>
        </p:nvSpPr>
        <p:spPr bwMode="auto">
          <a:xfrm>
            <a:off x="7275513" y="5603875"/>
            <a:ext cx="74612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09" name="Freeform 1004">
            <a:extLst>
              <a:ext uri="{FF2B5EF4-FFF2-40B4-BE49-F238E27FC236}">
                <a16:creationId xmlns:a16="http://schemas.microsoft.com/office/drawing/2014/main" id="{B9955E39-F0E1-45D4-B201-2C930E26ECA3}"/>
              </a:ext>
            </a:extLst>
          </p:cNvPr>
          <p:cNvSpPr>
            <a:spLocks/>
          </p:cNvSpPr>
          <p:nvPr/>
        </p:nvSpPr>
        <p:spPr bwMode="auto">
          <a:xfrm>
            <a:off x="7023100" y="5735638"/>
            <a:ext cx="258763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10" name="Group 1005">
            <a:extLst>
              <a:ext uri="{FF2B5EF4-FFF2-40B4-BE49-F238E27FC236}">
                <a16:creationId xmlns:a16="http://schemas.microsoft.com/office/drawing/2014/main" id="{FD4931C5-B7D2-4952-A868-A0EA80D51F31}"/>
              </a:ext>
            </a:extLst>
          </p:cNvPr>
          <p:cNvGrpSpPr>
            <a:grpSpLocks/>
          </p:cNvGrpSpPr>
          <p:nvPr/>
        </p:nvGrpSpPr>
        <p:grpSpPr bwMode="auto">
          <a:xfrm>
            <a:off x="7019925" y="5800725"/>
            <a:ext cx="87313" cy="38100"/>
            <a:chOff x="1740" y="2642"/>
            <a:chExt cx="752" cy="327"/>
          </a:xfrm>
        </p:grpSpPr>
        <p:sp>
          <p:nvSpPr>
            <p:cNvPr id="36095" name="Freeform 1006">
              <a:extLst>
                <a:ext uri="{FF2B5EF4-FFF2-40B4-BE49-F238E27FC236}">
                  <a16:creationId xmlns:a16="http://schemas.microsoft.com/office/drawing/2014/main" id="{EA402907-9204-425F-8F74-D92884ACBC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6" name="Freeform 1007">
              <a:extLst>
                <a:ext uri="{FF2B5EF4-FFF2-40B4-BE49-F238E27FC236}">
                  <a16:creationId xmlns:a16="http://schemas.microsoft.com/office/drawing/2014/main" id="{F4B2F687-D37E-4695-8A82-CFD5B43B19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7" name="Freeform 1008">
              <a:extLst>
                <a:ext uri="{FF2B5EF4-FFF2-40B4-BE49-F238E27FC236}">
                  <a16:creationId xmlns:a16="http://schemas.microsoft.com/office/drawing/2014/main" id="{604061C9-9C22-4C03-9037-F5F44CFFF6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8" name="Freeform 1009">
              <a:extLst>
                <a:ext uri="{FF2B5EF4-FFF2-40B4-BE49-F238E27FC236}">
                  <a16:creationId xmlns:a16="http://schemas.microsoft.com/office/drawing/2014/main" id="{3F8D5121-8F36-407F-8AE3-C68A717734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9" name="Freeform 1010">
              <a:extLst>
                <a:ext uri="{FF2B5EF4-FFF2-40B4-BE49-F238E27FC236}">
                  <a16:creationId xmlns:a16="http://schemas.microsoft.com/office/drawing/2014/main" id="{0A374C67-9117-4D0F-A28B-3005986C53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100" name="Freeform 1011">
              <a:extLst>
                <a:ext uri="{FF2B5EF4-FFF2-40B4-BE49-F238E27FC236}">
                  <a16:creationId xmlns:a16="http://schemas.microsoft.com/office/drawing/2014/main" id="{A480AF95-B19B-402F-9D19-52C4F6CF54C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11" name="Freeform 1012">
            <a:extLst>
              <a:ext uri="{FF2B5EF4-FFF2-40B4-BE49-F238E27FC236}">
                <a16:creationId xmlns:a16="http://schemas.microsoft.com/office/drawing/2014/main" id="{2F4E34AF-AA25-481C-A618-B628B1762A46}"/>
              </a:ext>
            </a:extLst>
          </p:cNvPr>
          <p:cNvSpPr>
            <a:spLocks/>
          </p:cNvSpPr>
          <p:nvPr/>
        </p:nvSpPr>
        <p:spPr bwMode="auto">
          <a:xfrm>
            <a:off x="7169150" y="5807075"/>
            <a:ext cx="10636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12" name="Freeform 1013">
            <a:extLst>
              <a:ext uri="{FF2B5EF4-FFF2-40B4-BE49-F238E27FC236}">
                <a16:creationId xmlns:a16="http://schemas.microsoft.com/office/drawing/2014/main" id="{3EFE6FAD-F7B0-48AD-85F1-A2168FA178F1}"/>
              </a:ext>
            </a:extLst>
          </p:cNvPr>
          <p:cNvSpPr>
            <a:spLocks/>
          </p:cNvSpPr>
          <p:nvPr/>
        </p:nvSpPr>
        <p:spPr bwMode="auto">
          <a:xfrm>
            <a:off x="6897688" y="5813425"/>
            <a:ext cx="271462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13" name="Freeform 1014">
            <a:extLst>
              <a:ext uri="{FF2B5EF4-FFF2-40B4-BE49-F238E27FC236}">
                <a16:creationId xmlns:a16="http://schemas.microsoft.com/office/drawing/2014/main" id="{C6FA516A-C83C-4353-8501-E60108E5A584}"/>
              </a:ext>
            </a:extLst>
          </p:cNvPr>
          <p:cNvSpPr>
            <a:spLocks/>
          </p:cNvSpPr>
          <p:nvPr/>
        </p:nvSpPr>
        <p:spPr bwMode="auto">
          <a:xfrm>
            <a:off x="6899275" y="5799138"/>
            <a:ext cx="1588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14" name="Freeform 1015">
            <a:extLst>
              <a:ext uri="{FF2B5EF4-FFF2-40B4-BE49-F238E27FC236}">
                <a16:creationId xmlns:a16="http://schemas.microsoft.com/office/drawing/2014/main" id="{29EBDFE6-2315-4BD6-A657-FECA4C4EAD39}"/>
              </a:ext>
            </a:extLst>
          </p:cNvPr>
          <p:cNvSpPr>
            <a:spLocks/>
          </p:cNvSpPr>
          <p:nvPr/>
        </p:nvSpPr>
        <p:spPr bwMode="auto">
          <a:xfrm>
            <a:off x="6899275" y="5738813"/>
            <a:ext cx="125413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15" name="Freeform 1016">
            <a:extLst>
              <a:ext uri="{FF2B5EF4-FFF2-40B4-BE49-F238E27FC236}">
                <a16:creationId xmlns:a16="http://schemas.microsoft.com/office/drawing/2014/main" id="{A763F92F-CA5C-4D28-8147-8528159A18C0}"/>
              </a:ext>
            </a:extLst>
          </p:cNvPr>
          <p:cNvSpPr>
            <a:spLocks/>
          </p:cNvSpPr>
          <p:nvPr/>
        </p:nvSpPr>
        <p:spPr bwMode="auto">
          <a:xfrm>
            <a:off x="6907213" y="5802313"/>
            <a:ext cx="257175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16" name="Freeform 1017">
            <a:extLst>
              <a:ext uri="{FF2B5EF4-FFF2-40B4-BE49-F238E27FC236}">
                <a16:creationId xmlns:a16="http://schemas.microsoft.com/office/drawing/2014/main" id="{60F1C306-B971-4FCF-8B1B-43C1CE936185}"/>
              </a:ext>
            </a:extLst>
          </p:cNvPr>
          <p:cNvSpPr>
            <a:spLocks/>
          </p:cNvSpPr>
          <p:nvPr/>
        </p:nvSpPr>
        <p:spPr bwMode="auto">
          <a:xfrm flipV="1">
            <a:off x="7164388" y="5797550"/>
            <a:ext cx="10477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35917" name="Picture 1018" descr="laptop_keyboard">
            <a:extLst>
              <a:ext uri="{FF2B5EF4-FFF2-40B4-BE49-F238E27FC236}">
                <a16:creationId xmlns:a16="http://schemas.microsoft.com/office/drawing/2014/main" id="{6AEB2F4F-8B1F-4E09-95DE-B8C636619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5581650" y="3290888"/>
            <a:ext cx="363538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18" name="Freeform 1019">
            <a:extLst>
              <a:ext uri="{FF2B5EF4-FFF2-40B4-BE49-F238E27FC236}">
                <a16:creationId xmlns:a16="http://schemas.microsoft.com/office/drawing/2014/main" id="{3E7E7870-1BFC-4CE3-B42C-31F1347CA4FA}"/>
              </a:ext>
            </a:extLst>
          </p:cNvPr>
          <p:cNvSpPr>
            <a:spLocks/>
          </p:cNvSpPr>
          <p:nvPr/>
        </p:nvSpPr>
        <p:spPr bwMode="auto">
          <a:xfrm>
            <a:off x="5702300" y="3135313"/>
            <a:ext cx="292100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5919" name="Picture 1020" descr="screen">
            <a:extLst>
              <a:ext uri="{FF2B5EF4-FFF2-40B4-BE49-F238E27FC236}">
                <a16:creationId xmlns:a16="http://schemas.microsoft.com/office/drawing/2014/main" id="{CA333F28-32C8-421B-BC8C-94AF57AE3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6588" y="3140075"/>
            <a:ext cx="266700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20" name="Freeform 1021">
            <a:extLst>
              <a:ext uri="{FF2B5EF4-FFF2-40B4-BE49-F238E27FC236}">
                <a16:creationId xmlns:a16="http://schemas.microsoft.com/office/drawing/2014/main" id="{341616C8-A4BF-40C0-AEEC-00A2E691F318}"/>
              </a:ext>
            </a:extLst>
          </p:cNvPr>
          <p:cNvSpPr>
            <a:spLocks/>
          </p:cNvSpPr>
          <p:nvPr/>
        </p:nvSpPr>
        <p:spPr bwMode="auto">
          <a:xfrm>
            <a:off x="5756275" y="3128963"/>
            <a:ext cx="247650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1" name="Freeform 1022">
            <a:extLst>
              <a:ext uri="{FF2B5EF4-FFF2-40B4-BE49-F238E27FC236}">
                <a16:creationId xmlns:a16="http://schemas.microsoft.com/office/drawing/2014/main" id="{FA58E3AD-7390-445B-ACF0-262CDF3AD402}"/>
              </a:ext>
            </a:extLst>
          </p:cNvPr>
          <p:cNvSpPr>
            <a:spLocks/>
          </p:cNvSpPr>
          <p:nvPr/>
        </p:nvSpPr>
        <p:spPr bwMode="auto">
          <a:xfrm>
            <a:off x="5700713" y="3128963"/>
            <a:ext cx="68262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2" name="Freeform 1023">
            <a:extLst>
              <a:ext uri="{FF2B5EF4-FFF2-40B4-BE49-F238E27FC236}">
                <a16:creationId xmlns:a16="http://schemas.microsoft.com/office/drawing/2014/main" id="{A9A21279-3CAE-40E1-9DC2-F4729D6BD09B}"/>
              </a:ext>
            </a:extLst>
          </p:cNvPr>
          <p:cNvSpPr>
            <a:spLocks/>
          </p:cNvSpPr>
          <p:nvPr/>
        </p:nvSpPr>
        <p:spPr bwMode="auto">
          <a:xfrm>
            <a:off x="5927725" y="3157538"/>
            <a:ext cx="74613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3" name="Freeform 1024">
            <a:extLst>
              <a:ext uri="{FF2B5EF4-FFF2-40B4-BE49-F238E27FC236}">
                <a16:creationId xmlns:a16="http://schemas.microsoft.com/office/drawing/2014/main" id="{06E52277-0360-4813-B955-FBF40E7E4251}"/>
              </a:ext>
            </a:extLst>
          </p:cNvPr>
          <p:cNvSpPr>
            <a:spLocks/>
          </p:cNvSpPr>
          <p:nvPr/>
        </p:nvSpPr>
        <p:spPr bwMode="auto">
          <a:xfrm>
            <a:off x="5699125" y="3281363"/>
            <a:ext cx="27146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4" name="Freeform 1025">
            <a:extLst>
              <a:ext uri="{FF2B5EF4-FFF2-40B4-BE49-F238E27FC236}">
                <a16:creationId xmlns:a16="http://schemas.microsoft.com/office/drawing/2014/main" id="{A25FACCE-FE29-4DF1-9413-FB3B51D61F7A}"/>
              </a:ext>
            </a:extLst>
          </p:cNvPr>
          <p:cNvSpPr>
            <a:spLocks/>
          </p:cNvSpPr>
          <p:nvPr/>
        </p:nvSpPr>
        <p:spPr bwMode="auto">
          <a:xfrm>
            <a:off x="5935663" y="3159125"/>
            <a:ext cx="69850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5" name="Freeform 1026">
            <a:extLst>
              <a:ext uri="{FF2B5EF4-FFF2-40B4-BE49-F238E27FC236}">
                <a16:creationId xmlns:a16="http://schemas.microsoft.com/office/drawing/2014/main" id="{C6880DBE-92B5-4755-A299-CE1EFD719578}"/>
              </a:ext>
            </a:extLst>
          </p:cNvPr>
          <p:cNvSpPr>
            <a:spLocks/>
          </p:cNvSpPr>
          <p:nvPr/>
        </p:nvSpPr>
        <p:spPr bwMode="auto">
          <a:xfrm>
            <a:off x="5699125" y="3290888"/>
            <a:ext cx="242888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26" name="Group 1027">
            <a:extLst>
              <a:ext uri="{FF2B5EF4-FFF2-40B4-BE49-F238E27FC236}">
                <a16:creationId xmlns:a16="http://schemas.microsoft.com/office/drawing/2014/main" id="{0B2C84A2-91B0-42CE-A7D5-9BC704C85A5A}"/>
              </a:ext>
            </a:extLst>
          </p:cNvPr>
          <p:cNvGrpSpPr>
            <a:grpSpLocks/>
          </p:cNvGrpSpPr>
          <p:nvPr/>
        </p:nvGrpSpPr>
        <p:grpSpPr bwMode="auto">
          <a:xfrm>
            <a:off x="5695950" y="3355975"/>
            <a:ext cx="80963" cy="38100"/>
            <a:chOff x="1740" y="2642"/>
            <a:chExt cx="752" cy="327"/>
          </a:xfrm>
        </p:grpSpPr>
        <p:sp>
          <p:nvSpPr>
            <p:cNvPr id="36089" name="Freeform 1028">
              <a:extLst>
                <a:ext uri="{FF2B5EF4-FFF2-40B4-BE49-F238E27FC236}">
                  <a16:creationId xmlns:a16="http://schemas.microsoft.com/office/drawing/2014/main" id="{2CF2FEFB-1240-4F6C-81BD-F85D524BBD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0" name="Freeform 1029">
              <a:extLst>
                <a:ext uri="{FF2B5EF4-FFF2-40B4-BE49-F238E27FC236}">
                  <a16:creationId xmlns:a16="http://schemas.microsoft.com/office/drawing/2014/main" id="{4512DCC0-117E-47BD-8094-58D6BDE843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1" name="Freeform 1030">
              <a:extLst>
                <a:ext uri="{FF2B5EF4-FFF2-40B4-BE49-F238E27FC236}">
                  <a16:creationId xmlns:a16="http://schemas.microsoft.com/office/drawing/2014/main" id="{278DCF2E-11F6-4FC0-AE91-1832246CF4F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2" name="Freeform 1031">
              <a:extLst>
                <a:ext uri="{FF2B5EF4-FFF2-40B4-BE49-F238E27FC236}">
                  <a16:creationId xmlns:a16="http://schemas.microsoft.com/office/drawing/2014/main" id="{421F69DD-9004-4344-B1C0-9AC7675D5D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3" name="Freeform 1032">
              <a:extLst>
                <a:ext uri="{FF2B5EF4-FFF2-40B4-BE49-F238E27FC236}">
                  <a16:creationId xmlns:a16="http://schemas.microsoft.com/office/drawing/2014/main" id="{EE6F8523-A8DE-437B-A0F3-DB01E54391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94" name="Freeform 1033">
              <a:extLst>
                <a:ext uri="{FF2B5EF4-FFF2-40B4-BE49-F238E27FC236}">
                  <a16:creationId xmlns:a16="http://schemas.microsoft.com/office/drawing/2014/main" id="{5E3183BB-E689-4725-BE3B-9CA46CA3FA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27" name="Freeform 1034">
            <a:extLst>
              <a:ext uri="{FF2B5EF4-FFF2-40B4-BE49-F238E27FC236}">
                <a16:creationId xmlns:a16="http://schemas.microsoft.com/office/drawing/2014/main" id="{AE48208D-C4EE-4913-8012-1CABB8651BC3}"/>
              </a:ext>
            </a:extLst>
          </p:cNvPr>
          <p:cNvSpPr>
            <a:spLocks/>
          </p:cNvSpPr>
          <p:nvPr/>
        </p:nvSpPr>
        <p:spPr bwMode="auto">
          <a:xfrm>
            <a:off x="5835650" y="3362325"/>
            <a:ext cx="10001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8" name="Freeform 1035">
            <a:extLst>
              <a:ext uri="{FF2B5EF4-FFF2-40B4-BE49-F238E27FC236}">
                <a16:creationId xmlns:a16="http://schemas.microsoft.com/office/drawing/2014/main" id="{EF39F5E4-50A3-4F9B-8BFA-BE014DD304F5}"/>
              </a:ext>
            </a:extLst>
          </p:cNvPr>
          <p:cNvSpPr>
            <a:spLocks/>
          </p:cNvSpPr>
          <p:nvPr/>
        </p:nvSpPr>
        <p:spPr bwMode="auto">
          <a:xfrm>
            <a:off x="5583238" y="3368675"/>
            <a:ext cx="254000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29" name="Freeform 1036">
            <a:extLst>
              <a:ext uri="{FF2B5EF4-FFF2-40B4-BE49-F238E27FC236}">
                <a16:creationId xmlns:a16="http://schemas.microsoft.com/office/drawing/2014/main" id="{01F46AC4-C0C1-43C7-9430-C444F95FE2E1}"/>
              </a:ext>
            </a:extLst>
          </p:cNvPr>
          <p:cNvSpPr>
            <a:spLocks/>
          </p:cNvSpPr>
          <p:nvPr/>
        </p:nvSpPr>
        <p:spPr bwMode="auto">
          <a:xfrm>
            <a:off x="5583238" y="3354388"/>
            <a:ext cx="1587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30" name="Freeform 1037">
            <a:extLst>
              <a:ext uri="{FF2B5EF4-FFF2-40B4-BE49-F238E27FC236}">
                <a16:creationId xmlns:a16="http://schemas.microsoft.com/office/drawing/2014/main" id="{A4E5BD11-DE0A-4548-929A-45C438D3A889}"/>
              </a:ext>
            </a:extLst>
          </p:cNvPr>
          <p:cNvSpPr>
            <a:spLocks/>
          </p:cNvSpPr>
          <p:nvPr/>
        </p:nvSpPr>
        <p:spPr bwMode="auto">
          <a:xfrm>
            <a:off x="5583238" y="3294063"/>
            <a:ext cx="117475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31" name="Freeform 1038">
            <a:extLst>
              <a:ext uri="{FF2B5EF4-FFF2-40B4-BE49-F238E27FC236}">
                <a16:creationId xmlns:a16="http://schemas.microsoft.com/office/drawing/2014/main" id="{80594BBA-B603-4717-8C5E-D097BF7451AC}"/>
              </a:ext>
            </a:extLst>
          </p:cNvPr>
          <p:cNvSpPr>
            <a:spLocks/>
          </p:cNvSpPr>
          <p:nvPr/>
        </p:nvSpPr>
        <p:spPr bwMode="auto">
          <a:xfrm>
            <a:off x="5591175" y="3357563"/>
            <a:ext cx="241300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32" name="Freeform 1039">
            <a:extLst>
              <a:ext uri="{FF2B5EF4-FFF2-40B4-BE49-F238E27FC236}">
                <a16:creationId xmlns:a16="http://schemas.microsoft.com/office/drawing/2014/main" id="{7460D55C-5F2B-476E-B07B-485B600A9F32}"/>
              </a:ext>
            </a:extLst>
          </p:cNvPr>
          <p:cNvSpPr>
            <a:spLocks/>
          </p:cNvSpPr>
          <p:nvPr/>
        </p:nvSpPr>
        <p:spPr bwMode="auto">
          <a:xfrm flipV="1">
            <a:off x="5830888" y="3352800"/>
            <a:ext cx="9842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33" name="Group 1040">
            <a:extLst>
              <a:ext uri="{FF2B5EF4-FFF2-40B4-BE49-F238E27FC236}">
                <a16:creationId xmlns:a16="http://schemas.microsoft.com/office/drawing/2014/main" id="{0CFC6E71-7302-47A7-B026-EF36D4CEDBE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940425" y="3222625"/>
            <a:ext cx="414338" cy="373063"/>
            <a:chOff x="2839" y="3501"/>
            <a:chExt cx="755" cy="803"/>
          </a:xfrm>
        </p:grpSpPr>
        <p:pic>
          <p:nvPicPr>
            <p:cNvPr id="36087" name="Picture 1041" descr="desktop_computer_stylized_medium">
              <a:extLst>
                <a:ext uri="{FF2B5EF4-FFF2-40B4-BE49-F238E27FC236}">
                  <a16:creationId xmlns:a16="http://schemas.microsoft.com/office/drawing/2014/main" id="{64EF6D37-EC7C-4C17-A708-ABCA601F7F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088" name="Freeform 1042">
              <a:extLst>
                <a:ext uri="{FF2B5EF4-FFF2-40B4-BE49-F238E27FC236}">
                  <a16:creationId xmlns:a16="http://schemas.microsoft.com/office/drawing/2014/main" id="{90D0BBEE-73AD-461B-8BC7-3339AD6BA38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35934" name="Picture 1043" descr="laptop_keyboard">
            <a:extLst>
              <a:ext uri="{FF2B5EF4-FFF2-40B4-BE49-F238E27FC236}">
                <a16:creationId xmlns:a16="http://schemas.microsoft.com/office/drawing/2014/main" id="{076E2844-C3A1-4CD7-8ADE-B0FEDBD67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329488" y="5672138"/>
            <a:ext cx="388937" cy="158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35" name="Freeform 1044">
            <a:extLst>
              <a:ext uri="{FF2B5EF4-FFF2-40B4-BE49-F238E27FC236}">
                <a16:creationId xmlns:a16="http://schemas.microsoft.com/office/drawing/2014/main" id="{090F4CA8-7C56-452E-8D40-F81130FB7313}"/>
              </a:ext>
            </a:extLst>
          </p:cNvPr>
          <p:cNvSpPr>
            <a:spLocks/>
          </p:cNvSpPr>
          <p:nvPr/>
        </p:nvSpPr>
        <p:spPr bwMode="auto">
          <a:xfrm>
            <a:off x="7458075" y="5516563"/>
            <a:ext cx="312738" cy="207962"/>
          </a:xfrm>
          <a:custGeom>
            <a:avLst/>
            <a:gdLst>
              <a:gd name="T0" fmla="*/ 2147483646 w 2982"/>
              <a:gd name="T1" fmla="*/ 0 h 2442"/>
              <a:gd name="T2" fmla="*/ 0 w 2982"/>
              <a:gd name="T3" fmla="*/ 2147483646 h 2442"/>
              <a:gd name="T4" fmla="*/ 2147483646 w 2982"/>
              <a:gd name="T5" fmla="*/ 2147483646 h 2442"/>
              <a:gd name="T6" fmla="*/ 2147483646 w 2982"/>
              <a:gd name="T7" fmla="*/ 2147483646 h 2442"/>
              <a:gd name="T8" fmla="*/ 2147483646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HK" altLang="en-US"/>
          </a:p>
        </p:txBody>
      </p:sp>
      <p:pic>
        <p:nvPicPr>
          <p:cNvPr id="35936" name="Picture 1045" descr="screen">
            <a:extLst>
              <a:ext uri="{FF2B5EF4-FFF2-40B4-BE49-F238E27FC236}">
                <a16:creationId xmlns:a16="http://schemas.microsoft.com/office/drawing/2014/main" id="{E1CBE1A5-4BA4-4729-8E27-E0A925CB0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50" y="5521325"/>
            <a:ext cx="284163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37" name="Freeform 1046">
            <a:extLst>
              <a:ext uri="{FF2B5EF4-FFF2-40B4-BE49-F238E27FC236}">
                <a16:creationId xmlns:a16="http://schemas.microsoft.com/office/drawing/2014/main" id="{9412AB87-86F7-4948-974F-5B57ECA0C25E}"/>
              </a:ext>
            </a:extLst>
          </p:cNvPr>
          <p:cNvSpPr>
            <a:spLocks/>
          </p:cNvSpPr>
          <p:nvPr/>
        </p:nvSpPr>
        <p:spPr bwMode="auto">
          <a:xfrm>
            <a:off x="7515225" y="5510213"/>
            <a:ext cx="265113" cy="39687"/>
          </a:xfrm>
          <a:custGeom>
            <a:avLst/>
            <a:gdLst>
              <a:gd name="T0" fmla="*/ 2147483646 w 2528"/>
              <a:gd name="T1" fmla="*/ 0 h 455"/>
              <a:gd name="T2" fmla="*/ 2147483646 w 2528"/>
              <a:gd name="T3" fmla="*/ 2147483646 h 455"/>
              <a:gd name="T4" fmla="*/ 2147483646 w 2528"/>
              <a:gd name="T5" fmla="*/ 2147483646 h 455"/>
              <a:gd name="T6" fmla="*/ 0 w 2528"/>
              <a:gd name="T7" fmla="*/ 2147483646 h 455"/>
              <a:gd name="T8" fmla="*/ 2147483646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38" name="Freeform 1047">
            <a:extLst>
              <a:ext uri="{FF2B5EF4-FFF2-40B4-BE49-F238E27FC236}">
                <a16:creationId xmlns:a16="http://schemas.microsoft.com/office/drawing/2014/main" id="{4A41DAD5-03B9-4E95-B27B-510DD94A0CE7}"/>
              </a:ext>
            </a:extLst>
          </p:cNvPr>
          <p:cNvSpPr>
            <a:spLocks/>
          </p:cNvSpPr>
          <p:nvPr/>
        </p:nvSpPr>
        <p:spPr bwMode="auto">
          <a:xfrm>
            <a:off x="7456488" y="5510213"/>
            <a:ext cx="73025" cy="161925"/>
          </a:xfrm>
          <a:custGeom>
            <a:avLst/>
            <a:gdLst>
              <a:gd name="T0" fmla="*/ 2147483646 w 702"/>
              <a:gd name="T1" fmla="*/ 0 h 1893"/>
              <a:gd name="T2" fmla="*/ 0 w 702"/>
              <a:gd name="T3" fmla="*/ 2147483646 h 1893"/>
              <a:gd name="T4" fmla="*/ 2147483646 w 702"/>
              <a:gd name="T5" fmla="*/ 2147483646 h 1893"/>
              <a:gd name="T6" fmla="*/ 2147483646 w 702"/>
              <a:gd name="T7" fmla="*/ 2147483646 h 1893"/>
              <a:gd name="T8" fmla="*/ 214748364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39" name="Freeform 1048">
            <a:extLst>
              <a:ext uri="{FF2B5EF4-FFF2-40B4-BE49-F238E27FC236}">
                <a16:creationId xmlns:a16="http://schemas.microsoft.com/office/drawing/2014/main" id="{25293C43-54A0-4444-85E8-2B9E8B6211FF}"/>
              </a:ext>
            </a:extLst>
          </p:cNvPr>
          <p:cNvSpPr>
            <a:spLocks/>
          </p:cNvSpPr>
          <p:nvPr/>
        </p:nvSpPr>
        <p:spPr bwMode="auto">
          <a:xfrm>
            <a:off x="7699375" y="5538788"/>
            <a:ext cx="79375" cy="185737"/>
          </a:xfrm>
          <a:custGeom>
            <a:avLst/>
            <a:gdLst>
              <a:gd name="T0" fmla="*/ 2147483646 w 756"/>
              <a:gd name="T1" fmla="*/ 0 h 2184"/>
              <a:gd name="T2" fmla="*/ 2147483646 w 756"/>
              <a:gd name="T3" fmla="*/ 2147483646 h 2184"/>
              <a:gd name="T4" fmla="*/ 0 w 756"/>
              <a:gd name="T5" fmla="*/ 2147483646 h 2184"/>
              <a:gd name="T6" fmla="*/ 2147483646 w 756"/>
              <a:gd name="T7" fmla="*/ 2147483646 h 2184"/>
              <a:gd name="T8" fmla="*/ 2147483646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0" name="Freeform 1049">
            <a:extLst>
              <a:ext uri="{FF2B5EF4-FFF2-40B4-BE49-F238E27FC236}">
                <a16:creationId xmlns:a16="http://schemas.microsoft.com/office/drawing/2014/main" id="{350CF067-8C5E-4FDB-8DBE-F30C9E85723E}"/>
              </a:ext>
            </a:extLst>
          </p:cNvPr>
          <p:cNvSpPr>
            <a:spLocks/>
          </p:cNvSpPr>
          <p:nvPr/>
        </p:nvSpPr>
        <p:spPr bwMode="auto">
          <a:xfrm>
            <a:off x="7454900" y="5662613"/>
            <a:ext cx="290513" cy="63500"/>
          </a:xfrm>
          <a:custGeom>
            <a:avLst/>
            <a:gdLst>
              <a:gd name="T0" fmla="*/ 2147483646 w 2773"/>
              <a:gd name="T1" fmla="*/ 0 h 738"/>
              <a:gd name="T2" fmla="*/ 0 w 2773"/>
              <a:gd name="T3" fmla="*/ 2147483646 h 738"/>
              <a:gd name="T4" fmla="*/ 2147483646 w 2773"/>
              <a:gd name="T5" fmla="*/ 2147483646 h 738"/>
              <a:gd name="T6" fmla="*/ 2147483646 w 2773"/>
              <a:gd name="T7" fmla="*/ 2147483646 h 738"/>
              <a:gd name="T8" fmla="*/ 2147483646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1" name="Freeform 1050">
            <a:extLst>
              <a:ext uri="{FF2B5EF4-FFF2-40B4-BE49-F238E27FC236}">
                <a16:creationId xmlns:a16="http://schemas.microsoft.com/office/drawing/2014/main" id="{57B867AF-F9E6-4AB1-A504-CED470E1EC0E}"/>
              </a:ext>
            </a:extLst>
          </p:cNvPr>
          <p:cNvSpPr>
            <a:spLocks/>
          </p:cNvSpPr>
          <p:nvPr/>
        </p:nvSpPr>
        <p:spPr bwMode="auto">
          <a:xfrm>
            <a:off x="7707313" y="5540375"/>
            <a:ext cx="74612" cy="187325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147483646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2" name="Freeform 1051">
            <a:extLst>
              <a:ext uri="{FF2B5EF4-FFF2-40B4-BE49-F238E27FC236}">
                <a16:creationId xmlns:a16="http://schemas.microsoft.com/office/drawing/2014/main" id="{E9BF1408-082F-4C0D-A8CF-51A3B6B22496}"/>
              </a:ext>
            </a:extLst>
          </p:cNvPr>
          <p:cNvSpPr>
            <a:spLocks/>
          </p:cNvSpPr>
          <p:nvPr/>
        </p:nvSpPr>
        <p:spPr bwMode="auto">
          <a:xfrm>
            <a:off x="7454900" y="5672138"/>
            <a:ext cx="258763" cy="61912"/>
          </a:xfrm>
          <a:custGeom>
            <a:avLst/>
            <a:gdLst>
              <a:gd name="T0" fmla="*/ 0 w 2216"/>
              <a:gd name="T1" fmla="*/ 0 h 550"/>
              <a:gd name="T2" fmla="*/ 2147483646 w 2216"/>
              <a:gd name="T3" fmla="*/ 2147483646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43" name="Group 1052">
            <a:extLst>
              <a:ext uri="{FF2B5EF4-FFF2-40B4-BE49-F238E27FC236}">
                <a16:creationId xmlns:a16="http://schemas.microsoft.com/office/drawing/2014/main" id="{C0EE74D6-379C-477A-ACE6-12B10BE11EE6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5737225"/>
            <a:ext cx="87313" cy="38100"/>
            <a:chOff x="1740" y="2642"/>
            <a:chExt cx="752" cy="327"/>
          </a:xfrm>
        </p:grpSpPr>
        <p:sp>
          <p:nvSpPr>
            <p:cNvPr id="36081" name="Freeform 1053">
              <a:extLst>
                <a:ext uri="{FF2B5EF4-FFF2-40B4-BE49-F238E27FC236}">
                  <a16:creationId xmlns:a16="http://schemas.microsoft.com/office/drawing/2014/main" id="{07D4CAFD-8656-4B15-9A89-193E142E94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82" name="Freeform 1054">
              <a:extLst>
                <a:ext uri="{FF2B5EF4-FFF2-40B4-BE49-F238E27FC236}">
                  <a16:creationId xmlns:a16="http://schemas.microsoft.com/office/drawing/2014/main" id="{3F24A2C5-E8C5-4F39-9D92-518EE12D12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83" name="Freeform 1055">
              <a:extLst>
                <a:ext uri="{FF2B5EF4-FFF2-40B4-BE49-F238E27FC236}">
                  <a16:creationId xmlns:a16="http://schemas.microsoft.com/office/drawing/2014/main" id="{B2F7A275-66CB-4417-929D-7B5C286123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84" name="Freeform 1056">
              <a:extLst>
                <a:ext uri="{FF2B5EF4-FFF2-40B4-BE49-F238E27FC236}">
                  <a16:creationId xmlns:a16="http://schemas.microsoft.com/office/drawing/2014/main" id="{7B2D5235-9EF5-4A1E-B36A-60F85A4D7A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85" name="Freeform 1057">
              <a:extLst>
                <a:ext uri="{FF2B5EF4-FFF2-40B4-BE49-F238E27FC236}">
                  <a16:creationId xmlns:a16="http://schemas.microsoft.com/office/drawing/2014/main" id="{C71F3649-2C91-42D5-88FC-9F8405DE89BA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86" name="Freeform 1058">
              <a:extLst>
                <a:ext uri="{FF2B5EF4-FFF2-40B4-BE49-F238E27FC236}">
                  <a16:creationId xmlns:a16="http://schemas.microsoft.com/office/drawing/2014/main" id="{59CBC070-819C-46CB-B588-4AFEEC92A0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44" name="Freeform 1059">
            <a:extLst>
              <a:ext uri="{FF2B5EF4-FFF2-40B4-BE49-F238E27FC236}">
                <a16:creationId xmlns:a16="http://schemas.microsoft.com/office/drawing/2014/main" id="{20126BD9-E701-4542-AF97-006231235996}"/>
              </a:ext>
            </a:extLst>
          </p:cNvPr>
          <p:cNvSpPr>
            <a:spLocks/>
          </p:cNvSpPr>
          <p:nvPr/>
        </p:nvSpPr>
        <p:spPr bwMode="auto">
          <a:xfrm>
            <a:off x="7600950" y="5743575"/>
            <a:ext cx="106363" cy="80963"/>
          </a:xfrm>
          <a:custGeom>
            <a:avLst/>
            <a:gdLst>
              <a:gd name="T0" fmla="*/ 2147483646 w 990"/>
              <a:gd name="T1" fmla="*/ 2147483646 h 792"/>
              <a:gd name="T2" fmla="*/ 2147483646 w 990"/>
              <a:gd name="T3" fmla="*/ 0 h 792"/>
              <a:gd name="T4" fmla="*/ 2147483646 w 990"/>
              <a:gd name="T5" fmla="*/ 2147483646 h 792"/>
              <a:gd name="T6" fmla="*/ 0 w 990"/>
              <a:gd name="T7" fmla="*/ 2147483646 h 792"/>
              <a:gd name="T8" fmla="*/ 2147483646 w 990"/>
              <a:gd name="T9" fmla="*/ 214748364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5" name="Freeform 1060">
            <a:extLst>
              <a:ext uri="{FF2B5EF4-FFF2-40B4-BE49-F238E27FC236}">
                <a16:creationId xmlns:a16="http://schemas.microsoft.com/office/drawing/2014/main" id="{450C66EA-AC22-4C51-878F-CD91CC6CE25A}"/>
              </a:ext>
            </a:extLst>
          </p:cNvPr>
          <p:cNvSpPr>
            <a:spLocks/>
          </p:cNvSpPr>
          <p:nvPr/>
        </p:nvSpPr>
        <p:spPr bwMode="auto">
          <a:xfrm>
            <a:off x="7329488" y="5749925"/>
            <a:ext cx="271462" cy="73025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6" name="Freeform 1061">
            <a:extLst>
              <a:ext uri="{FF2B5EF4-FFF2-40B4-BE49-F238E27FC236}">
                <a16:creationId xmlns:a16="http://schemas.microsoft.com/office/drawing/2014/main" id="{699BAC68-61E4-4C3A-A3F2-F406CB2C43F6}"/>
              </a:ext>
            </a:extLst>
          </p:cNvPr>
          <p:cNvSpPr>
            <a:spLocks/>
          </p:cNvSpPr>
          <p:nvPr/>
        </p:nvSpPr>
        <p:spPr bwMode="auto">
          <a:xfrm>
            <a:off x="7331075" y="5735638"/>
            <a:ext cx="1588" cy="15875"/>
          </a:xfrm>
          <a:custGeom>
            <a:avLst/>
            <a:gdLst>
              <a:gd name="T0" fmla="*/ 2147483646 w 26"/>
              <a:gd name="T1" fmla="*/ 2147483646 h 147"/>
              <a:gd name="T2" fmla="*/ 2147483646 w 26"/>
              <a:gd name="T3" fmla="*/ 2147483646 h 147"/>
              <a:gd name="T4" fmla="*/ 0 w 26"/>
              <a:gd name="T5" fmla="*/ 2147483646 h 147"/>
              <a:gd name="T6" fmla="*/ 2147483646 w 26"/>
              <a:gd name="T7" fmla="*/ 0 h 147"/>
              <a:gd name="T8" fmla="*/ 2147483646 w 26"/>
              <a:gd name="T9" fmla="*/ 2147483646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7" name="Freeform 1062">
            <a:extLst>
              <a:ext uri="{FF2B5EF4-FFF2-40B4-BE49-F238E27FC236}">
                <a16:creationId xmlns:a16="http://schemas.microsoft.com/office/drawing/2014/main" id="{9E720BE0-00DA-43F3-B0E7-BD182C468E49}"/>
              </a:ext>
            </a:extLst>
          </p:cNvPr>
          <p:cNvSpPr>
            <a:spLocks/>
          </p:cNvSpPr>
          <p:nvPr/>
        </p:nvSpPr>
        <p:spPr bwMode="auto">
          <a:xfrm>
            <a:off x="7331075" y="5675313"/>
            <a:ext cx="125413" cy="61912"/>
          </a:xfrm>
          <a:custGeom>
            <a:avLst/>
            <a:gdLst>
              <a:gd name="T0" fmla="*/ 2147483646 w 1176"/>
              <a:gd name="T1" fmla="*/ 0 h 606"/>
              <a:gd name="T2" fmla="*/ 0 w 1176"/>
              <a:gd name="T3" fmla="*/ 2147483646 h 606"/>
              <a:gd name="T4" fmla="*/ 2147483646 w 1176"/>
              <a:gd name="T5" fmla="*/ 2147483646 h 606"/>
              <a:gd name="T6" fmla="*/ 2147483646 w 1176"/>
              <a:gd name="T7" fmla="*/ 2147483646 h 606"/>
              <a:gd name="T8" fmla="*/ 2147483646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8" name="Freeform 1063">
            <a:extLst>
              <a:ext uri="{FF2B5EF4-FFF2-40B4-BE49-F238E27FC236}">
                <a16:creationId xmlns:a16="http://schemas.microsoft.com/office/drawing/2014/main" id="{190E151F-DB15-41E8-9D6A-B865265D108A}"/>
              </a:ext>
            </a:extLst>
          </p:cNvPr>
          <p:cNvSpPr>
            <a:spLocks/>
          </p:cNvSpPr>
          <p:nvPr/>
        </p:nvSpPr>
        <p:spPr bwMode="auto">
          <a:xfrm>
            <a:off x="7339013" y="5738813"/>
            <a:ext cx="257175" cy="71437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49" name="Freeform 1064">
            <a:extLst>
              <a:ext uri="{FF2B5EF4-FFF2-40B4-BE49-F238E27FC236}">
                <a16:creationId xmlns:a16="http://schemas.microsoft.com/office/drawing/2014/main" id="{C03472E2-8CD6-47A8-8652-539C0EE2D4AA}"/>
              </a:ext>
            </a:extLst>
          </p:cNvPr>
          <p:cNvSpPr>
            <a:spLocks/>
          </p:cNvSpPr>
          <p:nvPr/>
        </p:nvSpPr>
        <p:spPr bwMode="auto">
          <a:xfrm flipV="1">
            <a:off x="7596188" y="5734050"/>
            <a:ext cx="104775" cy="74613"/>
          </a:xfrm>
          <a:custGeom>
            <a:avLst/>
            <a:gdLst>
              <a:gd name="T0" fmla="*/ 2147483646 w 2532"/>
              <a:gd name="T1" fmla="*/ 0 h 723"/>
              <a:gd name="T2" fmla="*/ 2147483646 w 2532"/>
              <a:gd name="T3" fmla="*/ 0 h 723"/>
              <a:gd name="T4" fmla="*/ 2147483646 w 2532"/>
              <a:gd name="T5" fmla="*/ 2147483646 h 723"/>
              <a:gd name="T6" fmla="*/ 2147483646 w 2532"/>
              <a:gd name="T7" fmla="*/ 2147483646 h 723"/>
              <a:gd name="T8" fmla="*/ 0 w 2532"/>
              <a:gd name="T9" fmla="*/ 2147483646 h 723"/>
              <a:gd name="T10" fmla="*/ 214748364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50" name="Group 1065">
            <a:extLst>
              <a:ext uri="{FF2B5EF4-FFF2-40B4-BE49-F238E27FC236}">
                <a16:creationId xmlns:a16="http://schemas.microsoft.com/office/drawing/2014/main" id="{C0511743-D39B-49F0-B4E4-9AEAA62B84BE}"/>
              </a:ext>
            </a:extLst>
          </p:cNvPr>
          <p:cNvGrpSpPr>
            <a:grpSpLocks/>
          </p:cNvGrpSpPr>
          <p:nvPr/>
        </p:nvGrpSpPr>
        <p:grpSpPr bwMode="auto">
          <a:xfrm>
            <a:off x="6351588" y="2493963"/>
            <a:ext cx="390525" cy="169862"/>
            <a:chOff x="4650" y="1129"/>
            <a:chExt cx="246" cy="95"/>
          </a:xfrm>
        </p:grpSpPr>
        <p:sp>
          <p:nvSpPr>
            <p:cNvPr id="36073" name="Oval 407">
              <a:extLst>
                <a:ext uri="{FF2B5EF4-FFF2-40B4-BE49-F238E27FC236}">
                  <a16:creationId xmlns:a16="http://schemas.microsoft.com/office/drawing/2014/main" id="{ABD367B0-E88D-4064-8DA4-594436BCC5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74" name="Rectangle 410">
              <a:extLst>
                <a:ext uri="{FF2B5EF4-FFF2-40B4-BE49-F238E27FC236}">
                  <a16:creationId xmlns:a16="http://schemas.microsoft.com/office/drawing/2014/main" id="{CD0B23DF-C105-4270-8C56-79C77EE62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75" name="Oval 411">
              <a:extLst>
                <a:ext uri="{FF2B5EF4-FFF2-40B4-BE49-F238E27FC236}">
                  <a16:creationId xmlns:a16="http://schemas.microsoft.com/office/drawing/2014/main" id="{F62CC23D-FC0F-4EF9-8BD8-AF5DEBA319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76" name="Group 1069">
              <a:extLst>
                <a:ext uri="{FF2B5EF4-FFF2-40B4-BE49-F238E27FC236}">
                  <a16:creationId xmlns:a16="http://schemas.microsoft.com/office/drawing/2014/main" id="{9B6FCD96-074B-4282-94F9-FF0606887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79" name="Freeform 1070">
                <a:extLst>
                  <a:ext uri="{FF2B5EF4-FFF2-40B4-BE49-F238E27FC236}">
                    <a16:creationId xmlns:a16="http://schemas.microsoft.com/office/drawing/2014/main" id="{938A7448-5A80-4E4E-99F2-8AAC37B336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80" name="Freeform 1071">
                <a:extLst>
                  <a:ext uri="{FF2B5EF4-FFF2-40B4-BE49-F238E27FC236}">
                    <a16:creationId xmlns:a16="http://schemas.microsoft.com/office/drawing/2014/main" id="{CF272886-7691-42B3-8B32-856638FD7E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77" name="Line 1072">
              <a:extLst>
                <a:ext uri="{FF2B5EF4-FFF2-40B4-BE49-F238E27FC236}">
                  <a16:creationId xmlns:a16="http://schemas.microsoft.com/office/drawing/2014/main" id="{0F210ABC-76B1-4BF9-B13B-107B36DCA6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78" name="Line 1073">
              <a:extLst>
                <a:ext uri="{FF2B5EF4-FFF2-40B4-BE49-F238E27FC236}">
                  <a16:creationId xmlns:a16="http://schemas.microsoft.com/office/drawing/2014/main" id="{B103379D-25B8-44F4-9FB7-3A05048619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51" name="Group 1074">
            <a:extLst>
              <a:ext uri="{FF2B5EF4-FFF2-40B4-BE49-F238E27FC236}">
                <a16:creationId xmlns:a16="http://schemas.microsoft.com/office/drawing/2014/main" id="{9CC1C145-48CA-4376-B2A7-AF09C46480FE}"/>
              </a:ext>
            </a:extLst>
          </p:cNvPr>
          <p:cNvGrpSpPr>
            <a:grpSpLocks/>
          </p:cNvGrpSpPr>
          <p:nvPr/>
        </p:nvGrpSpPr>
        <p:grpSpPr bwMode="auto">
          <a:xfrm>
            <a:off x="6051550" y="3641725"/>
            <a:ext cx="390525" cy="169863"/>
            <a:chOff x="4650" y="1129"/>
            <a:chExt cx="246" cy="95"/>
          </a:xfrm>
        </p:grpSpPr>
        <p:sp>
          <p:nvSpPr>
            <p:cNvPr id="36065" name="Oval 407">
              <a:extLst>
                <a:ext uri="{FF2B5EF4-FFF2-40B4-BE49-F238E27FC236}">
                  <a16:creationId xmlns:a16="http://schemas.microsoft.com/office/drawing/2014/main" id="{7C7D94F8-BAC4-4A67-B244-DD406C4505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66" name="Rectangle 410">
              <a:extLst>
                <a:ext uri="{FF2B5EF4-FFF2-40B4-BE49-F238E27FC236}">
                  <a16:creationId xmlns:a16="http://schemas.microsoft.com/office/drawing/2014/main" id="{DD28E925-77FF-4D44-8B1F-2E2B21C39F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67" name="Oval 411">
              <a:extLst>
                <a:ext uri="{FF2B5EF4-FFF2-40B4-BE49-F238E27FC236}">
                  <a16:creationId xmlns:a16="http://schemas.microsoft.com/office/drawing/2014/main" id="{0D1FC402-BF08-45B2-8C20-4BD9E74AB4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68" name="Group 1078">
              <a:extLst>
                <a:ext uri="{FF2B5EF4-FFF2-40B4-BE49-F238E27FC236}">
                  <a16:creationId xmlns:a16="http://schemas.microsoft.com/office/drawing/2014/main" id="{A761CE5A-BEA0-4BED-A2F1-77B93F1AB6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71" name="Freeform 1079">
                <a:extLst>
                  <a:ext uri="{FF2B5EF4-FFF2-40B4-BE49-F238E27FC236}">
                    <a16:creationId xmlns:a16="http://schemas.microsoft.com/office/drawing/2014/main" id="{4C9C0E83-FC99-4CDC-BDE2-B36E5EB1A1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72" name="Freeform 1080">
                <a:extLst>
                  <a:ext uri="{FF2B5EF4-FFF2-40B4-BE49-F238E27FC236}">
                    <a16:creationId xmlns:a16="http://schemas.microsoft.com/office/drawing/2014/main" id="{BBD074DC-2242-403C-98D3-48F9983F24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69" name="Line 1081">
              <a:extLst>
                <a:ext uri="{FF2B5EF4-FFF2-40B4-BE49-F238E27FC236}">
                  <a16:creationId xmlns:a16="http://schemas.microsoft.com/office/drawing/2014/main" id="{F8273D8C-1D80-42B9-A8ED-3264681962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70" name="Line 1082">
              <a:extLst>
                <a:ext uri="{FF2B5EF4-FFF2-40B4-BE49-F238E27FC236}">
                  <a16:creationId xmlns:a16="http://schemas.microsoft.com/office/drawing/2014/main" id="{487CBDD8-CBEB-43C2-A15D-35086780B4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52" name="Group 1083">
            <a:extLst>
              <a:ext uri="{FF2B5EF4-FFF2-40B4-BE49-F238E27FC236}">
                <a16:creationId xmlns:a16="http://schemas.microsoft.com/office/drawing/2014/main" id="{B9934914-C5D4-457A-AAD7-CAA25D86541C}"/>
              </a:ext>
            </a:extLst>
          </p:cNvPr>
          <p:cNvGrpSpPr>
            <a:grpSpLocks/>
          </p:cNvGrpSpPr>
          <p:nvPr/>
        </p:nvGrpSpPr>
        <p:grpSpPr bwMode="auto">
          <a:xfrm>
            <a:off x="5529263" y="3016250"/>
            <a:ext cx="519112" cy="128588"/>
            <a:chOff x="2199" y="955"/>
            <a:chExt cx="2547" cy="506"/>
          </a:xfrm>
        </p:grpSpPr>
        <p:sp>
          <p:nvSpPr>
            <p:cNvPr id="36059" name="Freeform 1084">
              <a:extLst>
                <a:ext uri="{FF2B5EF4-FFF2-40B4-BE49-F238E27FC236}">
                  <a16:creationId xmlns:a16="http://schemas.microsoft.com/office/drawing/2014/main" id="{2F68FC2B-A851-40F7-9449-F01590622CC4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9" y="1166"/>
              <a:ext cx="260" cy="281"/>
            </a:xfrm>
            <a:custGeom>
              <a:avLst/>
              <a:gdLst>
                <a:gd name="T0" fmla="*/ 260 w 260"/>
                <a:gd name="T1" fmla="*/ 0 h 281"/>
                <a:gd name="T2" fmla="*/ 42 w 260"/>
                <a:gd name="T3" fmla="*/ 112 h 281"/>
                <a:gd name="T4" fmla="*/ 35 w 260"/>
                <a:gd name="T5" fmla="*/ 211 h 281"/>
                <a:gd name="T6" fmla="*/ 253 w 260"/>
                <a:gd name="T7" fmla="*/ 281 h 2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0"/>
                <a:gd name="T13" fmla="*/ 0 h 281"/>
                <a:gd name="T14" fmla="*/ 260 w 260"/>
                <a:gd name="T15" fmla="*/ 281 h 2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0" h="281">
                  <a:moveTo>
                    <a:pt x="260" y="0"/>
                  </a:moveTo>
                  <a:cubicBezTo>
                    <a:pt x="224" y="19"/>
                    <a:pt x="79" y="77"/>
                    <a:pt x="42" y="112"/>
                  </a:cubicBezTo>
                  <a:cubicBezTo>
                    <a:pt x="5" y="143"/>
                    <a:pt x="0" y="183"/>
                    <a:pt x="35" y="211"/>
                  </a:cubicBezTo>
                  <a:cubicBezTo>
                    <a:pt x="70" y="239"/>
                    <a:pt x="208" y="266"/>
                    <a:pt x="253" y="281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60" name="Freeform 1085">
              <a:extLst>
                <a:ext uri="{FF2B5EF4-FFF2-40B4-BE49-F238E27FC236}">
                  <a16:creationId xmlns:a16="http://schemas.microsoft.com/office/drawing/2014/main" id="{92B617A5-043B-4B43-A65F-EEE7AAC0273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82" y="1040"/>
              <a:ext cx="900" cy="421"/>
            </a:xfrm>
            <a:custGeom>
              <a:avLst/>
              <a:gdLst>
                <a:gd name="T0" fmla="*/ 531 w 900"/>
                <a:gd name="T1" fmla="*/ 0 h 421"/>
                <a:gd name="T2" fmla="*/ 279 w 900"/>
                <a:gd name="T3" fmla="*/ 77 h 421"/>
                <a:gd name="T4" fmla="*/ 68 w 900"/>
                <a:gd name="T5" fmla="*/ 182 h 421"/>
                <a:gd name="T6" fmla="*/ 33 w 900"/>
                <a:gd name="T7" fmla="*/ 323 h 421"/>
                <a:gd name="T8" fmla="*/ 328 w 900"/>
                <a:gd name="T9" fmla="*/ 400 h 421"/>
                <a:gd name="T10" fmla="*/ 812 w 900"/>
                <a:gd name="T11" fmla="*/ 421 h 421"/>
                <a:gd name="T12" fmla="*/ 855 w 900"/>
                <a:gd name="T13" fmla="*/ 400 h 42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00"/>
                <a:gd name="T22" fmla="*/ 0 h 421"/>
                <a:gd name="T23" fmla="*/ 900 w 900"/>
                <a:gd name="T24" fmla="*/ 421 h 42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00" h="421">
                  <a:moveTo>
                    <a:pt x="531" y="0"/>
                  </a:moveTo>
                  <a:cubicBezTo>
                    <a:pt x="489" y="13"/>
                    <a:pt x="356" y="47"/>
                    <a:pt x="279" y="77"/>
                  </a:cubicBezTo>
                  <a:cubicBezTo>
                    <a:pt x="202" y="107"/>
                    <a:pt x="109" y="141"/>
                    <a:pt x="68" y="182"/>
                  </a:cubicBezTo>
                  <a:cubicBezTo>
                    <a:pt x="31" y="213"/>
                    <a:pt x="0" y="292"/>
                    <a:pt x="33" y="323"/>
                  </a:cubicBezTo>
                  <a:cubicBezTo>
                    <a:pt x="76" y="359"/>
                    <a:pt x="198" y="384"/>
                    <a:pt x="328" y="400"/>
                  </a:cubicBezTo>
                  <a:cubicBezTo>
                    <a:pt x="458" y="416"/>
                    <a:pt x="724" y="421"/>
                    <a:pt x="812" y="421"/>
                  </a:cubicBezTo>
                  <a:cubicBezTo>
                    <a:pt x="900" y="421"/>
                    <a:pt x="846" y="404"/>
                    <a:pt x="855" y="40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61" name="Freeform 1086">
              <a:extLst>
                <a:ext uri="{FF2B5EF4-FFF2-40B4-BE49-F238E27FC236}">
                  <a16:creationId xmlns:a16="http://schemas.microsoft.com/office/drawing/2014/main" id="{BBCD65F7-51D5-4714-AB17-A1DD57B09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2782" y="1068"/>
              <a:ext cx="428" cy="269"/>
            </a:xfrm>
            <a:custGeom>
              <a:avLst/>
              <a:gdLst>
                <a:gd name="T0" fmla="*/ 428 w 428"/>
                <a:gd name="T1" fmla="*/ 0 h 269"/>
                <a:gd name="T2" fmla="*/ 217 w 428"/>
                <a:gd name="T3" fmla="*/ 35 h 269"/>
                <a:gd name="T4" fmla="*/ 21 w 428"/>
                <a:gd name="T5" fmla="*/ 140 h 269"/>
                <a:gd name="T6" fmla="*/ 91 w 428"/>
                <a:gd name="T7" fmla="*/ 246 h 269"/>
                <a:gd name="T8" fmla="*/ 231 w 428"/>
                <a:gd name="T9" fmla="*/ 267 h 269"/>
                <a:gd name="T10" fmla="*/ 414 w 428"/>
                <a:gd name="T11" fmla="*/ 260 h 26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28"/>
                <a:gd name="T19" fmla="*/ 0 h 269"/>
                <a:gd name="T20" fmla="*/ 428 w 428"/>
                <a:gd name="T21" fmla="*/ 269 h 269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28" h="269">
                  <a:moveTo>
                    <a:pt x="428" y="0"/>
                  </a:moveTo>
                  <a:cubicBezTo>
                    <a:pt x="428" y="0"/>
                    <a:pt x="217" y="35"/>
                    <a:pt x="217" y="35"/>
                  </a:cubicBezTo>
                  <a:cubicBezTo>
                    <a:pt x="217" y="35"/>
                    <a:pt x="42" y="105"/>
                    <a:pt x="21" y="140"/>
                  </a:cubicBezTo>
                  <a:cubicBezTo>
                    <a:pt x="0" y="175"/>
                    <a:pt x="14" y="217"/>
                    <a:pt x="91" y="246"/>
                  </a:cubicBezTo>
                  <a:cubicBezTo>
                    <a:pt x="126" y="267"/>
                    <a:pt x="177" y="265"/>
                    <a:pt x="231" y="267"/>
                  </a:cubicBezTo>
                  <a:cubicBezTo>
                    <a:pt x="285" y="269"/>
                    <a:pt x="376" y="262"/>
                    <a:pt x="414" y="26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62" name="Freeform 1087">
              <a:extLst>
                <a:ext uri="{FF2B5EF4-FFF2-40B4-BE49-F238E27FC236}">
                  <a16:creationId xmlns:a16="http://schemas.microsoft.com/office/drawing/2014/main" id="{602184D5-7D40-42DC-91AC-F8F90C5BA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4" y="1075"/>
              <a:ext cx="377" cy="239"/>
            </a:xfrm>
            <a:custGeom>
              <a:avLst/>
              <a:gdLst>
                <a:gd name="T0" fmla="*/ 42 w 377"/>
                <a:gd name="T1" fmla="*/ 239 h 239"/>
                <a:gd name="T2" fmla="*/ 335 w 377"/>
                <a:gd name="T3" fmla="*/ 146 h 239"/>
                <a:gd name="T4" fmla="*/ 342 w 377"/>
                <a:gd name="T5" fmla="*/ 47 h 239"/>
                <a:gd name="T6" fmla="*/ 0 w 377"/>
                <a:gd name="T7" fmla="*/ 0 h 23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7"/>
                <a:gd name="T13" fmla="*/ 0 h 239"/>
                <a:gd name="T14" fmla="*/ 377 w 377"/>
                <a:gd name="T15" fmla="*/ 239 h 23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7" h="239">
                  <a:moveTo>
                    <a:pt x="42" y="239"/>
                  </a:moveTo>
                  <a:cubicBezTo>
                    <a:pt x="89" y="224"/>
                    <a:pt x="285" y="178"/>
                    <a:pt x="335" y="146"/>
                  </a:cubicBezTo>
                  <a:cubicBezTo>
                    <a:pt x="372" y="115"/>
                    <a:pt x="377" y="75"/>
                    <a:pt x="342" y="47"/>
                  </a:cubicBezTo>
                  <a:cubicBezTo>
                    <a:pt x="286" y="23"/>
                    <a:pt x="71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63" name="Freeform 1088">
              <a:extLst>
                <a:ext uri="{FF2B5EF4-FFF2-40B4-BE49-F238E27FC236}">
                  <a16:creationId xmlns:a16="http://schemas.microsoft.com/office/drawing/2014/main" id="{B7CCC3B8-56F8-4F2A-AE26-F710EB01F9E4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6" y="997"/>
              <a:ext cx="660" cy="336"/>
            </a:xfrm>
            <a:custGeom>
              <a:avLst/>
              <a:gdLst>
                <a:gd name="T0" fmla="*/ 680 w 646"/>
                <a:gd name="T1" fmla="*/ 11275 h 300"/>
                <a:gd name="T2" fmla="*/ 970 w 646"/>
                <a:gd name="T3" fmla="*/ 9520 h 300"/>
                <a:gd name="T4" fmla="*/ 1205 w 646"/>
                <a:gd name="T5" fmla="*/ 7193 h 300"/>
                <a:gd name="T6" fmla="*/ 1244 w 646"/>
                <a:gd name="T7" fmla="*/ 4026 h 300"/>
                <a:gd name="T8" fmla="*/ 912 w 646"/>
                <a:gd name="T9" fmla="*/ 2248 h 300"/>
                <a:gd name="T10" fmla="*/ 0 w 646"/>
                <a:gd name="T11" fmla="*/ 0 h 3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46"/>
                <a:gd name="T19" fmla="*/ 0 h 300"/>
                <a:gd name="T20" fmla="*/ 646 w 646"/>
                <a:gd name="T21" fmla="*/ 300 h 3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46" h="300">
                  <a:moveTo>
                    <a:pt x="343" y="300"/>
                  </a:moveTo>
                  <a:cubicBezTo>
                    <a:pt x="367" y="292"/>
                    <a:pt x="443" y="272"/>
                    <a:pt x="487" y="254"/>
                  </a:cubicBezTo>
                  <a:cubicBezTo>
                    <a:pt x="531" y="236"/>
                    <a:pt x="584" y="216"/>
                    <a:pt x="607" y="191"/>
                  </a:cubicBezTo>
                  <a:cubicBezTo>
                    <a:pt x="628" y="173"/>
                    <a:pt x="646" y="125"/>
                    <a:pt x="627" y="107"/>
                  </a:cubicBezTo>
                  <a:cubicBezTo>
                    <a:pt x="603" y="85"/>
                    <a:pt x="563" y="79"/>
                    <a:pt x="459" y="61"/>
                  </a:cubicBezTo>
                  <a:cubicBezTo>
                    <a:pt x="355" y="43"/>
                    <a:pt x="76" y="10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64" name="Freeform 1089">
              <a:extLst>
                <a:ext uri="{FF2B5EF4-FFF2-40B4-BE49-F238E27FC236}">
                  <a16:creationId xmlns:a16="http://schemas.microsoft.com/office/drawing/2014/main" id="{967862A5-8DC9-4EAA-B13C-FF26AA0E1F16}"/>
                </a:ext>
              </a:extLst>
            </p:cNvPr>
            <p:cNvSpPr>
              <a:spLocks/>
            </p:cNvSpPr>
            <p:nvPr/>
          </p:nvSpPr>
          <p:spPr bwMode="auto">
            <a:xfrm>
              <a:off x="4116" y="955"/>
              <a:ext cx="630" cy="397"/>
            </a:xfrm>
            <a:custGeom>
              <a:avLst/>
              <a:gdLst>
                <a:gd name="T0" fmla="*/ 320 w 630"/>
                <a:gd name="T1" fmla="*/ 397 h 397"/>
                <a:gd name="T2" fmla="*/ 468 w 630"/>
                <a:gd name="T3" fmla="*/ 345 h 397"/>
                <a:gd name="T4" fmla="*/ 590 w 630"/>
                <a:gd name="T5" fmla="*/ 275 h 397"/>
                <a:gd name="T6" fmla="*/ 611 w 630"/>
                <a:gd name="T7" fmla="*/ 181 h 397"/>
                <a:gd name="T8" fmla="*/ 439 w 630"/>
                <a:gd name="T9" fmla="*/ 129 h 397"/>
                <a:gd name="T10" fmla="*/ 0 w 630"/>
                <a:gd name="T11" fmla="*/ 0 h 39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630"/>
                <a:gd name="T19" fmla="*/ 0 h 397"/>
                <a:gd name="T20" fmla="*/ 630 w 630"/>
                <a:gd name="T21" fmla="*/ 397 h 397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630" h="397">
                  <a:moveTo>
                    <a:pt x="320" y="397"/>
                  </a:moveTo>
                  <a:cubicBezTo>
                    <a:pt x="345" y="388"/>
                    <a:pt x="423" y="366"/>
                    <a:pt x="468" y="345"/>
                  </a:cubicBezTo>
                  <a:cubicBezTo>
                    <a:pt x="513" y="325"/>
                    <a:pt x="567" y="303"/>
                    <a:pt x="590" y="275"/>
                  </a:cubicBezTo>
                  <a:cubicBezTo>
                    <a:pt x="612" y="255"/>
                    <a:pt x="630" y="201"/>
                    <a:pt x="611" y="181"/>
                  </a:cubicBezTo>
                  <a:cubicBezTo>
                    <a:pt x="586" y="156"/>
                    <a:pt x="541" y="159"/>
                    <a:pt x="439" y="129"/>
                  </a:cubicBezTo>
                  <a:cubicBezTo>
                    <a:pt x="337" y="99"/>
                    <a:pt x="91" y="27"/>
                    <a:pt x="0" y="0"/>
                  </a:cubicBezTo>
                </a:path>
              </a:pathLst>
            </a:custGeom>
            <a:noFill/>
            <a:ln w="19050" cmpd="sng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53" name="Group 1090">
            <a:extLst>
              <a:ext uri="{FF2B5EF4-FFF2-40B4-BE49-F238E27FC236}">
                <a16:creationId xmlns:a16="http://schemas.microsoft.com/office/drawing/2014/main" id="{3886E798-5B14-43DC-87AB-EEE956150873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852988"/>
            <a:ext cx="617538" cy="247650"/>
            <a:chOff x="2356" y="1300"/>
            <a:chExt cx="555" cy="194"/>
          </a:xfrm>
        </p:grpSpPr>
        <p:sp>
          <p:nvSpPr>
            <p:cNvPr id="36051" name="Oval 407">
              <a:extLst>
                <a:ext uri="{FF2B5EF4-FFF2-40B4-BE49-F238E27FC236}">
                  <a16:creationId xmlns:a16="http://schemas.microsoft.com/office/drawing/2014/main" id="{3A0F066D-0855-4B8D-92BF-18FA7BC3FA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52" name="Rectangle 410">
              <a:extLst>
                <a:ext uri="{FF2B5EF4-FFF2-40B4-BE49-F238E27FC236}">
                  <a16:creationId xmlns:a16="http://schemas.microsoft.com/office/drawing/2014/main" id="{0603E7AA-0E29-4738-A3B5-15F0C9B611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53" name="Oval 411">
              <a:extLst>
                <a:ext uri="{FF2B5EF4-FFF2-40B4-BE49-F238E27FC236}">
                  <a16:creationId xmlns:a16="http://schemas.microsoft.com/office/drawing/2014/main" id="{DA418160-B5FB-4930-9EC4-F82CB779A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54" name="Group 1094">
              <a:extLst>
                <a:ext uri="{FF2B5EF4-FFF2-40B4-BE49-F238E27FC236}">
                  <a16:creationId xmlns:a16="http://schemas.microsoft.com/office/drawing/2014/main" id="{F3F2000F-A8DF-4829-9233-CC4B35DE3B8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6057" name="Freeform 1095">
                <a:extLst>
                  <a:ext uri="{FF2B5EF4-FFF2-40B4-BE49-F238E27FC236}">
                    <a16:creationId xmlns:a16="http://schemas.microsoft.com/office/drawing/2014/main" id="{8E1B8F68-CDEF-4DF1-840E-73860BF5AA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8" name="Freeform 1096">
                <a:extLst>
                  <a:ext uri="{FF2B5EF4-FFF2-40B4-BE49-F238E27FC236}">
                    <a16:creationId xmlns:a16="http://schemas.microsoft.com/office/drawing/2014/main" id="{35E9F982-EDFC-4B61-853C-3A108E15DC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55" name="Line 1097">
              <a:extLst>
                <a:ext uri="{FF2B5EF4-FFF2-40B4-BE49-F238E27FC236}">
                  <a16:creationId xmlns:a16="http://schemas.microsoft.com/office/drawing/2014/main" id="{515FDBC3-16BB-43BC-AE36-E93F5D7276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56" name="Line 1098">
              <a:extLst>
                <a:ext uri="{FF2B5EF4-FFF2-40B4-BE49-F238E27FC236}">
                  <a16:creationId xmlns:a16="http://schemas.microsoft.com/office/drawing/2014/main" id="{6E8B9AE4-DF19-4699-800B-50DAC3F806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54" name="Group 1099">
            <a:extLst>
              <a:ext uri="{FF2B5EF4-FFF2-40B4-BE49-F238E27FC236}">
                <a16:creationId xmlns:a16="http://schemas.microsoft.com/office/drawing/2014/main" id="{334EE588-DA14-40EF-8234-9BB347909945}"/>
              </a:ext>
            </a:extLst>
          </p:cNvPr>
          <p:cNvGrpSpPr>
            <a:grpSpLocks/>
          </p:cNvGrpSpPr>
          <p:nvPr/>
        </p:nvGrpSpPr>
        <p:grpSpPr bwMode="auto">
          <a:xfrm>
            <a:off x="6969125" y="4510088"/>
            <a:ext cx="617538" cy="247650"/>
            <a:chOff x="2356" y="1300"/>
            <a:chExt cx="555" cy="194"/>
          </a:xfrm>
        </p:grpSpPr>
        <p:sp>
          <p:nvSpPr>
            <p:cNvPr id="36043" name="Oval 407">
              <a:extLst>
                <a:ext uri="{FF2B5EF4-FFF2-40B4-BE49-F238E27FC236}">
                  <a16:creationId xmlns:a16="http://schemas.microsoft.com/office/drawing/2014/main" id="{C85AA4E4-7872-4EC9-BDA5-C11E5C4FAD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44" name="Rectangle 410">
              <a:extLst>
                <a:ext uri="{FF2B5EF4-FFF2-40B4-BE49-F238E27FC236}">
                  <a16:creationId xmlns:a16="http://schemas.microsoft.com/office/drawing/2014/main" id="{7A3CC52B-2F9E-4078-8A1F-AA8F3FA3F4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45" name="Oval 411">
              <a:extLst>
                <a:ext uri="{FF2B5EF4-FFF2-40B4-BE49-F238E27FC236}">
                  <a16:creationId xmlns:a16="http://schemas.microsoft.com/office/drawing/2014/main" id="{22F07815-659F-457C-8D04-E9EF4051A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46" name="Group 1103">
              <a:extLst>
                <a:ext uri="{FF2B5EF4-FFF2-40B4-BE49-F238E27FC236}">
                  <a16:creationId xmlns:a16="http://schemas.microsoft.com/office/drawing/2014/main" id="{A5BC2F99-D111-4755-9C8C-6CEEC0382B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6049" name="Freeform 1104">
                <a:extLst>
                  <a:ext uri="{FF2B5EF4-FFF2-40B4-BE49-F238E27FC236}">
                    <a16:creationId xmlns:a16="http://schemas.microsoft.com/office/drawing/2014/main" id="{301035B8-F8EF-41D0-8AB1-3F833D6374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50" name="Freeform 1105">
                <a:extLst>
                  <a:ext uri="{FF2B5EF4-FFF2-40B4-BE49-F238E27FC236}">
                    <a16:creationId xmlns:a16="http://schemas.microsoft.com/office/drawing/2014/main" id="{39F0A6E9-C52D-4D54-9027-B6AC2B7ABA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47" name="Line 1106">
              <a:extLst>
                <a:ext uri="{FF2B5EF4-FFF2-40B4-BE49-F238E27FC236}">
                  <a16:creationId xmlns:a16="http://schemas.microsoft.com/office/drawing/2014/main" id="{6D8F2841-6AE1-4428-B9E3-E06BC614ED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48" name="Line 1107">
              <a:extLst>
                <a:ext uri="{FF2B5EF4-FFF2-40B4-BE49-F238E27FC236}">
                  <a16:creationId xmlns:a16="http://schemas.microsoft.com/office/drawing/2014/main" id="{1DAC4E69-4F42-48A3-8787-5026CEFC5A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55" name="Group 1108">
            <a:extLst>
              <a:ext uri="{FF2B5EF4-FFF2-40B4-BE49-F238E27FC236}">
                <a16:creationId xmlns:a16="http://schemas.microsoft.com/office/drawing/2014/main" id="{B65F0A4F-707F-42F9-89EF-77AA7E23ECEB}"/>
              </a:ext>
            </a:extLst>
          </p:cNvPr>
          <p:cNvGrpSpPr>
            <a:grpSpLocks/>
          </p:cNvGrpSpPr>
          <p:nvPr/>
        </p:nvGrpSpPr>
        <p:grpSpPr bwMode="auto">
          <a:xfrm>
            <a:off x="7585075" y="4811713"/>
            <a:ext cx="617538" cy="247650"/>
            <a:chOff x="2356" y="1300"/>
            <a:chExt cx="555" cy="194"/>
          </a:xfrm>
        </p:grpSpPr>
        <p:sp>
          <p:nvSpPr>
            <p:cNvPr id="36035" name="Oval 407">
              <a:extLst>
                <a:ext uri="{FF2B5EF4-FFF2-40B4-BE49-F238E27FC236}">
                  <a16:creationId xmlns:a16="http://schemas.microsoft.com/office/drawing/2014/main" id="{4E4C5E0B-4A81-416E-8AA0-161B7D2CE2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36" name="Rectangle 410">
              <a:extLst>
                <a:ext uri="{FF2B5EF4-FFF2-40B4-BE49-F238E27FC236}">
                  <a16:creationId xmlns:a16="http://schemas.microsoft.com/office/drawing/2014/main" id="{28375C27-6F78-425C-B26B-199460D8A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37" name="Oval 411">
              <a:extLst>
                <a:ext uri="{FF2B5EF4-FFF2-40B4-BE49-F238E27FC236}">
                  <a16:creationId xmlns:a16="http://schemas.microsoft.com/office/drawing/2014/main" id="{0D17EAB8-DAB5-4C4E-B5E9-AEA1A116BC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38" name="Group 1112">
              <a:extLst>
                <a:ext uri="{FF2B5EF4-FFF2-40B4-BE49-F238E27FC236}">
                  <a16:creationId xmlns:a16="http://schemas.microsoft.com/office/drawing/2014/main" id="{3FA38AE9-CB35-4B9F-981A-2CB560592B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36041" name="Freeform 1113">
                <a:extLst>
                  <a:ext uri="{FF2B5EF4-FFF2-40B4-BE49-F238E27FC236}">
                    <a16:creationId xmlns:a16="http://schemas.microsoft.com/office/drawing/2014/main" id="{22E15A70-51D1-4E8E-A842-815C20F2FD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42" name="Freeform 1114">
                <a:extLst>
                  <a:ext uri="{FF2B5EF4-FFF2-40B4-BE49-F238E27FC236}">
                    <a16:creationId xmlns:a16="http://schemas.microsoft.com/office/drawing/2014/main" id="{FD4B1498-1E4F-43E9-9987-7DB49DD7CC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39" name="Line 1115">
              <a:extLst>
                <a:ext uri="{FF2B5EF4-FFF2-40B4-BE49-F238E27FC236}">
                  <a16:creationId xmlns:a16="http://schemas.microsoft.com/office/drawing/2014/main" id="{1D066F93-E5D5-4CE3-BA03-9224897462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40" name="Line 1116">
              <a:extLst>
                <a:ext uri="{FF2B5EF4-FFF2-40B4-BE49-F238E27FC236}">
                  <a16:creationId xmlns:a16="http://schemas.microsoft.com/office/drawing/2014/main" id="{D185E589-32FC-41EE-93BC-A446121107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56" name="Freeform 1118">
            <a:extLst>
              <a:ext uri="{FF2B5EF4-FFF2-40B4-BE49-F238E27FC236}">
                <a16:creationId xmlns:a16="http://schemas.microsoft.com/office/drawing/2014/main" id="{65FB73FC-60F4-426C-BF10-04A4C1169731}"/>
              </a:ext>
            </a:extLst>
          </p:cNvPr>
          <p:cNvSpPr>
            <a:spLocks/>
          </p:cNvSpPr>
          <p:nvPr/>
        </p:nvSpPr>
        <p:spPr bwMode="auto">
          <a:xfrm>
            <a:off x="7004050" y="3527425"/>
            <a:ext cx="1314450" cy="674688"/>
          </a:xfrm>
          <a:custGeom>
            <a:avLst/>
            <a:gdLst>
              <a:gd name="T0" fmla="*/ 2147483646 w 828"/>
              <a:gd name="T1" fmla="*/ 2147483646 h 425"/>
              <a:gd name="T2" fmla="*/ 2147483646 w 828"/>
              <a:gd name="T3" fmla="*/ 2147483646 h 425"/>
              <a:gd name="T4" fmla="*/ 2147483646 w 828"/>
              <a:gd name="T5" fmla="*/ 2147483646 h 425"/>
              <a:gd name="T6" fmla="*/ 2147483646 w 828"/>
              <a:gd name="T7" fmla="*/ 2147483646 h 425"/>
              <a:gd name="T8" fmla="*/ 2147483646 w 828"/>
              <a:gd name="T9" fmla="*/ 2147483646 h 425"/>
              <a:gd name="T10" fmla="*/ 2147483646 w 828"/>
              <a:gd name="T11" fmla="*/ 2147483646 h 425"/>
              <a:gd name="T12" fmla="*/ 2147483646 w 828"/>
              <a:gd name="T13" fmla="*/ 2147483646 h 425"/>
              <a:gd name="T14" fmla="*/ 2147483646 w 828"/>
              <a:gd name="T15" fmla="*/ 2147483646 h 425"/>
              <a:gd name="T16" fmla="*/ 2147483646 w 828"/>
              <a:gd name="T17" fmla="*/ 2147483646 h 425"/>
              <a:gd name="T18" fmla="*/ 2147483646 w 828"/>
              <a:gd name="T19" fmla="*/ 2147483646 h 425"/>
              <a:gd name="T20" fmla="*/ 2147483646 w 828"/>
              <a:gd name="T21" fmla="*/ 2147483646 h 425"/>
              <a:gd name="T22" fmla="*/ 2147483646 w 828"/>
              <a:gd name="T23" fmla="*/ 2147483646 h 42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828"/>
              <a:gd name="T37" fmla="*/ 0 h 425"/>
              <a:gd name="T38" fmla="*/ 828 w 828"/>
              <a:gd name="T39" fmla="*/ 425 h 42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828" h="425">
                <a:moveTo>
                  <a:pt x="382" y="30"/>
                </a:moveTo>
                <a:cubicBezTo>
                  <a:pt x="350" y="29"/>
                  <a:pt x="413" y="30"/>
                  <a:pt x="370" y="30"/>
                </a:cubicBezTo>
                <a:cubicBezTo>
                  <a:pt x="327" y="30"/>
                  <a:pt x="187" y="16"/>
                  <a:pt x="126" y="32"/>
                </a:cubicBezTo>
                <a:cubicBezTo>
                  <a:pt x="65" y="48"/>
                  <a:pt x="12" y="86"/>
                  <a:pt x="6" y="126"/>
                </a:cubicBezTo>
                <a:cubicBezTo>
                  <a:pt x="0" y="166"/>
                  <a:pt x="44" y="231"/>
                  <a:pt x="92" y="274"/>
                </a:cubicBezTo>
                <a:cubicBezTo>
                  <a:pt x="140" y="317"/>
                  <a:pt x="217" y="360"/>
                  <a:pt x="292" y="384"/>
                </a:cubicBezTo>
                <a:cubicBezTo>
                  <a:pt x="367" y="408"/>
                  <a:pt x="472" y="425"/>
                  <a:pt x="540" y="416"/>
                </a:cubicBezTo>
                <a:cubicBezTo>
                  <a:pt x="608" y="407"/>
                  <a:pt x="659" y="371"/>
                  <a:pt x="698" y="330"/>
                </a:cubicBezTo>
                <a:cubicBezTo>
                  <a:pt x="737" y="289"/>
                  <a:pt x="760" y="221"/>
                  <a:pt x="776" y="170"/>
                </a:cubicBezTo>
                <a:cubicBezTo>
                  <a:pt x="792" y="119"/>
                  <a:pt x="828" y="44"/>
                  <a:pt x="792" y="22"/>
                </a:cubicBezTo>
                <a:cubicBezTo>
                  <a:pt x="756" y="0"/>
                  <a:pt x="630" y="37"/>
                  <a:pt x="560" y="38"/>
                </a:cubicBezTo>
                <a:cubicBezTo>
                  <a:pt x="490" y="39"/>
                  <a:pt x="414" y="31"/>
                  <a:pt x="382" y="3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57" name="Freeform 1119">
            <a:extLst>
              <a:ext uri="{FF2B5EF4-FFF2-40B4-BE49-F238E27FC236}">
                <a16:creationId xmlns:a16="http://schemas.microsoft.com/office/drawing/2014/main" id="{B0443DB7-12DB-4DC7-85EB-69304FBA4248}"/>
              </a:ext>
            </a:extLst>
          </p:cNvPr>
          <p:cNvSpPr>
            <a:spLocks/>
          </p:cNvSpPr>
          <p:nvPr/>
        </p:nvSpPr>
        <p:spPr bwMode="auto">
          <a:xfrm>
            <a:off x="7023100" y="2001838"/>
            <a:ext cx="1730375" cy="1125537"/>
          </a:xfrm>
          <a:custGeom>
            <a:avLst/>
            <a:gdLst>
              <a:gd name="T0" fmla="*/ 2147483646 w 765"/>
              <a:gd name="T1" fmla="*/ 2147483646 h 459"/>
              <a:gd name="T2" fmla="*/ 2147483646 w 765"/>
              <a:gd name="T3" fmla="*/ 2147483646 h 459"/>
              <a:gd name="T4" fmla="*/ 2147483646 w 765"/>
              <a:gd name="T5" fmla="*/ 2147483646 h 459"/>
              <a:gd name="T6" fmla="*/ 2147483646 w 765"/>
              <a:gd name="T7" fmla="*/ 2147483646 h 459"/>
              <a:gd name="T8" fmla="*/ 2147483646 w 765"/>
              <a:gd name="T9" fmla="*/ 2147483646 h 459"/>
              <a:gd name="T10" fmla="*/ 2147483646 w 765"/>
              <a:gd name="T11" fmla="*/ 2147483646 h 459"/>
              <a:gd name="T12" fmla="*/ 2147483646 w 765"/>
              <a:gd name="T13" fmla="*/ 2147483646 h 459"/>
              <a:gd name="T14" fmla="*/ 2147483646 w 765"/>
              <a:gd name="T15" fmla="*/ 2147483646 h 459"/>
              <a:gd name="T16" fmla="*/ 2147483646 w 765"/>
              <a:gd name="T17" fmla="*/ 2147483646 h 459"/>
              <a:gd name="T18" fmla="*/ 2147483646 w 765"/>
              <a:gd name="T19" fmla="*/ 2147483646 h 459"/>
              <a:gd name="T20" fmla="*/ 2147483646 w 765"/>
              <a:gd name="T21" fmla="*/ 2147483646 h 459"/>
              <a:gd name="T22" fmla="*/ 2147483646 w 765"/>
              <a:gd name="T23" fmla="*/ 2147483646 h 459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765"/>
              <a:gd name="T37" fmla="*/ 0 h 459"/>
              <a:gd name="T38" fmla="*/ 765 w 765"/>
              <a:gd name="T39" fmla="*/ 459 h 459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765" h="459">
                <a:moveTo>
                  <a:pt x="424" y="10"/>
                </a:moveTo>
                <a:cubicBezTo>
                  <a:pt x="362" y="16"/>
                  <a:pt x="343" y="55"/>
                  <a:pt x="288" y="70"/>
                </a:cubicBezTo>
                <a:cubicBezTo>
                  <a:pt x="233" y="85"/>
                  <a:pt x="142" y="56"/>
                  <a:pt x="96" y="100"/>
                </a:cubicBezTo>
                <a:cubicBezTo>
                  <a:pt x="50" y="144"/>
                  <a:pt x="0" y="279"/>
                  <a:pt x="14" y="336"/>
                </a:cubicBezTo>
                <a:cubicBezTo>
                  <a:pt x="28" y="393"/>
                  <a:pt x="125" y="429"/>
                  <a:pt x="180" y="444"/>
                </a:cubicBezTo>
                <a:cubicBezTo>
                  <a:pt x="235" y="459"/>
                  <a:pt x="279" y="426"/>
                  <a:pt x="346" y="426"/>
                </a:cubicBezTo>
                <a:cubicBezTo>
                  <a:pt x="413" y="426"/>
                  <a:pt x="525" y="443"/>
                  <a:pt x="584" y="444"/>
                </a:cubicBezTo>
                <a:cubicBezTo>
                  <a:pt x="643" y="445"/>
                  <a:pt x="670" y="446"/>
                  <a:pt x="698" y="434"/>
                </a:cubicBezTo>
                <a:cubicBezTo>
                  <a:pt x="726" y="422"/>
                  <a:pt x="743" y="418"/>
                  <a:pt x="752" y="372"/>
                </a:cubicBezTo>
                <a:cubicBezTo>
                  <a:pt x="761" y="326"/>
                  <a:pt x="765" y="214"/>
                  <a:pt x="750" y="158"/>
                </a:cubicBezTo>
                <a:cubicBezTo>
                  <a:pt x="735" y="102"/>
                  <a:pt x="716" y="58"/>
                  <a:pt x="662" y="34"/>
                </a:cubicBezTo>
                <a:cubicBezTo>
                  <a:pt x="608" y="10"/>
                  <a:pt x="505" y="0"/>
                  <a:pt x="424" y="10"/>
                </a:cubicBezTo>
                <a:close/>
              </a:path>
            </a:pathLst>
          </a:custGeom>
          <a:gradFill rotWithShape="1">
            <a:gsLst>
              <a:gs pos="0">
                <a:srgbClr val="00CCFF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58" name="Line 1120">
            <a:extLst>
              <a:ext uri="{FF2B5EF4-FFF2-40B4-BE49-F238E27FC236}">
                <a16:creationId xmlns:a16="http://schemas.microsoft.com/office/drawing/2014/main" id="{561104F1-E4E5-4559-9387-0F3ED7A97BD2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163" y="3813175"/>
            <a:ext cx="163512" cy="1206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59" name="Line 1121">
            <a:extLst>
              <a:ext uri="{FF2B5EF4-FFF2-40B4-BE49-F238E27FC236}">
                <a16:creationId xmlns:a16="http://schemas.microsoft.com/office/drawing/2014/main" id="{C3182699-E530-42C5-811F-208376FA0E82}"/>
              </a:ext>
            </a:extLst>
          </p:cNvPr>
          <p:cNvSpPr>
            <a:spLocks noChangeShapeType="1"/>
          </p:cNvSpPr>
          <p:nvPr/>
        </p:nvSpPr>
        <p:spPr bwMode="auto">
          <a:xfrm>
            <a:off x="7493000" y="3733800"/>
            <a:ext cx="27940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0" name="Line 1122">
            <a:extLst>
              <a:ext uri="{FF2B5EF4-FFF2-40B4-BE49-F238E27FC236}">
                <a16:creationId xmlns:a16="http://schemas.microsoft.com/office/drawing/2014/main" id="{72E863CA-F93A-4F35-90CE-FE05AF2F675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29538" y="3819525"/>
            <a:ext cx="134937" cy="1047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1" name="Line 1123">
            <a:extLst>
              <a:ext uri="{FF2B5EF4-FFF2-40B4-BE49-F238E27FC236}">
                <a16:creationId xmlns:a16="http://schemas.microsoft.com/office/drawing/2014/main" id="{858A595D-F075-4863-86F1-C96C922AF2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138" y="2492375"/>
            <a:ext cx="123825" cy="87313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2" name="Line 1124">
            <a:extLst>
              <a:ext uri="{FF2B5EF4-FFF2-40B4-BE49-F238E27FC236}">
                <a16:creationId xmlns:a16="http://schemas.microsoft.com/office/drawing/2014/main" id="{BADDDF3A-0D92-4C57-B7C5-83FD3CEE78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77138" y="2562225"/>
            <a:ext cx="263525" cy="2889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3" name="Line 1125">
            <a:extLst>
              <a:ext uri="{FF2B5EF4-FFF2-40B4-BE49-F238E27FC236}">
                <a16:creationId xmlns:a16="http://schemas.microsoft.com/office/drawing/2014/main" id="{603E8D64-D566-4287-AAA9-27D06AE02301}"/>
              </a:ext>
            </a:extLst>
          </p:cNvPr>
          <p:cNvSpPr>
            <a:spLocks noChangeShapeType="1"/>
          </p:cNvSpPr>
          <p:nvPr/>
        </p:nvSpPr>
        <p:spPr bwMode="auto">
          <a:xfrm>
            <a:off x="7942263" y="2560638"/>
            <a:ext cx="0" cy="1968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4" name="Line 1126">
            <a:extLst>
              <a:ext uri="{FF2B5EF4-FFF2-40B4-BE49-F238E27FC236}">
                <a16:creationId xmlns:a16="http://schemas.microsoft.com/office/drawing/2014/main" id="{4DC546C6-9772-40A4-BDD7-CB1AD4F614D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89838" y="2867025"/>
            <a:ext cx="188912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5" name="Line 1127">
            <a:extLst>
              <a:ext uri="{FF2B5EF4-FFF2-40B4-BE49-F238E27FC236}">
                <a16:creationId xmlns:a16="http://schemas.microsoft.com/office/drawing/2014/main" id="{E070B2CC-6774-4628-ABF2-8ADA5C7EDE15}"/>
              </a:ext>
            </a:extLst>
          </p:cNvPr>
          <p:cNvSpPr>
            <a:spLocks noChangeShapeType="1"/>
          </p:cNvSpPr>
          <p:nvPr/>
        </p:nvSpPr>
        <p:spPr bwMode="auto">
          <a:xfrm>
            <a:off x="8150225" y="2857500"/>
            <a:ext cx="17780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6" name="Line 1128">
            <a:extLst>
              <a:ext uri="{FF2B5EF4-FFF2-40B4-BE49-F238E27FC236}">
                <a16:creationId xmlns:a16="http://schemas.microsoft.com/office/drawing/2014/main" id="{9A346B98-7E2C-483D-A60D-0F70FED790F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96150" y="2933700"/>
            <a:ext cx="98425" cy="7048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35967" name="Line 1129">
            <a:extLst>
              <a:ext uri="{FF2B5EF4-FFF2-40B4-BE49-F238E27FC236}">
                <a16:creationId xmlns:a16="http://schemas.microsoft.com/office/drawing/2014/main" id="{646F88AF-2162-4B65-AE2C-C16AB69AC84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88288" y="2933700"/>
            <a:ext cx="111125" cy="72707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68" name="Group 1130">
            <a:extLst>
              <a:ext uri="{FF2B5EF4-FFF2-40B4-BE49-F238E27FC236}">
                <a16:creationId xmlns:a16="http://schemas.microsoft.com/office/drawing/2014/main" id="{FBC4AB07-FB5E-4890-AC71-6AE08DF9129D}"/>
              </a:ext>
            </a:extLst>
          </p:cNvPr>
          <p:cNvGrpSpPr>
            <a:grpSpLocks/>
          </p:cNvGrpSpPr>
          <p:nvPr/>
        </p:nvGrpSpPr>
        <p:grpSpPr bwMode="auto">
          <a:xfrm>
            <a:off x="7689850" y="2395538"/>
            <a:ext cx="390525" cy="169862"/>
            <a:chOff x="4650" y="1129"/>
            <a:chExt cx="246" cy="95"/>
          </a:xfrm>
        </p:grpSpPr>
        <p:sp>
          <p:nvSpPr>
            <p:cNvPr id="36027" name="Oval 407">
              <a:extLst>
                <a:ext uri="{FF2B5EF4-FFF2-40B4-BE49-F238E27FC236}">
                  <a16:creationId xmlns:a16="http://schemas.microsoft.com/office/drawing/2014/main" id="{303C5479-6671-4F5F-B29D-E39FE8C361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28" name="Rectangle 410">
              <a:extLst>
                <a:ext uri="{FF2B5EF4-FFF2-40B4-BE49-F238E27FC236}">
                  <a16:creationId xmlns:a16="http://schemas.microsoft.com/office/drawing/2014/main" id="{6376DF90-2D51-4FF1-9B5A-6BAB05AE20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29" name="Oval 411">
              <a:extLst>
                <a:ext uri="{FF2B5EF4-FFF2-40B4-BE49-F238E27FC236}">
                  <a16:creationId xmlns:a16="http://schemas.microsoft.com/office/drawing/2014/main" id="{485E251B-AA14-4CF3-99C6-BA0FA244EF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30" name="Group 1134">
              <a:extLst>
                <a:ext uri="{FF2B5EF4-FFF2-40B4-BE49-F238E27FC236}">
                  <a16:creationId xmlns:a16="http://schemas.microsoft.com/office/drawing/2014/main" id="{7A589BF5-DEA8-424D-A0C0-0F234236BE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33" name="Freeform 1135">
                <a:extLst>
                  <a:ext uri="{FF2B5EF4-FFF2-40B4-BE49-F238E27FC236}">
                    <a16:creationId xmlns:a16="http://schemas.microsoft.com/office/drawing/2014/main" id="{E1253750-EB54-4A59-8787-44E6834282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34" name="Freeform 1136">
                <a:extLst>
                  <a:ext uri="{FF2B5EF4-FFF2-40B4-BE49-F238E27FC236}">
                    <a16:creationId xmlns:a16="http://schemas.microsoft.com/office/drawing/2014/main" id="{440424DE-9F5F-4F77-9467-E2610D04B5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31" name="Line 1137">
              <a:extLst>
                <a:ext uri="{FF2B5EF4-FFF2-40B4-BE49-F238E27FC236}">
                  <a16:creationId xmlns:a16="http://schemas.microsoft.com/office/drawing/2014/main" id="{77B996F9-6813-46A9-8F62-4212B52208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32" name="Line 1138">
              <a:extLst>
                <a:ext uri="{FF2B5EF4-FFF2-40B4-BE49-F238E27FC236}">
                  <a16:creationId xmlns:a16="http://schemas.microsoft.com/office/drawing/2014/main" id="{75ED84C5-54BA-4762-9DC6-A2FC133948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69" name="Group 1139">
            <a:extLst>
              <a:ext uri="{FF2B5EF4-FFF2-40B4-BE49-F238E27FC236}">
                <a16:creationId xmlns:a16="http://schemas.microsoft.com/office/drawing/2014/main" id="{4D89E463-7831-42EF-A615-5EB0F70E8199}"/>
              </a:ext>
            </a:extLst>
          </p:cNvPr>
          <p:cNvGrpSpPr>
            <a:grpSpLocks/>
          </p:cNvGrpSpPr>
          <p:nvPr/>
        </p:nvGrpSpPr>
        <p:grpSpPr bwMode="auto">
          <a:xfrm>
            <a:off x="7762875" y="2757488"/>
            <a:ext cx="390525" cy="176212"/>
            <a:chOff x="4650" y="1129"/>
            <a:chExt cx="246" cy="95"/>
          </a:xfrm>
        </p:grpSpPr>
        <p:sp>
          <p:nvSpPr>
            <p:cNvPr id="36019" name="Oval 407">
              <a:extLst>
                <a:ext uri="{FF2B5EF4-FFF2-40B4-BE49-F238E27FC236}">
                  <a16:creationId xmlns:a16="http://schemas.microsoft.com/office/drawing/2014/main" id="{6F3CACA3-0707-4A45-B394-BB1B780E89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20" name="Rectangle 410">
              <a:extLst>
                <a:ext uri="{FF2B5EF4-FFF2-40B4-BE49-F238E27FC236}">
                  <a16:creationId xmlns:a16="http://schemas.microsoft.com/office/drawing/2014/main" id="{EE6395DB-49A9-458E-B543-E755A388D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21" name="Oval 411">
              <a:extLst>
                <a:ext uri="{FF2B5EF4-FFF2-40B4-BE49-F238E27FC236}">
                  <a16:creationId xmlns:a16="http://schemas.microsoft.com/office/drawing/2014/main" id="{D51EF8D8-E8DD-43CD-982B-3BD4904D61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22" name="Group 1143">
              <a:extLst>
                <a:ext uri="{FF2B5EF4-FFF2-40B4-BE49-F238E27FC236}">
                  <a16:creationId xmlns:a16="http://schemas.microsoft.com/office/drawing/2014/main" id="{F184E9EB-3395-479C-88E3-34EA16863F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25" name="Freeform 1144">
                <a:extLst>
                  <a:ext uri="{FF2B5EF4-FFF2-40B4-BE49-F238E27FC236}">
                    <a16:creationId xmlns:a16="http://schemas.microsoft.com/office/drawing/2014/main" id="{BE32F6D4-21C5-4343-81C0-1078043AC5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26" name="Freeform 1145">
                <a:extLst>
                  <a:ext uri="{FF2B5EF4-FFF2-40B4-BE49-F238E27FC236}">
                    <a16:creationId xmlns:a16="http://schemas.microsoft.com/office/drawing/2014/main" id="{22C84B63-733A-4314-9A2A-BA7BFFB6A5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23" name="Line 1146">
              <a:extLst>
                <a:ext uri="{FF2B5EF4-FFF2-40B4-BE49-F238E27FC236}">
                  <a16:creationId xmlns:a16="http://schemas.microsoft.com/office/drawing/2014/main" id="{FC507093-31A4-4847-BCE6-FE0CE56F26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24" name="Line 1147">
              <a:extLst>
                <a:ext uri="{FF2B5EF4-FFF2-40B4-BE49-F238E27FC236}">
                  <a16:creationId xmlns:a16="http://schemas.microsoft.com/office/drawing/2014/main" id="{6B774435-96DB-49E4-952B-794783D337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70" name="Group 1148">
            <a:extLst>
              <a:ext uri="{FF2B5EF4-FFF2-40B4-BE49-F238E27FC236}">
                <a16:creationId xmlns:a16="http://schemas.microsoft.com/office/drawing/2014/main" id="{5D5F3C92-6DAB-46DC-B5F7-0E720A14D594}"/>
              </a:ext>
            </a:extLst>
          </p:cNvPr>
          <p:cNvGrpSpPr>
            <a:grpSpLocks/>
          </p:cNvGrpSpPr>
          <p:nvPr/>
        </p:nvGrpSpPr>
        <p:grpSpPr bwMode="auto">
          <a:xfrm>
            <a:off x="7204075" y="2493963"/>
            <a:ext cx="390525" cy="169862"/>
            <a:chOff x="4650" y="1129"/>
            <a:chExt cx="246" cy="95"/>
          </a:xfrm>
        </p:grpSpPr>
        <p:sp>
          <p:nvSpPr>
            <p:cNvPr id="36011" name="Oval 407">
              <a:extLst>
                <a:ext uri="{FF2B5EF4-FFF2-40B4-BE49-F238E27FC236}">
                  <a16:creationId xmlns:a16="http://schemas.microsoft.com/office/drawing/2014/main" id="{D145A663-DB80-4F35-B17D-2121766D7D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12" name="Rectangle 410">
              <a:extLst>
                <a:ext uri="{FF2B5EF4-FFF2-40B4-BE49-F238E27FC236}">
                  <a16:creationId xmlns:a16="http://schemas.microsoft.com/office/drawing/2014/main" id="{329718D8-DA2A-42D7-B62F-BDFD9A5F45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13" name="Oval 411">
              <a:extLst>
                <a:ext uri="{FF2B5EF4-FFF2-40B4-BE49-F238E27FC236}">
                  <a16:creationId xmlns:a16="http://schemas.microsoft.com/office/drawing/2014/main" id="{1910952B-60D6-4F43-9C27-DD7B5666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14" name="Group 1152">
              <a:extLst>
                <a:ext uri="{FF2B5EF4-FFF2-40B4-BE49-F238E27FC236}">
                  <a16:creationId xmlns:a16="http://schemas.microsoft.com/office/drawing/2014/main" id="{F4C0A6D4-8762-46C2-9666-7DBF50A17B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17" name="Freeform 1153">
                <a:extLst>
                  <a:ext uri="{FF2B5EF4-FFF2-40B4-BE49-F238E27FC236}">
                    <a16:creationId xmlns:a16="http://schemas.microsoft.com/office/drawing/2014/main" id="{50A3E778-B301-4591-A6B5-F236D6EE3C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18" name="Freeform 1154">
                <a:extLst>
                  <a:ext uri="{FF2B5EF4-FFF2-40B4-BE49-F238E27FC236}">
                    <a16:creationId xmlns:a16="http://schemas.microsoft.com/office/drawing/2014/main" id="{0CDB4053-81AE-4287-9D23-340E37EB82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15" name="Line 1155">
              <a:extLst>
                <a:ext uri="{FF2B5EF4-FFF2-40B4-BE49-F238E27FC236}">
                  <a16:creationId xmlns:a16="http://schemas.microsoft.com/office/drawing/2014/main" id="{75FDED35-5B97-44BF-AC92-B7BDC6B5C6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16" name="Line 1156">
              <a:extLst>
                <a:ext uri="{FF2B5EF4-FFF2-40B4-BE49-F238E27FC236}">
                  <a16:creationId xmlns:a16="http://schemas.microsoft.com/office/drawing/2014/main" id="{C7C09B82-1E6B-42BB-9CBF-F9042014C9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71" name="Group 1157">
            <a:extLst>
              <a:ext uri="{FF2B5EF4-FFF2-40B4-BE49-F238E27FC236}">
                <a16:creationId xmlns:a16="http://schemas.microsoft.com/office/drawing/2014/main" id="{4D89BBF9-C15F-4D19-A4BE-7D6720B4C16F}"/>
              </a:ext>
            </a:extLst>
          </p:cNvPr>
          <p:cNvGrpSpPr>
            <a:grpSpLocks/>
          </p:cNvGrpSpPr>
          <p:nvPr/>
        </p:nvGrpSpPr>
        <p:grpSpPr bwMode="auto">
          <a:xfrm>
            <a:off x="7215188" y="2757488"/>
            <a:ext cx="390525" cy="169862"/>
            <a:chOff x="4650" y="1129"/>
            <a:chExt cx="246" cy="95"/>
          </a:xfrm>
        </p:grpSpPr>
        <p:sp>
          <p:nvSpPr>
            <p:cNvPr id="36003" name="Oval 407">
              <a:extLst>
                <a:ext uri="{FF2B5EF4-FFF2-40B4-BE49-F238E27FC236}">
                  <a16:creationId xmlns:a16="http://schemas.microsoft.com/office/drawing/2014/main" id="{F086E241-6DAD-4768-973D-0F99CACFEB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04" name="Rectangle 410">
              <a:extLst>
                <a:ext uri="{FF2B5EF4-FFF2-40B4-BE49-F238E27FC236}">
                  <a16:creationId xmlns:a16="http://schemas.microsoft.com/office/drawing/2014/main" id="{CA13903D-679A-4F1A-A7AD-2E179F0CBC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6005" name="Oval 411">
              <a:extLst>
                <a:ext uri="{FF2B5EF4-FFF2-40B4-BE49-F238E27FC236}">
                  <a16:creationId xmlns:a16="http://schemas.microsoft.com/office/drawing/2014/main" id="{E6EDA218-2E56-4469-94A3-E18BE3010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6006" name="Group 1161">
              <a:extLst>
                <a:ext uri="{FF2B5EF4-FFF2-40B4-BE49-F238E27FC236}">
                  <a16:creationId xmlns:a16="http://schemas.microsoft.com/office/drawing/2014/main" id="{D843EE3C-867C-4823-9416-BA3ED82E97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09" name="Freeform 1162">
                <a:extLst>
                  <a:ext uri="{FF2B5EF4-FFF2-40B4-BE49-F238E27FC236}">
                    <a16:creationId xmlns:a16="http://schemas.microsoft.com/office/drawing/2014/main" id="{EEAC600D-7D64-4E21-8212-F565C705C2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10" name="Freeform 1163">
                <a:extLst>
                  <a:ext uri="{FF2B5EF4-FFF2-40B4-BE49-F238E27FC236}">
                    <a16:creationId xmlns:a16="http://schemas.microsoft.com/office/drawing/2014/main" id="{240091E2-0EF6-4F9C-A689-2E1AE5E57F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6007" name="Line 1164">
              <a:extLst>
                <a:ext uri="{FF2B5EF4-FFF2-40B4-BE49-F238E27FC236}">
                  <a16:creationId xmlns:a16="http://schemas.microsoft.com/office/drawing/2014/main" id="{E45E159D-1E00-48EC-A6B6-79366D5B80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8" name="Line 1165">
              <a:extLst>
                <a:ext uri="{FF2B5EF4-FFF2-40B4-BE49-F238E27FC236}">
                  <a16:creationId xmlns:a16="http://schemas.microsoft.com/office/drawing/2014/main" id="{2675560B-6E74-483B-B0EA-11B5C9D206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72" name="Line 1166">
            <a:extLst>
              <a:ext uri="{FF2B5EF4-FFF2-40B4-BE49-F238E27FC236}">
                <a16:creationId xmlns:a16="http://schemas.microsoft.com/office/drawing/2014/main" id="{297A9DB2-A2C2-4369-9453-7E83698ABFA6}"/>
              </a:ext>
            </a:extLst>
          </p:cNvPr>
          <p:cNvSpPr>
            <a:spLocks noChangeShapeType="1"/>
          </p:cNvSpPr>
          <p:nvPr/>
        </p:nvSpPr>
        <p:spPr bwMode="auto">
          <a:xfrm>
            <a:off x="8358188" y="2855913"/>
            <a:ext cx="1778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35973" name="Group 1167">
            <a:extLst>
              <a:ext uri="{FF2B5EF4-FFF2-40B4-BE49-F238E27FC236}">
                <a16:creationId xmlns:a16="http://schemas.microsoft.com/office/drawing/2014/main" id="{5B1A9B6D-51A8-4011-A8D8-F1ACFB229C98}"/>
              </a:ext>
            </a:extLst>
          </p:cNvPr>
          <p:cNvGrpSpPr>
            <a:grpSpLocks/>
          </p:cNvGrpSpPr>
          <p:nvPr/>
        </p:nvGrpSpPr>
        <p:grpSpPr bwMode="auto">
          <a:xfrm>
            <a:off x="7400925" y="3911600"/>
            <a:ext cx="485775" cy="203200"/>
            <a:chOff x="4650" y="1129"/>
            <a:chExt cx="246" cy="95"/>
          </a:xfrm>
        </p:grpSpPr>
        <p:sp>
          <p:nvSpPr>
            <p:cNvPr id="35995" name="Oval 407">
              <a:extLst>
                <a:ext uri="{FF2B5EF4-FFF2-40B4-BE49-F238E27FC236}">
                  <a16:creationId xmlns:a16="http://schemas.microsoft.com/office/drawing/2014/main" id="{595631FC-D9FC-4DDC-8CB3-3E2545A843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96" name="Rectangle 410">
              <a:extLst>
                <a:ext uri="{FF2B5EF4-FFF2-40B4-BE49-F238E27FC236}">
                  <a16:creationId xmlns:a16="http://schemas.microsoft.com/office/drawing/2014/main" id="{2ED637EC-053F-444F-8425-882BF72A7E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97" name="Oval 411">
              <a:extLst>
                <a:ext uri="{FF2B5EF4-FFF2-40B4-BE49-F238E27FC236}">
                  <a16:creationId xmlns:a16="http://schemas.microsoft.com/office/drawing/2014/main" id="{F51F0657-AE57-4A3E-9FB3-B730CDC00B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98" name="Group 1171">
              <a:extLst>
                <a:ext uri="{FF2B5EF4-FFF2-40B4-BE49-F238E27FC236}">
                  <a16:creationId xmlns:a16="http://schemas.microsoft.com/office/drawing/2014/main" id="{34041910-B978-4AE0-B42F-D6720A07B7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6001" name="Freeform 1172">
                <a:extLst>
                  <a:ext uri="{FF2B5EF4-FFF2-40B4-BE49-F238E27FC236}">
                    <a16:creationId xmlns:a16="http://schemas.microsoft.com/office/drawing/2014/main" id="{DDCB8448-4BC3-4A96-8711-9B484B9824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6002" name="Freeform 1173">
                <a:extLst>
                  <a:ext uri="{FF2B5EF4-FFF2-40B4-BE49-F238E27FC236}">
                    <a16:creationId xmlns:a16="http://schemas.microsoft.com/office/drawing/2014/main" id="{C9CB786B-13D1-4B4C-8B2B-B84DEE41FE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99" name="Line 1174">
              <a:extLst>
                <a:ext uri="{FF2B5EF4-FFF2-40B4-BE49-F238E27FC236}">
                  <a16:creationId xmlns:a16="http://schemas.microsoft.com/office/drawing/2014/main" id="{39981371-162A-478C-B025-5520E91FAB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6000" name="Line 1175">
              <a:extLst>
                <a:ext uri="{FF2B5EF4-FFF2-40B4-BE49-F238E27FC236}">
                  <a16:creationId xmlns:a16="http://schemas.microsoft.com/office/drawing/2014/main" id="{234269E2-5DDE-4C39-A42A-0B6B0949A3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74" name="Group 1176">
            <a:extLst>
              <a:ext uri="{FF2B5EF4-FFF2-40B4-BE49-F238E27FC236}">
                <a16:creationId xmlns:a16="http://schemas.microsoft.com/office/drawing/2014/main" id="{2CFC5FCC-787E-46C0-B400-F6D1779DC0C4}"/>
              </a:ext>
            </a:extLst>
          </p:cNvPr>
          <p:cNvGrpSpPr>
            <a:grpSpLocks/>
          </p:cNvGrpSpPr>
          <p:nvPr/>
        </p:nvGrpSpPr>
        <p:grpSpPr bwMode="auto">
          <a:xfrm>
            <a:off x="7081838" y="3630613"/>
            <a:ext cx="485775" cy="203200"/>
            <a:chOff x="4650" y="1129"/>
            <a:chExt cx="246" cy="95"/>
          </a:xfrm>
        </p:grpSpPr>
        <p:sp>
          <p:nvSpPr>
            <p:cNvPr id="35987" name="Oval 407">
              <a:extLst>
                <a:ext uri="{FF2B5EF4-FFF2-40B4-BE49-F238E27FC236}">
                  <a16:creationId xmlns:a16="http://schemas.microsoft.com/office/drawing/2014/main" id="{62F98622-7428-4060-AC0F-36DA2FC181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88" name="Rectangle 410">
              <a:extLst>
                <a:ext uri="{FF2B5EF4-FFF2-40B4-BE49-F238E27FC236}">
                  <a16:creationId xmlns:a16="http://schemas.microsoft.com/office/drawing/2014/main" id="{8C24AEE9-BAA7-4326-99E4-0007650990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89" name="Oval 411">
              <a:extLst>
                <a:ext uri="{FF2B5EF4-FFF2-40B4-BE49-F238E27FC236}">
                  <a16:creationId xmlns:a16="http://schemas.microsoft.com/office/drawing/2014/main" id="{85F34F3E-D703-4FFF-8AF3-CDAE34434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90" name="Group 1180">
              <a:extLst>
                <a:ext uri="{FF2B5EF4-FFF2-40B4-BE49-F238E27FC236}">
                  <a16:creationId xmlns:a16="http://schemas.microsoft.com/office/drawing/2014/main" id="{F252A329-E2BB-4A70-9761-FE010D5E62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5993" name="Freeform 1181">
                <a:extLst>
                  <a:ext uri="{FF2B5EF4-FFF2-40B4-BE49-F238E27FC236}">
                    <a16:creationId xmlns:a16="http://schemas.microsoft.com/office/drawing/2014/main" id="{CA81380C-129C-4686-9A3F-9AA9983BF4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94" name="Freeform 1182">
                <a:extLst>
                  <a:ext uri="{FF2B5EF4-FFF2-40B4-BE49-F238E27FC236}">
                    <a16:creationId xmlns:a16="http://schemas.microsoft.com/office/drawing/2014/main" id="{5FB0C895-40DC-45FA-AC53-9C1CA1B8A6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91" name="Line 1183">
              <a:extLst>
                <a:ext uri="{FF2B5EF4-FFF2-40B4-BE49-F238E27FC236}">
                  <a16:creationId xmlns:a16="http://schemas.microsoft.com/office/drawing/2014/main" id="{FBDD69A3-B07C-4F3F-A75C-C3AFA952BB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92" name="Line 1184">
              <a:extLst>
                <a:ext uri="{FF2B5EF4-FFF2-40B4-BE49-F238E27FC236}">
                  <a16:creationId xmlns:a16="http://schemas.microsoft.com/office/drawing/2014/main" id="{2E57C166-D258-49B4-BCEA-1B2A199EBE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35975" name="Group 1185">
            <a:extLst>
              <a:ext uri="{FF2B5EF4-FFF2-40B4-BE49-F238E27FC236}">
                <a16:creationId xmlns:a16="http://schemas.microsoft.com/office/drawing/2014/main" id="{930A6157-5EEA-4483-8CA1-CF3EE564F7DB}"/>
              </a:ext>
            </a:extLst>
          </p:cNvPr>
          <p:cNvGrpSpPr>
            <a:grpSpLocks/>
          </p:cNvGrpSpPr>
          <p:nvPr/>
        </p:nvGrpSpPr>
        <p:grpSpPr bwMode="auto">
          <a:xfrm>
            <a:off x="7743825" y="3643313"/>
            <a:ext cx="485775" cy="203200"/>
            <a:chOff x="4650" y="1129"/>
            <a:chExt cx="246" cy="95"/>
          </a:xfrm>
        </p:grpSpPr>
        <p:sp>
          <p:nvSpPr>
            <p:cNvPr id="35979" name="Oval 407">
              <a:extLst>
                <a:ext uri="{FF2B5EF4-FFF2-40B4-BE49-F238E27FC236}">
                  <a16:creationId xmlns:a16="http://schemas.microsoft.com/office/drawing/2014/main" id="{F179CF25-73A9-45FB-9C8F-AD80DF009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80" name="Rectangle 410">
              <a:extLst>
                <a:ext uri="{FF2B5EF4-FFF2-40B4-BE49-F238E27FC236}">
                  <a16:creationId xmlns:a16="http://schemas.microsoft.com/office/drawing/2014/main" id="{9BAC7794-D724-42BE-B8F0-27C8089B5B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5981" name="Oval 411">
              <a:extLst>
                <a:ext uri="{FF2B5EF4-FFF2-40B4-BE49-F238E27FC236}">
                  <a16:creationId xmlns:a16="http://schemas.microsoft.com/office/drawing/2014/main" id="{03947FF8-1B3D-42B3-B2D9-E6637513A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 i="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35982" name="Group 1189">
              <a:extLst>
                <a:ext uri="{FF2B5EF4-FFF2-40B4-BE49-F238E27FC236}">
                  <a16:creationId xmlns:a16="http://schemas.microsoft.com/office/drawing/2014/main" id="{CD9BDA5D-A27E-47FF-B573-C1CB588A07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35985" name="Freeform 1190">
                <a:extLst>
                  <a:ext uri="{FF2B5EF4-FFF2-40B4-BE49-F238E27FC236}">
                    <a16:creationId xmlns:a16="http://schemas.microsoft.com/office/drawing/2014/main" id="{A5381433-FA36-4A6D-B556-8D4E15525D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35986" name="Freeform 1191">
                <a:extLst>
                  <a:ext uri="{FF2B5EF4-FFF2-40B4-BE49-F238E27FC236}">
                    <a16:creationId xmlns:a16="http://schemas.microsoft.com/office/drawing/2014/main" id="{7FCD3A25-E7AA-4545-87D6-2CC0B8C288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35983" name="Line 1192">
              <a:extLst>
                <a:ext uri="{FF2B5EF4-FFF2-40B4-BE49-F238E27FC236}">
                  <a16:creationId xmlns:a16="http://schemas.microsoft.com/office/drawing/2014/main" id="{975A5798-0192-4B22-B667-38D9C1FB31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984" name="Line 1193">
              <a:extLst>
                <a:ext uri="{FF2B5EF4-FFF2-40B4-BE49-F238E27FC236}">
                  <a16:creationId xmlns:a16="http://schemas.microsoft.com/office/drawing/2014/main" id="{67BA42A5-A301-4B8B-9825-343C37194B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35976" name="Text Box 580">
            <a:extLst>
              <a:ext uri="{FF2B5EF4-FFF2-40B4-BE49-F238E27FC236}">
                <a16:creationId xmlns:a16="http://schemas.microsoft.com/office/drawing/2014/main" id="{8067F38B-979F-4EDE-9480-967FA7232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1263" y="2071688"/>
            <a:ext cx="11080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Arial" panose="020B0604020202020204" pitchFamily="34" charset="0"/>
              </a:rPr>
              <a:t>global ISP</a:t>
            </a:r>
          </a:p>
        </p:txBody>
      </p:sp>
      <p:sp>
        <p:nvSpPr>
          <p:cNvPr id="35977" name="Line 1196">
            <a:extLst>
              <a:ext uri="{FF2B5EF4-FFF2-40B4-BE49-F238E27FC236}">
                <a16:creationId xmlns:a16="http://schemas.microsoft.com/office/drawing/2014/main" id="{76E1B7A4-1165-4EA6-9596-90B5DB67F8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335838" y="4103688"/>
            <a:ext cx="223837" cy="4159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35978" name="Line 1197">
            <a:extLst>
              <a:ext uri="{FF2B5EF4-FFF2-40B4-BE49-F238E27FC236}">
                <a16:creationId xmlns:a16="http://schemas.microsoft.com/office/drawing/2014/main" id="{E76E0E30-5743-489E-BF42-D27F26ADE5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7350" y="2571750"/>
            <a:ext cx="47625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Footer Placeholder 5">
            <a:extLst>
              <a:ext uri="{FF2B5EF4-FFF2-40B4-BE49-F238E27FC236}">
                <a16:creationId xmlns:a16="http://schemas.microsoft.com/office/drawing/2014/main" id="{F8B94492-617A-491A-B761-EE699CFA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7891" name="Slide Number Placeholder 6">
            <a:extLst>
              <a:ext uri="{FF2B5EF4-FFF2-40B4-BE49-F238E27FC236}">
                <a16:creationId xmlns:a16="http://schemas.microsoft.com/office/drawing/2014/main" id="{54F1C3AF-1DBD-42AA-892C-2C9CB9ED7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8AC295AE-72DB-44E5-82BB-31250AE4A091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37892" name="Picture 9" descr="underline_base">
            <a:extLst>
              <a:ext uri="{FF2B5EF4-FFF2-40B4-BE49-F238E27FC236}">
                <a16:creationId xmlns:a16="http://schemas.microsoft.com/office/drawing/2014/main" id="{35FF07BB-BDF8-418B-8B80-D3A0E6D2B5B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00" y="925513"/>
            <a:ext cx="4570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2">
            <a:extLst>
              <a:ext uri="{FF2B5EF4-FFF2-40B4-BE49-F238E27FC236}">
                <a16:creationId xmlns:a16="http://schemas.microsoft.com/office/drawing/2014/main" id="{32EA34BF-A584-4314-956E-D8E5AABD98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3863" y="244475"/>
            <a:ext cx="7772400" cy="8985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layer: context</a:t>
            </a:r>
          </a:p>
        </p:txBody>
      </p:sp>
      <p:sp>
        <p:nvSpPr>
          <p:cNvPr id="5126" name="Rectangle 3">
            <a:extLst>
              <a:ext uri="{FF2B5EF4-FFF2-40B4-BE49-F238E27FC236}">
                <a16:creationId xmlns:a16="http://schemas.microsoft.com/office/drawing/2014/main" id="{EAF0DC01-E1F8-42AA-9BCD-8C5FBC9BC17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22263" y="1547813"/>
            <a:ext cx="4151312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datagram transferred by different link protocols over different links: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e.g., Ethernet on first link, frame relay on intermediate links, 802.11 on last link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each link protocol provides different services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e.g., may or may not provide rdt over link</a:t>
            </a:r>
          </a:p>
        </p:txBody>
      </p:sp>
      <p:sp>
        <p:nvSpPr>
          <p:cNvPr id="37895" name="Rectangle 4">
            <a:extLst>
              <a:ext uri="{FF2B5EF4-FFF2-40B4-BE49-F238E27FC236}">
                <a16:creationId xmlns:a16="http://schemas.microsoft.com/office/drawing/2014/main" id="{C4DB6E05-82F0-4BB7-AAC8-089A826D0DA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18038" y="1479550"/>
            <a:ext cx="4187825" cy="4648200"/>
          </a:xfrm>
          <a:solidFill>
            <a:schemeClr val="bg1"/>
          </a:solidFill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transportation analogy:</a:t>
            </a:r>
          </a:p>
          <a:p>
            <a:r>
              <a:rPr lang="en-US" altLang="zh-TW" sz="2000" dirty="0"/>
              <a:t>trip from Princeton to Lausanne</a:t>
            </a:r>
          </a:p>
          <a:p>
            <a:pPr lvl="1"/>
            <a:r>
              <a:rPr lang="en-US" altLang="zh-TW" sz="2000" dirty="0"/>
              <a:t>limo: Princeton to JFK</a:t>
            </a:r>
          </a:p>
          <a:p>
            <a:pPr lvl="1"/>
            <a:r>
              <a:rPr lang="en-US" altLang="zh-TW" sz="2000" dirty="0"/>
              <a:t>plane: JFK to Geneva</a:t>
            </a:r>
          </a:p>
          <a:p>
            <a:pPr lvl="1"/>
            <a:r>
              <a:rPr lang="en-US" altLang="zh-TW" sz="2000" dirty="0"/>
              <a:t>train: Geneva to Lausanne</a:t>
            </a:r>
          </a:p>
          <a:p>
            <a:r>
              <a:rPr lang="en-US" altLang="zh-TW" sz="2400" dirty="0"/>
              <a:t>tourist = </a:t>
            </a:r>
            <a:r>
              <a:rPr lang="en-US" altLang="zh-TW" sz="2400" dirty="0">
                <a:solidFill>
                  <a:srgbClr val="CC0000"/>
                </a:solidFill>
              </a:rPr>
              <a:t>datagram</a:t>
            </a:r>
          </a:p>
          <a:p>
            <a:r>
              <a:rPr lang="en-US" altLang="zh-TW" sz="2400" dirty="0"/>
              <a:t>travel agent = </a:t>
            </a:r>
            <a:r>
              <a:rPr lang="en-US" altLang="zh-TW" sz="2400" dirty="0">
                <a:solidFill>
                  <a:srgbClr val="CC0000"/>
                </a:solidFill>
              </a:rPr>
              <a:t>routing algorithm</a:t>
            </a:r>
          </a:p>
          <a:p>
            <a:r>
              <a:rPr lang="en-US" altLang="zh-TW" sz="2400" dirty="0"/>
              <a:t>trip segment = </a:t>
            </a:r>
            <a:r>
              <a:rPr lang="en-US" altLang="zh-TW" sz="2400" dirty="0">
                <a:solidFill>
                  <a:srgbClr val="CC0000"/>
                </a:solidFill>
              </a:rPr>
              <a:t>communication link</a:t>
            </a:r>
          </a:p>
          <a:p>
            <a:r>
              <a:rPr lang="en-US" altLang="zh-TW" sz="2400" dirty="0"/>
              <a:t>transportation mode = </a:t>
            </a:r>
            <a:r>
              <a:rPr lang="en-US" altLang="zh-TW" sz="2400" dirty="0">
                <a:solidFill>
                  <a:srgbClr val="CC0000"/>
                </a:solidFill>
              </a:rPr>
              <a:t>link layer protocol</a:t>
            </a:r>
          </a:p>
          <a:p>
            <a:pPr lvl="1"/>
            <a:endParaRPr lang="en-US" altLang="zh-TW" sz="2000" dirty="0">
              <a:solidFill>
                <a:srgbClr val="CC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Footer Placeholder 4">
            <a:extLst>
              <a:ext uri="{FF2B5EF4-FFF2-40B4-BE49-F238E27FC236}">
                <a16:creationId xmlns:a16="http://schemas.microsoft.com/office/drawing/2014/main" id="{E60CB9D7-66AC-4B86-A457-E0543F2D8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39939" name="Slide Number Placeholder 5">
            <a:extLst>
              <a:ext uri="{FF2B5EF4-FFF2-40B4-BE49-F238E27FC236}">
                <a16:creationId xmlns:a16="http://schemas.microsoft.com/office/drawing/2014/main" id="{401ECE1A-7E5B-45B3-84CD-CBE37C33D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AC36A400-8ABF-47D3-A49A-3C172042B929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39940" name="Picture 4" descr="underline_base">
            <a:extLst>
              <a:ext uri="{FF2B5EF4-FFF2-40B4-BE49-F238E27FC236}">
                <a16:creationId xmlns:a16="http://schemas.microsoft.com/office/drawing/2014/main" id="{C64AA357-FE02-4D06-91C7-5627D22B532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041400"/>
            <a:ext cx="4570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9" name="Rectangle 2">
            <a:extLst>
              <a:ext uri="{FF2B5EF4-FFF2-40B4-BE49-F238E27FC236}">
                <a16:creationId xmlns:a16="http://schemas.microsoft.com/office/drawing/2014/main" id="{E3D3C590-C9C6-4A44-8EA8-C5153C43E8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8600"/>
            <a:ext cx="6176963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 services</a:t>
            </a:r>
          </a:p>
        </p:txBody>
      </p:sp>
      <p:sp>
        <p:nvSpPr>
          <p:cNvPr id="39942" name="Rectangle 3">
            <a:extLst>
              <a:ext uri="{FF2B5EF4-FFF2-40B4-BE49-F238E27FC236}">
                <a16:creationId xmlns:a16="http://schemas.microsoft.com/office/drawing/2014/main" id="{AFB2B43B-C00B-4EC5-8B2E-ABCE7B0E29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84188" y="1419225"/>
            <a:ext cx="7772400" cy="4648200"/>
          </a:xfrm>
        </p:spPr>
        <p:txBody>
          <a:bodyPr/>
          <a:lstStyle/>
          <a:p>
            <a:pPr>
              <a:lnSpc>
                <a:spcPct val="75000"/>
              </a:lnSpc>
            </a:pPr>
            <a:r>
              <a:rPr lang="en-US" altLang="zh-TW" i="1" dirty="0">
                <a:solidFill>
                  <a:srgbClr val="CC0000"/>
                </a:solidFill>
              </a:rPr>
              <a:t>framing:</a:t>
            </a:r>
          </a:p>
          <a:p>
            <a:pPr lvl="1">
              <a:lnSpc>
                <a:spcPct val="75000"/>
              </a:lnSpc>
            </a:pPr>
            <a:r>
              <a:rPr lang="en-US" altLang="zh-TW" dirty="0">
                <a:solidFill>
                  <a:srgbClr val="0070C0"/>
                </a:solidFill>
              </a:rPr>
              <a:t>encapsulate datagram into frame</a:t>
            </a:r>
            <a:r>
              <a:rPr lang="en-US" altLang="zh-TW" dirty="0"/>
              <a:t>, adding header, trailer</a:t>
            </a:r>
            <a:endParaRPr lang="en-US" altLang="zh-TW" i="1" dirty="0">
              <a:solidFill>
                <a:srgbClr val="CC0000"/>
              </a:solidFill>
            </a:endParaRPr>
          </a:p>
          <a:p>
            <a:pPr>
              <a:lnSpc>
                <a:spcPct val="75000"/>
              </a:lnSpc>
            </a:pPr>
            <a:r>
              <a:rPr lang="en-US" altLang="zh-TW" i="1" dirty="0">
                <a:solidFill>
                  <a:srgbClr val="CC0000"/>
                </a:solidFill>
              </a:rPr>
              <a:t>link access:</a:t>
            </a:r>
            <a:r>
              <a:rPr lang="en-US" altLang="zh-TW" sz="3200" dirty="0"/>
              <a:t> </a:t>
            </a:r>
          </a:p>
          <a:p>
            <a:pPr lvl="1">
              <a:lnSpc>
                <a:spcPct val="75000"/>
              </a:lnSpc>
            </a:pPr>
            <a:r>
              <a:rPr lang="en-US" altLang="zh-TW" dirty="0">
                <a:solidFill>
                  <a:srgbClr val="0070C0"/>
                </a:solidFill>
              </a:rPr>
              <a:t>channel access in shared medium</a:t>
            </a:r>
          </a:p>
          <a:p>
            <a:pPr lvl="1">
              <a:lnSpc>
                <a:spcPct val="75000"/>
              </a:lnSpc>
            </a:pPr>
            <a:r>
              <a:rPr lang="ja-JP" altLang="en-US" dirty="0"/>
              <a:t>“</a:t>
            </a:r>
            <a:r>
              <a:rPr lang="en-US" altLang="ja-JP" dirty="0"/>
              <a:t>MAC</a:t>
            </a:r>
            <a:r>
              <a:rPr lang="ja-JP" altLang="en-US" dirty="0"/>
              <a:t>”</a:t>
            </a:r>
            <a:r>
              <a:rPr lang="en-US" altLang="ja-JP" dirty="0"/>
              <a:t> addresses used in frame headers to identify source, </a:t>
            </a:r>
            <a:r>
              <a:rPr lang="en-US" altLang="ja-JP" dirty="0" err="1"/>
              <a:t>dest</a:t>
            </a:r>
            <a:r>
              <a:rPr lang="en-US" altLang="ja-JP" dirty="0"/>
              <a:t>  </a:t>
            </a:r>
          </a:p>
          <a:p>
            <a:pPr lvl="2">
              <a:lnSpc>
                <a:spcPct val="90000"/>
              </a:lnSpc>
            </a:pPr>
            <a:r>
              <a:rPr lang="en-US" altLang="zh-TW" sz="2400" dirty="0"/>
              <a:t>different from IP address!</a:t>
            </a:r>
          </a:p>
          <a:p>
            <a:pPr>
              <a:lnSpc>
                <a:spcPct val="75000"/>
              </a:lnSpc>
            </a:pPr>
            <a:r>
              <a:rPr lang="en-US" altLang="zh-TW" i="1" dirty="0">
                <a:solidFill>
                  <a:srgbClr val="CC0000"/>
                </a:solidFill>
              </a:rPr>
              <a:t>reliable delivery between adjacent nodes: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we learned how to do this already (chapter 3)!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seldom used on low bit-error link (fiber, some twisted pair)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wireless links: high error rates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Footer Placeholder 4">
            <a:extLst>
              <a:ext uri="{FF2B5EF4-FFF2-40B4-BE49-F238E27FC236}">
                <a16:creationId xmlns:a16="http://schemas.microsoft.com/office/drawing/2014/main" id="{B0672FB5-B8CE-4050-9177-3CB0724F3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41987" name="Slide Number Placeholder 5">
            <a:extLst>
              <a:ext uri="{FF2B5EF4-FFF2-40B4-BE49-F238E27FC236}">
                <a16:creationId xmlns:a16="http://schemas.microsoft.com/office/drawing/2014/main" id="{9A6049D8-7595-4D3F-B29F-0EAFE3071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F9F3905D-2D64-414F-A23F-8FA10573FC3C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41988" name="Picture 7" descr="underline_base">
            <a:extLst>
              <a:ext uri="{FF2B5EF4-FFF2-40B4-BE49-F238E27FC236}">
                <a16:creationId xmlns:a16="http://schemas.microsoft.com/office/drawing/2014/main" id="{81AAC283-BE01-43ED-9A3F-2B450C3BEF3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13" y="1028700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989" name="Rectangle 3">
            <a:extLst>
              <a:ext uri="{FF2B5EF4-FFF2-40B4-BE49-F238E27FC236}">
                <a16:creationId xmlns:a16="http://schemas.microsoft.com/office/drawing/2014/main" id="{618C33B0-D046-4D8D-91A1-5D89DA172A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22288" y="1563688"/>
            <a:ext cx="7772400" cy="4648200"/>
          </a:xfrm>
        </p:spPr>
        <p:txBody>
          <a:bodyPr/>
          <a:lstStyle/>
          <a:p>
            <a:r>
              <a:rPr lang="en-US" altLang="zh-TW" i="1">
                <a:solidFill>
                  <a:srgbClr val="CC0000"/>
                </a:solidFill>
              </a:rPr>
              <a:t>flow control:</a:t>
            </a:r>
            <a:r>
              <a:rPr lang="en-US" altLang="zh-TW">
                <a:solidFill>
                  <a:srgbClr val="CC0000"/>
                </a:solidFill>
              </a:rPr>
              <a:t> </a:t>
            </a:r>
          </a:p>
          <a:p>
            <a:pPr lvl="1"/>
            <a:r>
              <a:rPr lang="en-US" altLang="zh-TW" sz="2000"/>
              <a:t>pacing between adjacent sending and receiving nodes</a:t>
            </a:r>
            <a:endParaRPr lang="en-US" altLang="zh-TW"/>
          </a:p>
          <a:p>
            <a:r>
              <a:rPr lang="en-US" altLang="zh-TW" i="1">
                <a:solidFill>
                  <a:srgbClr val="CC0000"/>
                </a:solidFill>
              </a:rPr>
              <a:t>error detection</a:t>
            </a:r>
            <a:r>
              <a:rPr lang="en-US" altLang="zh-TW">
                <a:solidFill>
                  <a:srgbClr val="CC0000"/>
                </a:solidFill>
              </a:rPr>
              <a:t>: </a:t>
            </a:r>
          </a:p>
          <a:p>
            <a:pPr lvl="1"/>
            <a:r>
              <a:rPr lang="en-US" altLang="zh-TW" sz="2000"/>
              <a:t>errors caused by signal attenuation, noise. </a:t>
            </a:r>
          </a:p>
          <a:p>
            <a:pPr lvl="1"/>
            <a:r>
              <a:rPr lang="en-US" altLang="zh-TW" sz="2000"/>
              <a:t>receiver detects presence of errors: </a:t>
            </a:r>
          </a:p>
          <a:p>
            <a:pPr lvl="2"/>
            <a:r>
              <a:rPr lang="en-US" altLang="zh-TW"/>
              <a:t>signals sender for retransmission or drops frame </a:t>
            </a:r>
          </a:p>
          <a:p>
            <a:r>
              <a:rPr lang="en-US" altLang="zh-TW" i="1">
                <a:solidFill>
                  <a:srgbClr val="CC0000"/>
                </a:solidFill>
              </a:rPr>
              <a:t>error correction:</a:t>
            </a:r>
            <a:r>
              <a:rPr lang="en-US" altLang="zh-TW"/>
              <a:t> </a:t>
            </a:r>
          </a:p>
          <a:p>
            <a:pPr lvl="1"/>
            <a:r>
              <a:rPr lang="en-US" altLang="zh-TW" sz="2000"/>
              <a:t>receiver identifies </a:t>
            </a:r>
            <a:r>
              <a:rPr lang="en-US" altLang="zh-TW" sz="2000" i="1">
                <a:solidFill>
                  <a:srgbClr val="CC0000"/>
                </a:solidFill>
              </a:rPr>
              <a:t>and corrects</a:t>
            </a:r>
            <a:r>
              <a:rPr lang="en-US" altLang="zh-TW" sz="2000"/>
              <a:t> bit error(s) without resorting to retransmission</a:t>
            </a:r>
            <a:endParaRPr lang="en-US" altLang="zh-TW"/>
          </a:p>
          <a:p>
            <a:r>
              <a:rPr lang="en-US" altLang="zh-TW" i="1">
                <a:solidFill>
                  <a:srgbClr val="CC0000"/>
                </a:solidFill>
              </a:rPr>
              <a:t>half-duplex and full-duplex</a:t>
            </a:r>
            <a:endParaRPr lang="en-US" altLang="zh-TW">
              <a:solidFill>
                <a:srgbClr val="CC0000"/>
              </a:solidFill>
            </a:endParaRPr>
          </a:p>
          <a:p>
            <a:pPr lvl="1"/>
            <a:r>
              <a:rPr lang="en-US" altLang="zh-TW" sz="2000"/>
              <a:t>with half duplex, nodes at both ends of link can transmit, but not at same time</a:t>
            </a:r>
            <a:endParaRPr lang="en-US" altLang="zh-TW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E5438EEA-95A0-453D-9BF4-47DBF86245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8600"/>
            <a:ext cx="6176963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 services (more)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5">
            <a:extLst>
              <a:ext uri="{FF2B5EF4-FFF2-40B4-BE49-F238E27FC236}">
                <a16:creationId xmlns:a16="http://schemas.microsoft.com/office/drawing/2014/main" id="{3E79BCB8-E521-467A-9BBB-5F19175DC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44035" name="Slide Number Placeholder 6">
            <a:extLst>
              <a:ext uri="{FF2B5EF4-FFF2-40B4-BE49-F238E27FC236}">
                <a16:creationId xmlns:a16="http://schemas.microsoft.com/office/drawing/2014/main" id="{C6C50CCE-5AD8-47BC-BAED-D01C5C7E8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C6005CBF-D3D8-46F8-ACC4-855E18C4A64C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306268" name="Freeform 92">
            <a:extLst>
              <a:ext uri="{FF2B5EF4-FFF2-40B4-BE49-F238E27FC236}">
                <a16:creationId xmlns:a16="http://schemas.microsoft.com/office/drawing/2014/main" id="{16963C0D-7B26-4735-9E68-0E68878D99FF}"/>
              </a:ext>
            </a:extLst>
          </p:cNvPr>
          <p:cNvSpPr>
            <a:spLocks/>
          </p:cNvSpPr>
          <p:nvPr/>
        </p:nvSpPr>
        <p:spPr bwMode="auto">
          <a:xfrm>
            <a:off x="5656263" y="2616200"/>
            <a:ext cx="2308225" cy="3028950"/>
          </a:xfrm>
          <a:custGeom>
            <a:avLst/>
            <a:gdLst>
              <a:gd name="T0" fmla="*/ 0 w 1454"/>
              <a:gd name="T1" fmla="*/ 2147483647 h 1908"/>
              <a:gd name="T2" fmla="*/ 50403125 w 1454"/>
              <a:gd name="T3" fmla="*/ 2147483647 h 1908"/>
              <a:gd name="T4" fmla="*/ 708164700 w 1454"/>
              <a:gd name="T5" fmla="*/ 0 h 1908"/>
              <a:gd name="T6" fmla="*/ 2147483647 w 1454"/>
              <a:gd name="T7" fmla="*/ 758567825 h 1908"/>
              <a:gd name="T8" fmla="*/ 2147483647 w 1454"/>
              <a:gd name="T9" fmla="*/ 2147483647 h 1908"/>
              <a:gd name="T10" fmla="*/ 624998750 w 1454"/>
              <a:gd name="T11" fmla="*/ 2147483647 h 1908"/>
              <a:gd name="T12" fmla="*/ 0 w 1454"/>
              <a:gd name="T13" fmla="*/ 2147483647 h 190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54" h="1908">
                <a:moveTo>
                  <a:pt x="0" y="1728"/>
                </a:moveTo>
                <a:cubicBezTo>
                  <a:pt x="15" y="1684"/>
                  <a:pt x="4" y="1697"/>
                  <a:pt x="20" y="1681"/>
                </a:cubicBezTo>
                <a:lnTo>
                  <a:pt x="281" y="0"/>
                </a:lnTo>
                <a:lnTo>
                  <a:pt x="1246" y="301"/>
                </a:lnTo>
                <a:lnTo>
                  <a:pt x="1454" y="1493"/>
                </a:lnTo>
                <a:lnTo>
                  <a:pt x="248" y="1908"/>
                </a:lnTo>
                <a:lnTo>
                  <a:pt x="0" y="1728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50000">
                <a:schemeClr val="bg1"/>
              </a:gs>
              <a:gs pos="100000">
                <a:srgbClr val="000099"/>
              </a:gs>
            </a:gsLst>
            <a:lin ang="18900000" scaled="1"/>
          </a:gradFill>
          <a:ln w="9525" cap="flat" cmpd="sng">
            <a:noFill/>
            <a:prstDash val="solid"/>
            <a:round/>
            <a:headEnd/>
            <a:tailEnd/>
          </a:ln>
          <a:effectLst/>
        </p:spPr>
        <p:txBody>
          <a:bodyPr wrap="none"/>
          <a:lstStyle/>
          <a:p>
            <a:pPr>
              <a:defRPr/>
            </a:pPr>
            <a:endParaRPr lang="zh-TW" altLang="en-US">
              <a:ea typeface="MS PGothic" panose="020B0600070205080204" pitchFamily="34" charset="-128"/>
            </a:endParaRPr>
          </a:p>
        </p:txBody>
      </p:sp>
      <p:pic>
        <p:nvPicPr>
          <p:cNvPr id="44037" name="Picture 88" descr="underline_base">
            <a:extLst>
              <a:ext uri="{FF2B5EF4-FFF2-40B4-BE49-F238E27FC236}">
                <a16:creationId xmlns:a16="http://schemas.microsoft.com/office/drawing/2014/main" id="{B5E62BDA-16AA-4428-8A15-93DD30EDCE0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63" y="88741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8" name="Rectangle 2">
            <a:extLst>
              <a:ext uri="{FF2B5EF4-FFF2-40B4-BE49-F238E27FC236}">
                <a16:creationId xmlns:a16="http://schemas.microsoft.com/office/drawing/2014/main" id="{DB091DA6-1F7C-4D6E-A047-05AB54251C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84175" y="100013"/>
            <a:ext cx="8251825" cy="11430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Where is the link layer implemented?</a:t>
            </a:r>
          </a:p>
        </p:txBody>
      </p:sp>
      <p:sp>
        <p:nvSpPr>
          <p:cNvPr id="44039" name="Rectangle 3">
            <a:extLst>
              <a:ext uri="{FF2B5EF4-FFF2-40B4-BE49-F238E27FC236}">
                <a16:creationId xmlns:a16="http://schemas.microsoft.com/office/drawing/2014/main" id="{179C059E-590D-49FC-848D-29264A8A6E7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98463" y="1243013"/>
            <a:ext cx="4075112" cy="4659312"/>
          </a:xfrm>
        </p:spPr>
        <p:txBody>
          <a:bodyPr/>
          <a:lstStyle/>
          <a:p>
            <a:r>
              <a:rPr lang="en-US" altLang="zh-TW" sz="2400"/>
              <a:t>in each and every host</a:t>
            </a:r>
          </a:p>
          <a:p>
            <a:r>
              <a:rPr lang="en-US" altLang="zh-TW" sz="2400"/>
              <a:t>link layer implemented in </a:t>
            </a:r>
            <a:r>
              <a:rPr lang="ja-JP" altLang="en-US" sz="2400"/>
              <a:t>“</a:t>
            </a:r>
            <a:r>
              <a:rPr lang="en-US" altLang="ja-JP" sz="2400"/>
              <a:t>adaptor</a:t>
            </a:r>
            <a:r>
              <a:rPr lang="ja-JP" altLang="en-US" sz="2400"/>
              <a:t>”</a:t>
            </a:r>
            <a:r>
              <a:rPr lang="en-US" altLang="ja-JP" sz="2400"/>
              <a:t> (aka </a:t>
            </a:r>
            <a:r>
              <a:rPr lang="en-US" altLang="ja-JP" sz="2400" i="1">
                <a:solidFill>
                  <a:srgbClr val="CC0000"/>
                </a:solidFill>
              </a:rPr>
              <a:t>network interface card</a:t>
            </a:r>
            <a:r>
              <a:rPr lang="en-US" altLang="ja-JP" sz="2400"/>
              <a:t> NIC) or on a chip</a:t>
            </a:r>
          </a:p>
          <a:p>
            <a:pPr lvl="1"/>
            <a:r>
              <a:rPr lang="en-US" altLang="zh-TW"/>
              <a:t>Ethernet card, 802.11 card; Ethernet chipset</a:t>
            </a:r>
          </a:p>
          <a:p>
            <a:pPr lvl="1"/>
            <a:r>
              <a:rPr lang="en-US" altLang="zh-TW"/>
              <a:t>implements link, physical layer</a:t>
            </a:r>
          </a:p>
          <a:p>
            <a:r>
              <a:rPr lang="en-US" altLang="zh-TW" sz="2400"/>
              <a:t>attaches into host</a:t>
            </a:r>
            <a:r>
              <a:rPr lang="ja-JP" altLang="en-US" sz="2400"/>
              <a:t>’</a:t>
            </a:r>
            <a:r>
              <a:rPr lang="en-US" altLang="ja-JP" sz="2400"/>
              <a:t>s system buses</a:t>
            </a:r>
          </a:p>
          <a:p>
            <a:r>
              <a:rPr lang="en-US" altLang="zh-TW" sz="2400"/>
              <a:t>combination of hardware, software, firmware</a:t>
            </a:r>
          </a:p>
          <a:p>
            <a:pPr lvl="1"/>
            <a:endParaRPr lang="en-US" altLang="zh-TW"/>
          </a:p>
        </p:txBody>
      </p:sp>
      <p:sp>
        <p:nvSpPr>
          <p:cNvPr id="44040" name="Rectangle 42">
            <a:extLst>
              <a:ext uri="{FF2B5EF4-FFF2-40B4-BE49-F238E27FC236}">
                <a16:creationId xmlns:a16="http://schemas.microsoft.com/office/drawing/2014/main" id="{FD9A0D47-5061-4D6A-90D7-15381E990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9338" y="2614613"/>
            <a:ext cx="1836737" cy="24018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4041" name="Rectangle 44">
            <a:extLst>
              <a:ext uri="{FF2B5EF4-FFF2-40B4-BE49-F238E27FC236}">
                <a16:creationId xmlns:a16="http://schemas.microsoft.com/office/drawing/2014/main" id="{C7F68A4A-C5F8-48D6-9DD3-F94D3B444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8600" y="4552950"/>
            <a:ext cx="666750" cy="2825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4042" name="Rectangle 45">
            <a:extLst>
              <a:ext uri="{FF2B5EF4-FFF2-40B4-BE49-F238E27FC236}">
                <a16:creationId xmlns:a16="http://schemas.microsoft.com/office/drawing/2014/main" id="{745F3EC3-E474-4B7F-B195-F21CBF934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8600" y="3965575"/>
            <a:ext cx="657225" cy="5191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controller</a:t>
            </a:r>
          </a:p>
        </p:txBody>
      </p:sp>
      <p:sp>
        <p:nvSpPr>
          <p:cNvPr id="44043" name="Text Box 46">
            <a:extLst>
              <a:ext uri="{FF2B5EF4-FFF2-40B4-BE49-F238E27FC236}">
                <a16:creationId xmlns:a16="http://schemas.microsoft.com/office/drawing/2014/main" id="{76384008-8F5F-4E97-9FF3-B23102C0F3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4925" y="4562475"/>
            <a:ext cx="1036638" cy="455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physical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transmission</a:t>
            </a:r>
          </a:p>
        </p:txBody>
      </p:sp>
      <p:sp>
        <p:nvSpPr>
          <p:cNvPr id="44044" name="Freeform 47">
            <a:extLst>
              <a:ext uri="{FF2B5EF4-FFF2-40B4-BE49-F238E27FC236}">
                <a16:creationId xmlns:a16="http://schemas.microsoft.com/office/drawing/2014/main" id="{1C077E08-517C-487C-AC2B-5A7D68BBA95E}"/>
              </a:ext>
            </a:extLst>
          </p:cNvPr>
          <p:cNvSpPr>
            <a:spLocks/>
          </p:cNvSpPr>
          <p:nvPr/>
        </p:nvSpPr>
        <p:spPr bwMode="auto">
          <a:xfrm>
            <a:off x="6630988" y="3484563"/>
            <a:ext cx="200025" cy="460375"/>
          </a:xfrm>
          <a:custGeom>
            <a:avLst/>
            <a:gdLst>
              <a:gd name="T0" fmla="*/ 0 w 361"/>
              <a:gd name="T1" fmla="*/ 0 h 478"/>
              <a:gd name="T2" fmla="*/ 0 w 361"/>
              <a:gd name="T3" fmla="*/ 2147483646 h 478"/>
              <a:gd name="T4" fmla="*/ 2147483646 w 361"/>
              <a:gd name="T5" fmla="*/ 2147483646 h 478"/>
              <a:gd name="T6" fmla="*/ 2147483646 w 361"/>
              <a:gd name="T7" fmla="*/ 2147483646 h 478"/>
              <a:gd name="T8" fmla="*/ 0 60000 65536"/>
              <a:gd name="T9" fmla="*/ 0 60000 65536"/>
              <a:gd name="T10" fmla="*/ 0 60000 65536"/>
              <a:gd name="T11" fmla="*/ 0 60000 65536"/>
              <a:gd name="T12" fmla="*/ 0 w 361"/>
              <a:gd name="T13" fmla="*/ 0 h 478"/>
              <a:gd name="T14" fmla="*/ 361 w 361"/>
              <a:gd name="T15" fmla="*/ 478 h 47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61" h="478">
                <a:moveTo>
                  <a:pt x="0" y="0"/>
                </a:moveTo>
                <a:lnTo>
                  <a:pt x="0" y="230"/>
                </a:lnTo>
                <a:lnTo>
                  <a:pt x="361" y="230"/>
                </a:lnTo>
                <a:lnTo>
                  <a:pt x="359" y="478"/>
                </a:lnTo>
              </a:path>
            </a:pathLst>
          </a:custGeom>
          <a:noFill/>
          <a:ln w="38100" cmpd="sng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45" name="Line 48">
            <a:extLst>
              <a:ext uri="{FF2B5EF4-FFF2-40B4-BE49-F238E27FC236}">
                <a16:creationId xmlns:a16="http://schemas.microsoft.com/office/drawing/2014/main" id="{2E1D0DC6-B5B5-4737-B498-CB1A6E1E5B29}"/>
              </a:ext>
            </a:extLst>
          </p:cNvPr>
          <p:cNvSpPr>
            <a:spLocks noChangeShapeType="1"/>
          </p:cNvSpPr>
          <p:nvPr/>
        </p:nvSpPr>
        <p:spPr bwMode="auto">
          <a:xfrm>
            <a:off x="6496050" y="3657600"/>
            <a:ext cx="1358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46" name="Line 49">
            <a:extLst>
              <a:ext uri="{FF2B5EF4-FFF2-40B4-BE49-F238E27FC236}">
                <a16:creationId xmlns:a16="http://schemas.microsoft.com/office/drawing/2014/main" id="{3A641698-B673-4502-9D9C-FEABADC468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91338" y="3665538"/>
            <a:ext cx="0" cy="3000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47" name="Rectangle 50">
            <a:extLst>
              <a:ext uri="{FF2B5EF4-FFF2-40B4-BE49-F238E27FC236}">
                <a16:creationId xmlns:a16="http://schemas.microsoft.com/office/drawing/2014/main" id="{0FB019B2-7C76-4511-A7D9-16491B472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2967038"/>
            <a:ext cx="657225" cy="519112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cpu</a:t>
            </a:r>
          </a:p>
        </p:txBody>
      </p:sp>
      <p:sp>
        <p:nvSpPr>
          <p:cNvPr id="44048" name="Rectangle 51">
            <a:extLst>
              <a:ext uri="{FF2B5EF4-FFF2-40B4-BE49-F238E27FC236}">
                <a16:creationId xmlns:a16="http://schemas.microsoft.com/office/drawing/2014/main" id="{7C83DC8D-9385-4705-8585-C15CCEE8E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4075" y="2968625"/>
            <a:ext cx="657225" cy="5191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memory</a:t>
            </a:r>
          </a:p>
        </p:txBody>
      </p:sp>
      <p:sp>
        <p:nvSpPr>
          <p:cNvPr id="44049" name="Line 52">
            <a:extLst>
              <a:ext uri="{FF2B5EF4-FFF2-40B4-BE49-F238E27FC236}">
                <a16:creationId xmlns:a16="http://schemas.microsoft.com/office/drawing/2014/main" id="{8DA98B02-C6FD-46F5-A1E1-5E12478B2A7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688138" y="3487738"/>
            <a:ext cx="1587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0" name="Line 53">
            <a:extLst>
              <a:ext uri="{FF2B5EF4-FFF2-40B4-BE49-F238E27FC236}">
                <a16:creationId xmlns:a16="http://schemas.microsoft.com/office/drawing/2014/main" id="{BA7E0342-1997-4C5F-AE22-4D3BA43E919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561263" y="3489325"/>
            <a:ext cx="1587" cy="171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1" name="Text Box 54">
            <a:extLst>
              <a:ext uri="{FF2B5EF4-FFF2-40B4-BE49-F238E27FC236}">
                <a16:creationId xmlns:a16="http://schemas.microsoft.com/office/drawing/2014/main" id="{837CABA8-6101-48CC-AB46-A60963DF00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8938" y="3786188"/>
            <a:ext cx="879475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host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bus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(e.g., PCI)</a:t>
            </a:r>
          </a:p>
        </p:txBody>
      </p:sp>
      <p:sp>
        <p:nvSpPr>
          <p:cNvPr id="44052" name="Line 55">
            <a:extLst>
              <a:ext uri="{FF2B5EF4-FFF2-40B4-BE49-F238E27FC236}">
                <a16:creationId xmlns:a16="http://schemas.microsoft.com/office/drawing/2014/main" id="{9C9C6009-F79D-452B-873D-AF9B28146DB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91338" y="4273550"/>
            <a:ext cx="12700" cy="3397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3" name="Line 56">
            <a:extLst>
              <a:ext uri="{FF2B5EF4-FFF2-40B4-BE49-F238E27FC236}">
                <a16:creationId xmlns:a16="http://schemas.microsoft.com/office/drawing/2014/main" id="{EF2C3F9C-77C2-4F01-8A0B-A1A59D2E817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89750" y="4806950"/>
            <a:ext cx="0" cy="3667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4" name="Line 57">
            <a:extLst>
              <a:ext uri="{FF2B5EF4-FFF2-40B4-BE49-F238E27FC236}">
                <a16:creationId xmlns:a16="http://schemas.microsoft.com/office/drawing/2014/main" id="{13023477-1E06-4B80-A9C6-5A37EAAD787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686675" y="3662363"/>
            <a:ext cx="382588" cy="2682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5" name="Text Box 58">
            <a:extLst>
              <a:ext uri="{FF2B5EF4-FFF2-40B4-BE49-F238E27FC236}">
                <a16:creationId xmlns:a16="http://schemas.microsoft.com/office/drawing/2014/main" id="{D6C9D5A1-EB90-4291-BAFC-423E685602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96150" y="5356225"/>
            <a:ext cx="12731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network adapter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</a:rPr>
              <a:t>card</a:t>
            </a:r>
          </a:p>
        </p:txBody>
      </p:sp>
      <p:sp>
        <p:nvSpPr>
          <p:cNvPr id="44056" name="Line 59">
            <a:extLst>
              <a:ext uri="{FF2B5EF4-FFF2-40B4-BE49-F238E27FC236}">
                <a16:creationId xmlns:a16="http://schemas.microsoft.com/office/drawing/2014/main" id="{A2586EA2-9799-4764-902F-966DF03BABB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504113" y="4679950"/>
            <a:ext cx="271462" cy="750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4057" name="Rectangle 43">
            <a:extLst>
              <a:ext uri="{FF2B5EF4-FFF2-40B4-BE49-F238E27FC236}">
                <a16:creationId xmlns:a16="http://schemas.microsoft.com/office/drawing/2014/main" id="{3002B314-110B-4261-B5DF-B80546340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1588" y="3854450"/>
            <a:ext cx="1122362" cy="108267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grpSp>
        <p:nvGrpSpPr>
          <p:cNvPr id="2" name="Group 84">
            <a:extLst>
              <a:ext uri="{FF2B5EF4-FFF2-40B4-BE49-F238E27FC236}">
                <a16:creationId xmlns:a16="http://schemas.microsoft.com/office/drawing/2014/main" id="{8FDAC5B7-0F95-4AF4-BE8E-9733BB082F56}"/>
              </a:ext>
            </a:extLst>
          </p:cNvPr>
          <p:cNvGrpSpPr>
            <a:grpSpLocks/>
          </p:cNvGrpSpPr>
          <p:nvPr/>
        </p:nvGrpSpPr>
        <p:grpSpPr bwMode="auto">
          <a:xfrm>
            <a:off x="5091113" y="2743200"/>
            <a:ext cx="1466850" cy="2065338"/>
            <a:chOff x="2691" y="1728"/>
            <a:chExt cx="924" cy="1301"/>
          </a:xfrm>
        </p:grpSpPr>
        <p:sp>
          <p:nvSpPr>
            <p:cNvPr id="44064" name="Freeform 62">
              <a:extLst>
                <a:ext uri="{FF2B5EF4-FFF2-40B4-BE49-F238E27FC236}">
                  <a16:creationId xmlns:a16="http://schemas.microsoft.com/office/drawing/2014/main" id="{281D9C22-F48B-4FE6-9424-713E0ABA00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5" y="2509"/>
              <a:ext cx="390" cy="520"/>
            </a:xfrm>
            <a:custGeom>
              <a:avLst/>
              <a:gdLst>
                <a:gd name="T0" fmla="*/ 390 w 390"/>
                <a:gd name="T1" fmla="*/ 0 h 520"/>
                <a:gd name="T2" fmla="*/ 0 w 390"/>
                <a:gd name="T3" fmla="*/ 221 h 520"/>
                <a:gd name="T4" fmla="*/ 3 w 390"/>
                <a:gd name="T5" fmla="*/ 433 h 520"/>
                <a:gd name="T6" fmla="*/ 388 w 390"/>
                <a:gd name="T7" fmla="*/ 520 h 520"/>
                <a:gd name="T8" fmla="*/ 390 w 390"/>
                <a:gd name="T9" fmla="*/ 0 h 52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90"/>
                <a:gd name="T16" fmla="*/ 0 h 520"/>
                <a:gd name="T17" fmla="*/ 390 w 390"/>
                <a:gd name="T18" fmla="*/ 520 h 52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90" h="520">
                  <a:moveTo>
                    <a:pt x="390" y="0"/>
                  </a:moveTo>
                  <a:lnTo>
                    <a:pt x="0" y="221"/>
                  </a:lnTo>
                  <a:lnTo>
                    <a:pt x="3" y="433"/>
                  </a:lnTo>
                  <a:lnTo>
                    <a:pt x="388" y="520"/>
                  </a:lnTo>
                  <a:lnTo>
                    <a:pt x="390" y="0"/>
                  </a:lnTo>
                  <a:close/>
                </a:path>
              </a:pathLst>
            </a:cu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65" name="Freeform 63">
              <a:extLst>
                <a:ext uri="{FF2B5EF4-FFF2-40B4-BE49-F238E27FC236}">
                  <a16:creationId xmlns:a16="http://schemas.microsoft.com/office/drawing/2014/main" id="{CE730EDC-805B-46B1-AB09-0D9C27435B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2" y="1767"/>
              <a:ext cx="275" cy="443"/>
            </a:xfrm>
            <a:custGeom>
              <a:avLst/>
              <a:gdLst>
                <a:gd name="T0" fmla="*/ 264 w 275"/>
                <a:gd name="T1" fmla="*/ 108 h 443"/>
                <a:gd name="T2" fmla="*/ 0 w 275"/>
                <a:gd name="T3" fmla="*/ 0 h 443"/>
                <a:gd name="T4" fmla="*/ 2 w 275"/>
                <a:gd name="T5" fmla="*/ 443 h 443"/>
                <a:gd name="T6" fmla="*/ 275 w 275"/>
                <a:gd name="T7" fmla="*/ 412 h 443"/>
                <a:gd name="T8" fmla="*/ 264 w 275"/>
                <a:gd name="T9" fmla="*/ 108 h 44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5"/>
                <a:gd name="T16" fmla="*/ 0 h 443"/>
                <a:gd name="T17" fmla="*/ 275 w 275"/>
                <a:gd name="T18" fmla="*/ 443 h 44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5" h="443">
                  <a:moveTo>
                    <a:pt x="264" y="108"/>
                  </a:moveTo>
                  <a:lnTo>
                    <a:pt x="0" y="0"/>
                  </a:lnTo>
                  <a:lnTo>
                    <a:pt x="2" y="443"/>
                  </a:lnTo>
                  <a:lnTo>
                    <a:pt x="275" y="412"/>
                  </a:lnTo>
                  <a:lnTo>
                    <a:pt x="264" y="108"/>
                  </a:lnTo>
                  <a:close/>
                </a:path>
              </a:pathLst>
            </a:custGeom>
            <a:gradFill rotWithShape="1">
              <a:gsLst>
                <a:gs pos="0">
                  <a:srgbClr val="FF0000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66" name="Rectangle 64">
              <a:extLst>
                <a:ext uri="{FF2B5EF4-FFF2-40B4-BE49-F238E27FC236}">
                  <a16:creationId xmlns:a16="http://schemas.microsoft.com/office/drawing/2014/main" id="{6D0B60B0-83DE-4FCD-8D17-DB0E0AF188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7" y="1775"/>
              <a:ext cx="489" cy="5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44067" name="Text Box 65">
              <a:extLst>
                <a:ext uri="{FF2B5EF4-FFF2-40B4-BE49-F238E27FC236}">
                  <a16:creationId xmlns:a16="http://schemas.microsoft.com/office/drawing/2014/main" id="{66763450-EBCB-414D-B75D-B11ED0117A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91" y="1728"/>
              <a:ext cx="572" cy="5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application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transport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network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link</a:t>
              </a:r>
            </a:p>
          </p:txBody>
        </p:sp>
        <p:sp>
          <p:nvSpPr>
            <p:cNvPr id="44068" name="Line 66">
              <a:extLst>
                <a:ext uri="{FF2B5EF4-FFF2-40B4-BE49-F238E27FC236}">
                  <a16:creationId xmlns:a16="http://schemas.microsoft.com/office/drawing/2014/main" id="{C6EFF12B-6D07-48EE-B3A2-3C4535AA6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7" y="1886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69" name="Line 67">
              <a:extLst>
                <a:ext uri="{FF2B5EF4-FFF2-40B4-BE49-F238E27FC236}">
                  <a16:creationId xmlns:a16="http://schemas.microsoft.com/office/drawing/2014/main" id="{5615B615-3E48-4800-A59D-85685E1F5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7" y="1991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0" name="Line 68">
              <a:extLst>
                <a:ext uri="{FF2B5EF4-FFF2-40B4-BE49-F238E27FC236}">
                  <a16:creationId xmlns:a16="http://schemas.microsoft.com/office/drawing/2014/main" id="{D5475E19-88F6-41FD-9C30-A0E7D84B7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5" y="2098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1" name="Line 69">
              <a:extLst>
                <a:ext uri="{FF2B5EF4-FFF2-40B4-BE49-F238E27FC236}">
                  <a16:creationId xmlns:a16="http://schemas.microsoft.com/office/drawing/2014/main" id="{5CDC9643-AFA4-4E99-A386-20DE28FCB8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8" y="2206"/>
              <a:ext cx="484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2" name="Rectangle 70">
              <a:extLst>
                <a:ext uri="{FF2B5EF4-FFF2-40B4-BE49-F238E27FC236}">
                  <a16:creationId xmlns:a16="http://schemas.microsoft.com/office/drawing/2014/main" id="{B035E6C8-150D-4804-A1D3-53CB82A163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2212"/>
              <a:ext cx="552" cy="1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44073" name="Line 71">
              <a:extLst>
                <a:ext uri="{FF2B5EF4-FFF2-40B4-BE49-F238E27FC236}">
                  <a16:creationId xmlns:a16="http://schemas.microsoft.com/office/drawing/2014/main" id="{4D764489-42B5-4B4A-A27E-359892F158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8" y="2224"/>
              <a:ext cx="0" cy="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4" name="Line 72">
              <a:extLst>
                <a:ext uri="{FF2B5EF4-FFF2-40B4-BE49-F238E27FC236}">
                  <a16:creationId xmlns:a16="http://schemas.microsoft.com/office/drawing/2014/main" id="{36E7508F-9905-4861-8940-B49B36CA16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5" y="2218"/>
              <a:ext cx="0" cy="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5" name="Rectangle 73">
              <a:extLst>
                <a:ext uri="{FF2B5EF4-FFF2-40B4-BE49-F238E27FC236}">
                  <a16:creationId xmlns:a16="http://schemas.microsoft.com/office/drawing/2014/main" id="{E137BE42-6B55-475E-8AB3-D34B4A9D2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7" y="2415"/>
              <a:ext cx="489" cy="52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44076" name="Text Box 74">
              <a:extLst>
                <a:ext uri="{FF2B5EF4-FFF2-40B4-BE49-F238E27FC236}">
                  <a16:creationId xmlns:a16="http://schemas.microsoft.com/office/drawing/2014/main" id="{4CF57423-EED4-416F-BDA5-AE316B2A6A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5" y="2345"/>
              <a:ext cx="462" cy="6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200" i="0">
                <a:latin typeface="Arial" panose="020B0604020202020204" pitchFamily="34" charset="0"/>
              </a:endParaRP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200" i="0">
                <a:latin typeface="Arial" panose="020B0604020202020204" pitchFamily="34" charset="0"/>
              </a:endParaRP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200" i="0">
                <a:latin typeface="Arial" panose="020B0604020202020204" pitchFamily="34" charset="0"/>
              </a:endParaRP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link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200" i="0">
                  <a:latin typeface="Arial" panose="020B0604020202020204" pitchFamily="34" charset="0"/>
                </a:rPr>
                <a:t>physical</a:t>
              </a:r>
            </a:p>
          </p:txBody>
        </p:sp>
        <p:sp>
          <p:nvSpPr>
            <p:cNvPr id="44077" name="Line 75">
              <a:extLst>
                <a:ext uri="{FF2B5EF4-FFF2-40B4-BE49-F238E27FC236}">
                  <a16:creationId xmlns:a16="http://schemas.microsoft.com/office/drawing/2014/main" id="{A424AF93-0025-4300-911B-7B2A332B8B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7" y="2526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8" name="Line 76">
              <a:extLst>
                <a:ext uri="{FF2B5EF4-FFF2-40B4-BE49-F238E27FC236}">
                  <a16:creationId xmlns:a16="http://schemas.microsoft.com/office/drawing/2014/main" id="{F205971C-1554-4DBC-AF14-06ECF6A839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7" y="2632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79" name="Line 77">
              <a:extLst>
                <a:ext uri="{FF2B5EF4-FFF2-40B4-BE49-F238E27FC236}">
                  <a16:creationId xmlns:a16="http://schemas.microsoft.com/office/drawing/2014/main" id="{787A725C-5F6B-48F1-81D2-F6482B37F8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5" y="2721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80" name="Line 78">
              <a:extLst>
                <a:ext uri="{FF2B5EF4-FFF2-40B4-BE49-F238E27FC236}">
                  <a16:creationId xmlns:a16="http://schemas.microsoft.com/office/drawing/2014/main" id="{2F52260E-CD88-4D18-9D88-566C13D42E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3" y="2836"/>
              <a:ext cx="4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81" name="Rectangle 79">
              <a:extLst>
                <a:ext uri="{FF2B5EF4-FFF2-40B4-BE49-F238E27FC236}">
                  <a16:creationId xmlns:a16="http://schemas.microsoft.com/office/drawing/2014/main" id="{0A80BCC8-E03F-415F-AB54-B6D4B1045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19" y="2390"/>
              <a:ext cx="518" cy="2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44082" name="Line 80">
              <a:extLst>
                <a:ext uri="{FF2B5EF4-FFF2-40B4-BE49-F238E27FC236}">
                  <a16:creationId xmlns:a16="http://schemas.microsoft.com/office/drawing/2014/main" id="{4013A26B-4A23-46F1-8877-CAA85A50EC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7" y="2614"/>
              <a:ext cx="0" cy="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83" name="Line 81">
              <a:extLst>
                <a:ext uri="{FF2B5EF4-FFF2-40B4-BE49-F238E27FC236}">
                  <a16:creationId xmlns:a16="http://schemas.microsoft.com/office/drawing/2014/main" id="{B749137B-1BEE-4400-8BCA-0BBFF323CE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6" y="2614"/>
              <a:ext cx="0" cy="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4084" name="Rectangle 82">
              <a:extLst>
                <a:ext uri="{FF2B5EF4-FFF2-40B4-BE49-F238E27FC236}">
                  <a16:creationId xmlns:a16="http://schemas.microsoft.com/office/drawing/2014/main" id="{1649D009-2DA8-492E-9C5D-087537FB0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6" y="1778"/>
              <a:ext cx="490" cy="431"/>
            </a:xfrm>
            <a:prstGeom prst="rect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44085" name="Rectangle 83">
              <a:extLst>
                <a:ext uri="{FF2B5EF4-FFF2-40B4-BE49-F238E27FC236}">
                  <a16:creationId xmlns:a16="http://schemas.microsoft.com/office/drawing/2014/main" id="{C73E3330-28B4-4F62-B5CF-9FCC627D50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3" y="2721"/>
              <a:ext cx="489" cy="219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</p:grpSp>
      <p:pic>
        <p:nvPicPr>
          <p:cNvPr id="44059" name="Picture 86">
            <a:extLst>
              <a:ext uri="{FF2B5EF4-FFF2-40B4-BE49-F238E27FC236}">
                <a16:creationId xmlns:a16="http://schemas.microsoft.com/office/drawing/2014/main" id="{2CE85F3B-5307-40AE-9459-9BA623276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3300" y="1122363"/>
            <a:ext cx="1350963" cy="1350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4060" name="Picture 87">
            <a:extLst>
              <a:ext uri="{FF2B5EF4-FFF2-40B4-BE49-F238E27FC236}">
                <a16:creationId xmlns:a16="http://schemas.microsoft.com/office/drawing/2014/main" id="{FF1BCFF8-0D3F-4B78-BE21-0D9565E8CD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1317625"/>
            <a:ext cx="1143000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4061" name="Group 89">
            <a:extLst>
              <a:ext uri="{FF2B5EF4-FFF2-40B4-BE49-F238E27FC236}">
                <a16:creationId xmlns:a16="http://schemas.microsoft.com/office/drawing/2014/main" id="{50C1CE4E-E42B-46E4-92A0-0A7EB81526DF}"/>
              </a:ext>
            </a:extLst>
          </p:cNvPr>
          <p:cNvGrpSpPr>
            <a:grpSpLocks/>
          </p:cNvGrpSpPr>
          <p:nvPr/>
        </p:nvGrpSpPr>
        <p:grpSpPr bwMode="auto">
          <a:xfrm>
            <a:off x="5062538" y="5251450"/>
            <a:ext cx="1109662" cy="1095375"/>
            <a:chOff x="-44" y="1473"/>
            <a:chExt cx="981" cy="1105"/>
          </a:xfrm>
        </p:grpSpPr>
        <p:pic>
          <p:nvPicPr>
            <p:cNvPr id="44062" name="Picture 90" descr="desktop_computer_stylized_medium">
              <a:extLst>
                <a:ext uri="{FF2B5EF4-FFF2-40B4-BE49-F238E27FC236}">
                  <a16:creationId xmlns:a16="http://schemas.microsoft.com/office/drawing/2014/main" id="{287ED468-A007-4ED1-A575-135EA63EDB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4063" name="Freeform 91">
              <a:extLst>
                <a:ext uri="{FF2B5EF4-FFF2-40B4-BE49-F238E27FC236}">
                  <a16:creationId xmlns:a16="http://schemas.microsoft.com/office/drawing/2014/main" id="{4A6ACFB7-35A7-480E-A75D-E1519B75FC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494115 w 356"/>
                <a:gd name="T3" fmla="*/ 376520 h 368"/>
                <a:gd name="T4" fmla="*/ 4145016 w 356"/>
                <a:gd name="T5" fmla="*/ 7847082 h 368"/>
                <a:gd name="T6" fmla="*/ 913502 w 356"/>
                <a:gd name="T7" fmla="*/ 981363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Footer Placeholder 5">
            <a:extLst>
              <a:ext uri="{FF2B5EF4-FFF2-40B4-BE49-F238E27FC236}">
                <a16:creationId xmlns:a16="http://schemas.microsoft.com/office/drawing/2014/main" id="{4F1992E9-4B78-4F92-81A0-B810BC311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46083" name="Slide Number Placeholder 6">
            <a:extLst>
              <a:ext uri="{FF2B5EF4-FFF2-40B4-BE49-F238E27FC236}">
                <a16:creationId xmlns:a16="http://schemas.microsoft.com/office/drawing/2014/main" id="{3F4605CB-DC9C-4B52-995F-729FBBD48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9274D3F2-DB50-4D11-BEBE-B4875AC09991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9220" name="Rectangle 2">
            <a:extLst>
              <a:ext uri="{FF2B5EF4-FFF2-40B4-BE49-F238E27FC236}">
                <a16:creationId xmlns:a16="http://schemas.microsoft.com/office/drawing/2014/main" id="{12BD4028-B99E-4295-A9FE-E079ACD4B6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5613" y="8890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Adaptors communicating</a:t>
            </a:r>
          </a:p>
        </p:txBody>
      </p:sp>
      <p:sp>
        <p:nvSpPr>
          <p:cNvPr id="9221" name="Rectangle 3">
            <a:extLst>
              <a:ext uri="{FF2B5EF4-FFF2-40B4-BE49-F238E27FC236}">
                <a16:creationId xmlns:a16="http://schemas.microsoft.com/office/drawing/2014/main" id="{AD190B28-C515-45ED-B267-38CA64D1255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25450" y="4275138"/>
            <a:ext cx="4067175" cy="1935162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sending side: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encapsulates datagram in frame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adds error checking bits, rdt, flow control, etc.</a:t>
            </a:r>
          </a:p>
        </p:txBody>
      </p:sp>
      <p:sp>
        <p:nvSpPr>
          <p:cNvPr id="9222" name="Rectangle 4">
            <a:extLst>
              <a:ext uri="{FF2B5EF4-FFF2-40B4-BE49-F238E27FC236}">
                <a16:creationId xmlns:a16="http://schemas.microsoft.com/office/drawing/2014/main" id="{5905AD1B-61CB-4DC6-9583-E7DEBBC1E23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508500" y="4273550"/>
            <a:ext cx="4090988" cy="18510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receiving side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looks for errors, rdt, flow control, etc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extracts datagram, passes to upper layer at receiving side</a:t>
            </a:r>
          </a:p>
        </p:txBody>
      </p:sp>
      <p:sp>
        <p:nvSpPr>
          <p:cNvPr id="46087" name="Rectangle 27">
            <a:extLst>
              <a:ext uri="{FF2B5EF4-FFF2-40B4-BE49-F238E27FC236}">
                <a16:creationId xmlns:a16="http://schemas.microsoft.com/office/drawing/2014/main" id="{B38668B3-85B4-4416-ABA4-46E603BB8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3213" y="3394075"/>
            <a:ext cx="1444625" cy="2127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088" name="Rectangle 28">
            <a:extLst>
              <a:ext uri="{FF2B5EF4-FFF2-40B4-BE49-F238E27FC236}">
                <a16:creationId xmlns:a16="http://schemas.microsoft.com/office/drawing/2014/main" id="{E9FD9CBB-1FAB-4EF5-AEC1-CA053115C7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88" y="1373188"/>
            <a:ext cx="1944687" cy="17700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089" name="Line 29">
            <a:extLst>
              <a:ext uri="{FF2B5EF4-FFF2-40B4-BE49-F238E27FC236}">
                <a16:creationId xmlns:a16="http://schemas.microsoft.com/office/drawing/2014/main" id="{EF88E392-CE24-41BC-93F4-EFF0DA489A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2638" y="1892300"/>
            <a:ext cx="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090" name="Rectangle 30">
            <a:extLst>
              <a:ext uri="{FF2B5EF4-FFF2-40B4-BE49-F238E27FC236}">
                <a16:creationId xmlns:a16="http://schemas.microsoft.com/office/drawing/2014/main" id="{53BF8AC4-80D4-40AD-8664-22D8434E1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3925" y="2212975"/>
            <a:ext cx="1187450" cy="8667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091" name="Rectangle 31">
            <a:extLst>
              <a:ext uri="{FF2B5EF4-FFF2-40B4-BE49-F238E27FC236}">
                <a16:creationId xmlns:a16="http://schemas.microsoft.com/office/drawing/2014/main" id="{18299508-8787-440A-87F0-E82CF20988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5225" y="2773363"/>
            <a:ext cx="704850" cy="2254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092" name="Rectangle 32">
            <a:extLst>
              <a:ext uri="{FF2B5EF4-FFF2-40B4-BE49-F238E27FC236}">
                <a16:creationId xmlns:a16="http://schemas.microsoft.com/office/drawing/2014/main" id="{9E74F95B-92E9-4F31-B0A6-6DE7E11DF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5225" y="2301875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controller</a:t>
            </a:r>
          </a:p>
        </p:txBody>
      </p:sp>
      <p:sp>
        <p:nvSpPr>
          <p:cNvPr id="46093" name="Line 33">
            <a:extLst>
              <a:ext uri="{FF2B5EF4-FFF2-40B4-BE49-F238E27FC236}">
                <a16:creationId xmlns:a16="http://schemas.microsoft.com/office/drawing/2014/main" id="{8533AC54-4BAC-4EE1-B269-D309A68C5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46325" y="2055813"/>
            <a:ext cx="1438275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094" name="Line 34">
            <a:extLst>
              <a:ext uri="{FF2B5EF4-FFF2-40B4-BE49-F238E27FC236}">
                <a16:creationId xmlns:a16="http://schemas.microsoft.com/office/drawing/2014/main" id="{0C66A865-049E-4424-B531-9ED67E6AC31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63838" y="2062163"/>
            <a:ext cx="0" cy="239712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095" name="Rectangle 35">
            <a:extLst>
              <a:ext uri="{FF2B5EF4-FFF2-40B4-BE49-F238E27FC236}">
                <a16:creationId xmlns:a16="http://schemas.microsoft.com/office/drawing/2014/main" id="{092CCD85-5F66-42BB-A883-A4C3D150C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850" y="1501775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400" i="0">
              <a:latin typeface="Arial" panose="020B0604020202020204" pitchFamily="34" charset="0"/>
            </a:endParaRPr>
          </a:p>
        </p:txBody>
      </p:sp>
      <p:sp>
        <p:nvSpPr>
          <p:cNvPr id="46096" name="Rectangle 36">
            <a:extLst>
              <a:ext uri="{FF2B5EF4-FFF2-40B4-BE49-F238E27FC236}">
                <a16:creationId xmlns:a16="http://schemas.microsoft.com/office/drawing/2014/main" id="{0880FA84-9616-42E5-84C1-76EEE8A4A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5625" y="1503363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400" i="0">
              <a:latin typeface="Arial" panose="020B0604020202020204" pitchFamily="34" charset="0"/>
            </a:endParaRPr>
          </a:p>
        </p:txBody>
      </p:sp>
      <p:sp>
        <p:nvSpPr>
          <p:cNvPr id="46097" name="Line 37">
            <a:extLst>
              <a:ext uri="{FF2B5EF4-FFF2-40B4-BE49-F238E27FC236}">
                <a16:creationId xmlns:a16="http://schemas.microsoft.com/office/drawing/2014/main" id="{5FD70A9A-76D5-4642-B54B-B6F19B596F8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51113" y="1917700"/>
            <a:ext cx="1587" cy="138113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098" name="Line 38">
            <a:extLst>
              <a:ext uri="{FF2B5EF4-FFF2-40B4-BE49-F238E27FC236}">
                <a16:creationId xmlns:a16="http://schemas.microsoft.com/office/drawing/2014/main" id="{C5CC7CEC-01C6-43E7-A64D-9083D82C4AC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475038" y="1920875"/>
            <a:ext cx="0" cy="136525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099" name="Rectangle 39">
            <a:extLst>
              <a:ext uri="{FF2B5EF4-FFF2-40B4-BE49-F238E27FC236}">
                <a16:creationId xmlns:a16="http://schemas.microsoft.com/office/drawing/2014/main" id="{A2666161-4AE1-4839-8092-800764DDF1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2475" y="1430338"/>
            <a:ext cx="1944688" cy="17319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00" name="Rectangle 40">
            <a:extLst>
              <a:ext uri="{FF2B5EF4-FFF2-40B4-BE49-F238E27FC236}">
                <a16:creationId xmlns:a16="http://schemas.microsoft.com/office/drawing/2014/main" id="{3FC2A4CD-B35C-44AC-8CF3-C55859FC55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9013" y="2232025"/>
            <a:ext cx="1187450" cy="8667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01" name="Rectangle 41">
            <a:extLst>
              <a:ext uri="{FF2B5EF4-FFF2-40B4-BE49-F238E27FC236}">
                <a16:creationId xmlns:a16="http://schemas.microsoft.com/office/drawing/2014/main" id="{C5B440FE-AA2E-48AC-8662-A4B023B67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0313" y="2792413"/>
            <a:ext cx="703262" cy="2254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02" name="Rectangle 42">
            <a:extLst>
              <a:ext uri="{FF2B5EF4-FFF2-40B4-BE49-F238E27FC236}">
                <a16:creationId xmlns:a16="http://schemas.microsoft.com/office/drawing/2014/main" id="{8B520980-91BA-405F-9760-46FD9BA9D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0313" y="2320925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controller</a:t>
            </a:r>
          </a:p>
        </p:txBody>
      </p:sp>
      <p:sp>
        <p:nvSpPr>
          <p:cNvPr id="46103" name="Line 43">
            <a:extLst>
              <a:ext uri="{FF2B5EF4-FFF2-40B4-BE49-F238E27FC236}">
                <a16:creationId xmlns:a16="http://schemas.microsoft.com/office/drawing/2014/main" id="{AF6C57F5-E864-4639-A026-F6895959D6F0}"/>
              </a:ext>
            </a:extLst>
          </p:cNvPr>
          <p:cNvSpPr>
            <a:spLocks noChangeShapeType="1"/>
          </p:cNvSpPr>
          <p:nvPr/>
        </p:nvSpPr>
        <p:spPr bwMode="auto">
          <a:xfrm>
            <a:off x="6221413" y="2074863"/>
            <a:ext cx="1438275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04" name="Line 44">
            <a:extLst>
              <a:ext uri="{FF2B5EF4-FFF2-40B4-BE49-F238E27FC236}">
                <a16:creationId xmlns:a16="http://schemas.microsoft.com/office/drawing/2014/main" id="{6CDFEF24-E01D-4755-90AD-DAACF2996F0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38925" y="2081213"/>
            <a:ext cx="0" cy="239712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05" name="Rectangle 45">
            <a:extLst>
              <a:ext uri="{FF2B5EF4-FFF2-40B4-BE49-F238E27FC236}">
                <a16:creationId xmlns:a16="http://schemas.microsoft.com/office/drawing/2014/main" id="{85FDD0D5-5387-4F76-9D47-1336B7E8D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3938" y="1520825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400" i="0">
              <a:latin typeface="Arial" panose="020B0604020202020204" pitchFamily="34" charset="0"/>
            </a:endParaRPr>
          </a:p>
        </p:txBody>
      </p:sp>
      <p:sp>
        <p:nvSpPr>
          <p:cNvPr id="46106" name="Rectangle 46">
            <a:extLst>
              <a:ext uri="{FF2B5EF4-FFF2-40B4-BE49-F238E27FC236}">
                <a16:creationId xmlns:a16="http://schemas.microsoft.com/office/drawing/2014/main" id="{0AF19DB3-9630-468A-9AE6-C5D0C0A3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0713" y="1522413"/>
            <a:ext cx="695325" cy="4159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400" i="0">
              <a:latin typeface="Arial" panose="020B0604020202020204" pitchFamily="34" charset="0"/>
            </a:endParaRPr>
          </a:p>
        </p:txBody>
      </p:sp>
      <p:sp>
        <p:nvSpPr>
          <p:cNvPr id="46107" name="Line 47">
            <a:extLst>
              <a:ext uri="{FF2B5EF4-FFF2-40B4-BE49-F238E27FC236}">
                <a16:creationId xmlns:a16="http://schemas.microsoft.com/office/drawing/2014/main" id="{AED1800B-29D9-48A4-A747-D3702AF5FF3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426200" y="1936750"/>
            <a:ext cx="1588" cy="138113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08" name="Line 48">
            <a:extLst>
              <a:ext uri="{FF2B5EF4-FFF2-40B4-BE49-F238E27FC236}">
                <a16:creationId xmlns:a16="http://schemas.microsoft.com/office/drawing/2014/main" id="{2674F832-D7D5-4846-AFBB-AD58EBBA5B9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50125" y="1939925"/>
            <a:ext cx="0" cy="136525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09" name="Text Box 49">
            <a:extLst>
              <a:ext uri="{FF2B5EF4-FFF2-40B4-BE49-F238E27FC236}">
                <a16:creationId xmlns:a16="http://schemas.microsoft.com/office/drawing/2014/main" id="{1A264A86-4ED4-4796-8478-281D194E29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5163" y="3059113"/>
            <a:ext cx="13350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sending host</a:t>
            </a:r>
          </a:p>
        </p:txBody>
      </p:sp>
      <p:sp>
        <p:nvSpPr>
          <p:cNvPr id="46110" name="Text Box 50">
            <a:extLst>
              <a:ext uri="{FF2B5EF4-FFF2-40B4-BE49-F238E27FC236}">
                <a16:creationId xmlns:a16="http://schemas.microsoft.com/office/drawing/2014/main" id="{488458AE-7E05-4A04-AE1D-4DC67814B9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3057525"/>
            <a:ext cx="14382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receiving host</a:t>
            </a:r>
          </a:p>
        </p:txBody>
      </p:sp>
      <p:sp>
        <p:nvSpPr>
          <p:cNvPr id="46111" name="Rectangle 51">
            <a:extLst>
              <a:ext uri="{FF2B5EF4-FFF2-40B4-BE49-F238E27FC236}">
                <a16:creationId xmlns:a16="http://schemas.microsoft.com/office/drawing/2014/main" id="{9BFDDD92-D811-4710-9012-D6E5D2A55F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2888" y="1966913"/>
            <a:ext cx="717550" cy="1698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12" name="Text Box 52">
            <a:extLst>
              <a:ext uri="{FF2B5EF4-FFF2-40B4-BE49-F238E27FC236}">
                <a16:creationId xmlns:a16="http://schemas.microsoft.com/office/drawing/2014/main" id="{B06ABAF7-EF31-4BA6-AA45-BCAB3765B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1922463"/>
            <a:ext cx="8255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datagram</a:t>
            </a:r>
          </a:p>
        </p:txBody>
      </p:sp>
      <p:sp>
        <p:nvSpPr>
          <p:cNvPr id="46113" name="Line 53">
            <a:extLst>
              <a:ext uri="{FF2B5EF4-FFF2-40B4-BE49-F238E27FC236}">
                <a16:creationId xmlns:a16="http://schemas.microsoft.com/office/drawing/2014/main" id="{309768CB-7799-4D4C-875C-EF54D5855A0F}"/>
              </a:ext>
            </a:extLst>
          </p:cNvPr>
          <p:cNvSpPr>
            <a:spLocks noChangeShapeType="1"/>
          </p:cNvSpPr>
          <p:nvPr/>
        </p:nvSpPr>
        <p:spPr bwMode="auto">
          <a:xfrm>
            <a:off x="5961063" y="1870075"/>
            <a:ext cx="0" cy="392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14" name="Rectangle 54">
            <a:extLst>
              <a:ext uri="{FF2B5EF4-FFF2-40B4-BE49-F238E27FC236}">
                <a16:creationId xmlns:a16="http://schemas.microsoft.com/office/drawing/2014/main" id="{9C336CC6-76DD-47E6-8005-621A62EF58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2900" y="1985963"/>
            <a:ext cx="715963" cy="16986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15" name="Text Box 55">
            <a:extLst>
              <a:ext uri="{FF2B5EF4-FFF2-40B4-BE49-F238E27FC236}">
                <a16:creationId xmlns:a16="http://schemas.microsoft.com/office/drawing/2014/main" id="{66528F83-5EEA-4AC1-ACB1-D584914F95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6388" y="1941513"/>
            <a:ext cx="82391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datagram</a:t>
            </a:r>
          </a:p>
        </p:txBody>
      </p:sp>
      <p:sp>
        <p:nvSpPr>
          <p:cNvPr id="46116" name="Freeform 56">
            <a:extLst>
              <a:ext uri="{FF2B5EF4-FFF2-40B4-BE49-F238E27FC236}">
                <a16:creationId xmlns:a16="http://schemas.microsoft.com/office/drawing/2014/main" id="{52B67193-7B37-48EC-90BC-84F5B98F1A0C}"/>
              </a:ext>
            </a:extLst>
          </p:cNvPr>
          <p:cNvSpPr>
            <a:spLocks/>
          </p:cNvSpPr>
          <p:nvPr/>
        </p:nvSpPr>
        <p:spPr bwMode="auto">
          <a:xfrm>
            <a:off x="2768600" y="2903538"/>
            <a:ext cx="3883025" cy="447675"/>
          </a:xfrm>
          <a:custGeom>
            <a:avLst/>
            <a:gdLst>
              <a:gd name="T0" fmla="*/ 0 w 2597"/>
              <a:gd name="T1" fmla="*/ 0 h 384"/>
              <a:gd name="T2" fmla="*/ 0 w 2597"/>
              <a:gd name="T3" fmla="*/ 2147483646 h 384"/>
              <a:gd name="T4" fmla="*/ 2147483646 w 2597"/>
              <a:gd name="T5" fmla="*/ 2147483646 h 384"/>
              <a:gd name="T6" fmla="*/ 2147483646 w 2597"/>
              <a:gd name="T7" fmla="*/ 2147483646 h 384"/>
              <a:gd name="T8" fmla="*/ 0 60000 65536"/>
              <a:gd name="T9" fmla="*/ 0 60000 65536"/>
              <a:gd name="T10" fmla="*/ 0 60000 65536"/>
              <a:gd name="T11" fmla="*/ 0 60000 65536"/>
              <a:gd name="T12" fmla="*/ 0 w 2597"/>
              <a:gd name="T13" fmla="*/ 0 h 384"/>
              <a:gd name="T14" fmla="*/ 2597 w 2597"/>
              <a:gd name="T15" fmla="*/ 384 h 38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97" h="384">
                <a:moveTo>
                  <a:pt x="0" y="0"/>
                </a:moveTo>
                <a:lnTo>
                  <a:pt x="0" y="384"/>
                </a:lnTo>
                <a:lnTo>
                  <a:pt x="2597" y="384"/>
                </a:lnTo>
                <a:lnTo>
                  <a:pt x="2597" y="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17" name="Rectangle 57">
            <a:extLst>
              <a:ext uri="{FF2B5EF4-FFF2-40B4-BE49-F238E27FC236}">
                <a16:creationId xmlns:a16="http://schemas.microsoft.com/office/drawing/2014/main" id="{6C346C5D-0DD0-406B-B695-751380678D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1538" y="3419475"/>
            <a:ext cx="717550" cy="1698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46118" name="Text Box 58">
            <a:extLst>
              <a:ext uri="{FF2B5EF4-FFF2-40B4-BE49-F238E27FC236}">
                <a16:creationId xmlns:a16="http://schemas.microsoft.com/office/drawing/2014/main" id="{76432AC1-72C5-47A9-AB26-C4B63B95BA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4550" y="3375025"/>
            <a:ext cx="823913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0">
                <a:latin typeface="Arial" panose="020B0604020202020204" pitchFamily="34" charset="0"/>
              </a:rPr>
              <a:t>datagram</a:t>
            </a:r>
          </a:p>
        </p:txBody>
      </p:sp>
      <p:sp>
        <p:nvSpPr>
          <p:cNvPr id="46119" name="Line 59">
            <a:extLst>
              <a:ext uri="{FF2B5EF4-FFF2-40B4-BE49-F238E27FC236}">
                <a16:creationId xmlns:a16="http://schemas.microsoft.com/office/drawing/2014/main" id="{CB790834-FD8B-4319-8F2E-7794A505D026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4675" y="3511550"/>
            <a:ext cx="276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46120" name="Text Box 60">
            <a:extLst>
              <a:ext uri="{FF2B5EF4-FFF2-40B4-BE49-F238E27FC236}">
                <a16:creationId xmlns:a16="http://schemas.microsoft.com/office/drawing/2014/main" id="{31B58350-1D43-4519-A09F-C965B5C085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4725" y="3668713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latin typeface="Arial" panose="020B0604020202020204" pitchFamily="34" charset="0"/>
              </a:rPr>
              <a:t>frame</a:t>
            </a:r>
          </a:p>
        </p:txBody>
      </p:sp>
      <p:sp>
        <p:nvSpPr>
          <p:cNvPr id="46121" name="Line 61">
            <a:extLst>
              <a:ext uri="{FF2B5EF4-FFF2-40B4-BE49-F238E27FC236}">
                <a16:creationId xmlns:a16="http://schemas.microsoft.com/office/drawing/2014/main" id="{692B5935-5FB4-4AF5-8666-9D5932BD2C3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73375" y="3575050"/>
            <a:ext cx="1155700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pic>
        <p:nvPicPr>
          <p:cNvPr id="46122" name="Picture 63" descr="underline_base">
            <a:extLst>
              <a:ext uri="{FF2B5EF4-FFF2-40B4-BE49-F238E27FC236}">
                <a16:creationId xmlns:a16="http://schemas.microsoft.com/office/drawing/2014/main" id="{6CDEAFA6-02D4-464F-87C8-A8A2656A39B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914400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Footer Placeholder 5">
            <a:extLst>
              <a:ext uri="{FF2B5EF4-FFF2-40B4-BE49-F238E27FC236}">
                <a16:creationId xmlns:a16="http://schemas.microsoft.com/office/drawing/2014/main" id="{1443F30D-10EA-4946-962E-D6B683E5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48131" name="Slide Number Placeholder 6">
            <a:extLst>
              <a:ext uri="{FF2B5EF4-FFF2-40B4-BE49-F238E27FC236}">
                <a16:creationId xmlns:a16="http://schemas.microsoft.com/office/drawing/2014/main" id="{62144D13-593D-41B0-BD2D-F55F0A7C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1F1EAA3E-F761-4316-9E10-F8CED56E141F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48132" name="Picture 5" descr="underline_base">
            <a:extLst>
              <a:ext uri="{FF2B5EF4-FFF2-40B4-BE49-F238E27FC236}">
                <a16:creationId xmlns:a16="http://schemas.microsoft.com/office/drawing/2014/main" id="{DC1728DE-02F8-4556-A727-875657E182A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1028700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Rectangle 2">
            <a:extLst>
              <a:ext uri="{FF2B5EF4-FFF2-40B4-BE49-F238E27FC236}">
                <a16:creationId xmlns:a16="http://schemas.microsoft.com/office/drawing/2014/main" id="{233AE82B-3C96-4502-8082-A4208E2818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layer, </a:t>
            </a:r>
            <a:r>
              <a:rPr lang="en-US" sz="4000" dirty="0">
                <a:ea typeface="ＭＳ Ｐゴシック" charset="0"/>
                <a:cs typeface="+mj-cs"/>
              </a:rPr>
              <a:t>LAN</a:t>
            </a:r>
            <a:r>
              <a:rPr lang="en-US" dirty="0">
                <a:ea typeface="ＭＳ Ｐゴシック" charset="0"/>
                <a:cs typeface="+mj-cs"/>
              </a:rPr>
              <a:t>s: outline</a:t>
            </a:r>
          </a:p>
        </p:txBody>
      </p:sp>
      <p:sp>
        <p:nvSpPr>
          <p:cNvPr id="3078" name="Rectangle 3">
            <a:extLst>
              <a:ext uri="{FF2B5EF4-FFF2-40B4-BE49-F238E27FC236}">
                <a16:creationId xmlns:a16="http://schemas.microsoft.com/office/drawing/2014/main" id="{FC251D98-3AE4-4FBA-8B55-2A8F8ACCB67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922713" cy="4648200"/>
          </a:xfrm>
        </p:spPr>
        <p:txBody>
          <a:bodyPr/>
          <a:lstStyle/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6.1</a:t>
            </a: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 </a:t>
            </a:r>
            <a:r>
              <a:rPr lang="en-US" dirty="0">
                <a:ea typeface="ＭＳ Ｐゴシック" charset="0"/>
                <a:cs typeface="+mn-cs"/>
              </a:rPr>
              <a:t>introduction, services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6.2 error detection, correction 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6.3</a:t>
            </a:r>
            <a:r>
              <a:rPr lang="en-US" dirty="0">
                <a:ea typeface="ＭＳ Ｐゴシック" charset="0"/>
                <a:cs typeface="+mn-cs"/>
              </a:rPr>
              <a:t> multiple access protocols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6.4</a:t>
            </a:r>
            <a:r>
              <a:rPr lang="en-US" dirty="0">
                <a:ea typeface="ＭＳ Ｐゴシック" charset="0"/>
                <a:cs typeface="+mn-cs"/>
              </a:rPr>
              <a:t> LANs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addressing, ARP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Ethernet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switches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VLANS</a:t>
            </a:r>
          </a:p>
        </p:txBody>
      </p:sp>
      <p:sp>
        <p:nvSpPr>
          <p:cNvPr id="48135" name="Rectangle 4">
            <a:extLst>
              <a:ext uri="{FF2B5EF4-FFF2-40B4-BE49-F238E27FC236}">
                <a16:creationId xmlns:a16="http://schemas.microsoft.com/office/drawing/2014/main" id="{FE8F253A-8454-435A-9F7A-78E331B4D184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0544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6.5</a:t>
            </a:r>
            <a:r>
              <a:rPr lang="en-US" altLang="zh-TW" dirty="0"/>
              <a:t> link virtualization: MPLS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6.6</a:t>
            </a:r>
            <a:r>
              <a:rPr lang="en-US" altLang="zh-TW" dirty="0"/>
              <a:t> data center networking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6.7</a:t>
            </a:r>
            <a:r>
              <a:rPr lang="en-US" altLang="zh-TW" dirty="0"/>
              <a:t> a day in the life of a web request</a:t>
            </a:r>
          </a:p>
          <a:p>
            <a:pPr marL="457200" indent="-457200">
              <a:buFont typeface="Wingdings" panose="05000000000000000000" pitchFamily="2" charset="2"/>
              <a:buNone/>
            </a:pPr>
            <a:endParaRPr lang="en-US" altLang="zh-TW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Footer Placeholder 4">
            <a:extLst>
              <a:ext uri="{FF2B5EF4-FFF2-40B4-BE49-F238E27FC236}">
                <a16:creationId xmlns:a16="http://schemas.microsoft.com/office/drawing/2014/main" id="{E1EC837A-1585-41A3-83DD-B9D12C427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50179" name="Slide Number Placeholder 5">
            <a:extLst>
              <a:ext uri="{FF2B5EF4-FFF2-40B4-BE49-F238E27FC236}">
                <a16:creationId xmlns:a16="http://schemas.microsoft.com/office/drawing/2014/main" id="{6D573C92-1EE7-4654-A039-37815FCFB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741DF82E-BA74-4328-9EF8-E8067653E29D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11268" name="Rectangle 2">
            <a:extLst>
              <a:ext uri="{FF2B5EF4-FFF2-40B4-BE49-F238E27FC236}">
                <a16:creationId xmlns:a16="http://schemas.microsoft.com/office/drawing/2014/main" id="{FFF2B485-29EC-4CF5-9847-3F066B1C2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44475"/>
            <a:ext cx="7772400" cy="1016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Error detection</a:t>
            </a:r>
          </a:p>
        </p:txBody>
      </p:sp>
      <p:pic>
        <p:nvPicPr>
          <p:cNvPr id="50181" name="Picture 3" descr="521 Error Detection">
            <a:extLst>
              <a:ext uri="{FF2B5EF4-FFF2-40B4-BE49-F238E27FC236}">
                <a16:creationId xmlns:a16="http://schemas.microsoft.com/office/drawing/2014/main" id="{1D13A5E3-113A-4E9D-BAFB-F16BFC6EC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3322638"/>
            <a:ext cx="5670550" cy="3109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82" name="Text Box 4">
            <a:extLst>
              <a:ext uri="{FF2B5EF4-FFF2-40B4-BE49-F238E27FC236}">
                <a16:creationId xmlns:a16="http://schemas.microsoft.com/office/drawing/2014/main" id="{ED3B35A1-516F-4C8E-8C7D-770173792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312863"/>
            <a:ext cx="8331200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D    = Data</a:t>
            </a:r>
            <a:r>
              <a:rPr lang="en-US" altLang="zh-TW" sz="2000" i="0" dirty="0">
                <a:latin typeface="Arial" panose="020B0604020202020204" pitchFamily="34" charset="0"/>
              </a:rPr>
              <a:t> protected by error checking, may include header fields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EDC= Error Detection and Correction bits </a:t>
            </a:r>
            <a:r>
              <a:rPr lang="en-US" altLang="zh-TW" sz="2000" i="0" dirty="0">
                <a:latin typeface="Arial" panose="020B0604020202020204" pitchFamily="34" charset="0"/>
              </a:rPr>
              <a:t>(redundancy)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0" dirty="0"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2000" i="0" dirty="0">
                <a:latin typeface="Arial" panose="020B0604020202020204" pitchFamily="34" charset="0"/>
              </a:rPr>
              <a:t> Error detection not 100% reliable!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Char char="•"/>
            </a:pPr>
            <a:r>
              <a:rPr lang="en-US" altLang="zh-TW" sz="2000" i="0" dirty="0">
                <a:latin typeface="Arial" panose="020B0604020202020204" pitchFamily="34" charset="0"/>
              </a:rPr>
              <a:t> protocol may miss some errors, but rarely</a:t>
            </a:r>
          </a:p>
          <a:p>
            <a:pPr lvl="1">
              <a:lnSpc>
                <a:spcPct val="100000"/>
              </a:lnSpc>
              <a:spcBef>
                <a:spcPct val="0"/>
              </a:spcBef>
              <a:buClrTx/>
              <a:buFontTx/>
              <a:buChar char="•"/>
            </a:pPr>
            <a:r>
              <a:rPr lang="en-US" altLang="zh-TW" sz="2000" i="0" dirty="0">
                <a:latin typeface="Arial" panose="020B0604020202020204" pitchFamily="34" charset="0"/>
              </a:rPr>
              <a:t> larger EDC field yields better </a:t>
            </a: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detection</a:t>
            </a:r>
            <a:r>
              <a:rPr lang="en-US" altLang="zh-TW" sz="2000" i="0" dirty="0">
                <a:latin typeface="Arial" panose="020B0604020202020204" pitchFamily="34" charset="0"/>
              </a:rPr>
              <a:t> and </a:t>
            </a: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correction</a:t>
            </a:r>
          </a:p>
        </p:txBody>
      </p:sp>
      <p:sp>
        <p:nvSpPr>
          <p:cNvPr id="50183" name="Rectangle 6">
            <a:extLst>
              <a:ext uri="{FF2B5EF4-FFF2-40B4-BE49-F238E27FC236}">
                <a16:creationId xmlns:a16="http://schemas.microsoft.com/office/drawing/2014/main" id="{F46704DB-A245-4AAE-A140-8283851A6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84800" y="3916363"/>
            <a:ext cx="176213" cy="1936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50184" name="Text Box 5">
            <a:extLst>
              <a:ext uri="{FF2B5EF4-FFF2-40B4-BE49-F238E27FC236}">
                <a16:creationId xmlns:a16="http://schemas.microsoft.com/office/drawing/2014/main" id="{B75BB3BB-7CD7-40B3-B478-EE244DF016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3613" y="3873500"/>
            <a:ext cx="9429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otherwise</a:t>
            </a:r>
          </a:p>
        </p:txBody>
      </p:sp>
      <p:pic>
        <p:nvPicPr>
          <p:cNvPr id="50185" name="Picture 7" descr="underline_base">
            <a:extLst>
              <a:ext uri="{FF2B5EF4-FFF2-40B4-BE49-F238E27FC236}">
                <a16:creationId xmlns:a16="http://schemas.microsoft.com/office/drawing/2014/main" id="{6C2E22C9-B607-416C-ADE0-A21022BA15A0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9556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Footer Placeholder 4">
            <a:extLst>
              <a:ext uri="{FF2B5EF4-FFF2-40B4-BE49-F238E27FC236}">
                <a16:creationId xmlns:a16="http://schemas.microsoft.com/office/drawing/2014/main" id="{C1CCC721-B0A3-46FE-8579-7E5C5293C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52227" name="Slide Number Placeholder 5">
            <a:extLst>
              <a:ext uri="{FF2B5EF4-FFF2-40B4-BE49-F238E27FC236}">
                <a16:creationId xmlns:a16="http://schemas.microsoft.com/office/drawing/2014/main" id="{C8929138-0DA4-4749-B8D0-CEDA13D35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35C6ADB3-F81B-4384-91F8-2983B76B6088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52228" name="Picture 11" descr="underline_base">
            <a:extLst>
              <a:ext uri="{FF2B5EF4-FFF2-40B4-BE49-F238E27FC236}">
                <a16:creationId xmlns:a16="http://schemas.microsoft.com/office/drawing/2014/main" id="{D077CCC9-6C5F-4002-83A1-C7A609D6679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" y="936625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3" name="Rectangle 2">
            <a:extLst>
              <a:ext uri="{FF2B5EF4-FFF2-40B4-BE49-F238E27FC236}">
                <a16:creationId xmlns:a16="http://schemas.microsoft.com/office/drawing/2014/main" id="{230DA758-A3F0-44B5-AB94-1F50E1E50D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9900" y="285750"/>
            <a:ext cx="5334000" cy="8382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Parity checking</a:t>
            </a:r>
          </a:p>
        </p:txBody>
      </p:sp>
      <p:sp>
        <p:nvSpPr>
          <p:cNvPr id="52231" name="Text Box 4">
            <a:extLst>
              <a:ext uri="{FF2B5EF4-FFF2-40B4-BE49-F238E27FC236}">
                <a16:creationId xmlns:a16="http://schemas.microsoft.com/office/drawing/2014/main" id="{EC00FB02-733C-4126-BFB1-E11570808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88" y="1416050"/>
            <a:ext cx="28194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33363" indent="-233363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single bit parity:</a:t>
            </a:r>
            <a:r>
              <a:rPr lang="en-US" altLang="zh-TW" sz="2400" b="1">
                <a:solidFill>
                  <a:srgbClr val="CC0000"/>
                </a:solidFill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altLang="zh-TW" sz="2000">
                <a:solidFill>
                  <a:srgbClr val="0070C0"/>
                </a:solidFill>
                <a:latin typeface="Arial" panose="020B0604020202020204" pitchFamily="34" charset="0"/>
              </a:rPr>
              <a:t>d</a:t>
            </a:r>
            <a:r>
              <a:rPr lang="en-US" altLang="zh-TW" sz="2000" i="0">
                <a:solidFill>
                  <a:srgbClr val="0070C0"/>
                </a:solidFill>
                <a:latin typeface="Arial" panose="020B0604020202020204" pitchFamily="34" charset="0"/>
              </a:rPr>
              <a:t>etect</a:t>
            </a:r>
            <a:r>
              <a:rPr lang="en-US" altLang="zh-TW" sz="2000" i="0">
                <a:latin typeface="Arial" panose="020B0604020202020204" pitchFamily="34" charset="0"/>
              </a:rPr>
              <a:t> single bit errors</a:t>
            </a:r>
          </a:p>
        </p:txBody>
      </p:sp>
      <p:pic>
        <p:nvPicPr>
          <p:cNvPr id="52232" name="Picture 5" descr="523 Double Bit Parity">
            <a:extLst>
              <a:ext uri="{FF2B5EF4-FFF2-40B4-BE49-F238E27FC236}">
                <a16:creationId xmlns:a16="http://schemas.microsoft.com/office/drawing/2014/main" id="{A4FA8BD7-7A14-4046-B304-CAAFEFB86D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0213" y="2327275"/>
            <a:ext cx="3751262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33" name="Text Box 6">
            <a:extLst>
              <a:ext uri="{FF2B5EF4-FFF2-40B4-BE49-F238E27FC236}">
                <a16:creationId xmlns:a16="http://schemas.microsoft.com/office/drawing/2014/main" id="{22754397-F1F9-4ECF-BB67-4571C4F220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5875" y="1409700"/>
            <a:ext cx="423545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CC0000"/>
                </a:solidFill>
                <a:latin typeface="Arial" panose="020B0604020202020204" pitchFamily="34" charset="0"/>
              </a:rPr>
              <a:t>two-dimensional bit parity:</a:t>
            </a: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altLang="zh-TW" sz="2000" i="0" dirty="0">
                <a:latin typeface="Arial" panose="020B0604020202020204" pitchFamily="34" charset="0"/>
              </a:rPr>
              <a:t> </a:t>
            </a: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detect</a:t>
            </a:r>
            <a:r>
              <a:rPr lang="en-US" altLang="zh-TW" sz="2000" i="0" dirty="0">
                <a:latin typeface="Arial" panose="020B0604020202020204" pitchFamily="34" charset="0"/>
              </a:rPr>
              <a:t> and </a:t>
            </a:r>
            <a:r>
              <a:rPr lang="en-US" altLang="zh-TW" sz="2000" i="0" dirty="0">
                <a:solidFill>
                  <a:srgbClr val="0070C0"/>
                </a:solidFill>
                <a:latin typeface="Arial" panose="020B0604020202020204" pitchFamily="34" charset="0"/>
              </a:rPr>
              <a:t>correct</a:t>
            </a:r>
            <a:r>
              <a:rPr lang="en-US" altLang="zh-TW" sz="2000" i="0" dirty="0">
                <a:latin typeface="Arial" panose="020B0604020202020204" pitchFamily="34" charset="0"/>
              </a:rPr>
              <a:t> single bit errors</a:t>
            </a:r>
          </a:p>
        </p:txBody>
      </p:sp>
      <p:sp>
        <p:nvSpPr>
          <p:cNvPr id="52234" name="Oval 7">
            <a:extLst>
              <a:ext uri="{FF2B5EF4-FFF2-40B4-BE49-F238E27FC236}">
                <a16:creationId xmlns:a16="http://schemas.microsoft.com/office/drawing/2014/main" id="{050B7BEF-2E57-473A-BCBC-8EF130B1A3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338763"/>
            <a:ext cx="163513" cy="211137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52235" name="Oval 9">
            <a:extLst>
              <a:ext uri="{FF2B5EF4-FFF2-40B4-BE49-F238E27FC236}">
                <a16:creationId xmlns:a16="http://schemas.microsoft.com/office/drawing/2014/main" id="{F7C0025E-295F-4A02-9294-6348855D7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5334000"/>
            <a:ext cx="147638" cy="207963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52236" name="TextBox 1">
            <a:extLst>
              <a:ext uri="{FF2B5EF4-FFF2-40B4-BE49-F238E27FC236}">
                <a16:creationId xmlns:a16="http://schemas.microsoft.com/office/drawing/2014/main" id="{D6AA623D-1923-4D0C-9799-C771A8B070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738" y="5241925"/>
            <a:ext cx="3079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52237" name="TextBox 13">
            <a:extLst>
              <a:ext uri="{FF2B5EF4-FFF2-40B4-BE49-F238E27FC236}">
                <a16:creationId xmlns:a16="http://schemas.microsoft.com/office/drawing/2014/main" id="{9E714124-BDC6-4695-A88B-03B5F9DDB6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2675" y="5232400"/>
            <a:ext cx="3079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C93626D-B366-11B0-5B51-BC405E7E76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50" y="2560093"/>
            <a:ext cx="2133898" cy="90500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BFA476C-3F0B-C543-3C50-81281F49D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9048" y="2536029"/>
            <a:ext cx="552527" cy="9240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33" grpId="0"/>
      <p:bldP spid="52234" grpId="0" animBg="1"/>
      <p:bldP spid="52235" grpId="0" animBg="1"/>
      <p:bldP spid="52236" grpId="0"/>
      <p:bldP spid="5223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Footer Placeholder 5">
            <a:extLst>
              <a:ext uri="{FF2B5EF4-FFF2-40B4-BE49-F238E27FC236}">
                <a16:creationId xmlns:a16="http://schemas.microsoft.com/office/drawing/2014/main" id="{02759A0B-B722-422F-8A9E-9B77639E3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54275" name="Slide Number Placeholder 6">
            <a:extLst>
              <a:ext uri="{FF2B5EF4-FFF2-40B4-BE49-F238E27FC236}">
                <a16:creationId xmlns:a16="http://schemas.microsoft.com/office/drawing/2014/main" id="{DED920BD-CFEE-4F75-9AA9-B20CF698D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5CAFD6C3-384D-4243-8D2E-9903BA4954C6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13316" name="Rectangle 2">
            <a:extLst>
              <a:ext uri="{FF2B5EF4-FFF2-40B4-BE49-F238E27FC236}">
                <a16:creationId xmlns:a16="http://schemas.microsoft.com/office/drawing/2014/main" id="{F7382950-DEC0-4216-B610-AD1C9AE674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3838"/>
            <a:ext cx="7772400" cy="1014412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Internet checksum </a:t>
            </a:r>
            <a:r>
              <a:rPr lang="en-US" sz="3600" dirty="0">
                <a:ea typeface="ＭＳ Ｐゴシック" charset="0"/>
                <a:cs typeface="+mj-cs"/>
              </a:rPr>
              <a:t>(review)</a:t>
            </a:r>
          </a:p>
        </p:txBody>
      </p:sp>
      <p:sp>
        <p:nvSpPr>
          <p:cNvPr id="54277" name="Rectangle 3">
            <a:extLst>
              <a:ext uri="{FF2B5EF4-FFF2-40B4-BE49-F238E27FC236}">
                <a16:creationId xmlns:a16="http://schemas.microsoft.com/office/drawing/2014/main" id="{D33462CD-8A01-4257-8EC4-3A4B931E70C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2625" y="2519363"/>
            <a:ext cx="3657600" cy="3495675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sender:</a:t>
            </a:r>
          </a:p>
          <a:p>
            <a:pPr>
              <a:lnSpc>
                <a:spcPct val="75000"/>
              </a:lnSpc>
            </a:pPr>
            <a:r>
              <a:rPr lang="en-US" altLang="zh-TW" sz="2400" dirty="0"/>
              <a:t>treat segment contents as sequence of 16-bit integers</a:t>
            </a:r>
          </a:p>
          <a:p>
            <a:pPr>
              <a:lnSpc>
                <a:spcPct val="75000"/>
              </a:lnSpc>
            </a:pPr>
            <a:r>
              <a:rPr lang="en-US" altLang="zh-TW" sz="2400" dirty="0">
                <a:solidFill>
                  <a:srgbClr val="0070C0"/>
                </a:solidFill>
              </a:rPr>
              <a:t>checksum: addition (1</a:t>
            </a:r>
            <a:r>
              <a:rPr lang="ja-JP" altLang="en-US" sz="2400" dirty="0">
                <a:solidFill>
                  <a:srgbClr val="0070C0"/>
                </a:solidFill>
              </a:rPr>
              <a:t>’</a:t>
            </a:r>
            <a:r>
              <a:rPr lang="en-US" altLang="ja-JP" sz="2400" dirty="0">
                <a:solidFill>
                  <a:srgbClr val="0070C0"/>
                </a:solidFill>
              </a:rPr>
              <a:t>s complement sum) of segment contents</a:t>
            </a:r>
          </a:p>
          <a:p>
            <a:pPr>
              <a:lnSpc>
                <a:spcPct val="75000"/>
              </a:lnSpc>
            </a:pPr>
            <a:r>
              <a:rPr lang="en-US" altLang="zh-TW" sz="2400" dirty="0"/>
              <a:t>sender puts checksum value into UDP checksum field</a:t>
            </a:r>
          </a:p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endParaRPr lang="en-US" altLang="zh-TW" dirty="0"/>
          </a:p>
          <a:p>
            <a:pPr>
              <a:lnSpc>
                <a:spcPct val="75000"/>
              </a:lnSpc>
            </a:pPr>
            <a:endParaRPr lang="en-US" altLang="zh-TW" dirty="0"/>
          </a:p>
        </p:txBody>
      </p:sp>
      <p:sp>
        <p:nvSpPr>
          <p:cNvPr id="54278" name="Rectangle 4">
            <a:extLst>
              <a:ext uri="{FF2B5EF4-FFF2-40B4-BE49-F238E27FC236}">
                <a16:creationId xmlns:a16="http://schemas.microsoft.com/office/drawing/2014/main" id="{9B4089B5-30DB-4ABB-A4F6-B5B4C0AC27F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48200" y="2552700"/>
            <a:ext cx="4057650" cy="3414713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</a:rPr>
              <a:t>receiver:</a:t>
            </a:r>
          </a:p>
          <a:p>
            <a:pPr>
              <a:lnSpc>
                <a:spcPct val="75000"/>
              </a:lnSpc>
            </a:pPr>
            <a:r>
              <a:rPr lang="en-US" altLang="zh-TW" sz="2400"/>
              <a:t>compute checksum of received segment</a:t>
            </a:r>
          </a:p>
          <a:p>
            <a:pPr>
              <a:lnSpc>
                <a:spcPct val="75000"/>
              </a:lnSpc>
            </a:pPr>
            <a:r>
              <a:rPr lang="en-US" altLang="zh-TW" sz="2400"/>
              <a:t>check if computed checksum equals checksum field value:</a:t>
            </a:r>
          </a:p>
          <a:p>
            <a:pPr lvl="1">
              <a:lnSpc>
                <a:spcPct val="75000"/>
              </a:lnSpc>
            </a:pPr>
            <a:r>
              <a:rPr lang="en-US" altLang="zh-TW"/>
              <a:t>NO - error detected</a:t>
            </a:r>
          </a:p>
          <a:p>
            <a:pPr lvl="1">
              <a:lnSpc>
                <a:spcPct val="75000"/>
              </a:lnSpc>
            </a:pPr>
            <a:r>
              <a:rPr lang="en-US" altLang="zh-TW"/>
              <a:t>YES - no error detected. </a:t>
            </a:r>
            <a:r>
              <a:rPr lang="en-US" altLang="zh-TW" i="1"/>
              <a:t>But maybe errors nonetheless?</a:t>
            </a:r>
            <a:r>
              <a:rPr lang="en-US" altLang="zh-TW"/>
              <a:t> </a:t>
            </a:r>
            <a:endParaRPr lang="en-US" altLang="zh-TW" sz="2000"/>
          </a:p>
        </p:txBody>
      </p:sp>
      <p:sp>
        <p:nvSpPr>
          <p:cNvPr id="54279" name="Rectangle 5">
            <a:extLst>
              <a:ext uri="{FF2B5EF4-FFF2-40B4-BE49-F238E27FC236}">
                <a16:creationId xmlns:a16="http://schemas.microsoft.com/office/drawing/2014/main" id="{62C9A6C4-5A9D-4952-8E3F-2E9D41DD6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325" y="1457325"/>
            <a:ext cx="7924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</a:rPr>
              <a:t>goal:</a:t>
            </a:r>
            <a:r>
              <a:rPr lang="en-US" altLang="zh-TW" sz="2400" i="0" dirty="0"/>
              <a:t> detect </a:t>
            </a:r>
            <a:r>
              <a:rPr lang="ja-JP" altLang="en-US" sz="2400" i="0" dirty="0"/>
              <a:t>“</a:t>
            </a:r>
            <a:r>
              <a:rPr lang="en-US" altLang="ja-JP" sz="2400" i="0" dirty="0"/>
              <a:t>errors</a:t>
            </a:r>
            <a:r>
              <a:rPr lang="ja-JP" altLang="en-US" sz="2400" i="0" dirty="0"/>
              <a:t>”</a:t>
            </a:r>
            <a:r>
              <a:rPr lang="en-US" altLang="ja-JP" sz="2400" i="0" dirty="0"/>
              <a:t> (e.g., flipped bits) in transmitted packet </a:t>
            </a:r>
            <a:r>
              <a:rPr lang="en-US" altLang="ja-JP" sz="2400" b="1" i="0" dirty="0">
                <a:solidFill>
                  <a:srgbClr val="7030A0"/>
                </a:solidFill>
              </a:rPr>
              <a:t>(note: used at transport layer</a:t>
            </a:r>
            <a:r>
              <a:rPr lang="en-US" altLang="ja-JP" sz="2400" b="1" dirty="0">
                <a:solidFill>
                  <a:srgbClr val="7030A0"/>
                </a:solidFill>
              </a:rPr>
              <a:t> only</a:t>
            </a:r>
            <a:r>
              <a:rPr lang="en-US" altLang="ja-JP" sz="2400" b="1" i="0" dirty="0">
                <a:solidFill>
                  <a:srgbClr val="7030A0"/>
                </a:solidFill>
              </a:rPr>
              <a:t>)</a:t>
            </a:r>
          </a:p>
          <a:p>
            <a:endParaRPr lang="en-US" altLang="zh-TW" sz="2400" i="0" dirty="0"/>
          </a:p>
        </p:txBody>
      </p:sp>
      <p:pic>
        <p:nvPicPr>
          <p:cNvPr id="54280" name="Picture 8" descr="underline_base">
            <a:extLst>
              <a:ext uri="{FF2B5EF4-FFF2-40B4-BE49-F238E27FC236}">
                <a16:creationId xmlns:a16="http://schemas.microsoft.com/office/drawing/2014/main" id="{0205C186-FE68-4AB2-9106-A8353B84459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50" y="962025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Footer Placeholder 4">
            <a:extLst>
              <a:ext uri="{FF2B5EF4-FFF2-40B4-BE49-F238E27FC236}">
                <a16:creationId xmlns:a16="http://schemas.microsoft.com/office/drawing/2014/main" id="{0141C21D-4EE8-42B7-9F4C-E97F4283F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56323" name="Slide Number Placeholder 5">
            <a:extLst>
              <a:ext uri="{FF2B5EF4-FFF2-40B4-BE49-F238E27FC236}">
                <a16:creationId xmlns:a16="http://schemas.microsoft.com/office/drawing/2014/main" id="{241D83C9-0F98-4C22-A1C6-EAB8C9DD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B6094090-6790-42BE-B731-C4D58474E253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56324" name="Picture 5" descr="underline_base">
            <a:extLst>
              <a:ext uri="{FF2B5EF4-FFF2-40B4-BE49-F238E27FC236}">
                <a16:creationId xmlns:a16="http://schemas.microsoft.com/office/drawing/2014/main" id="{18795A90-C758-4240-984E-01B33645DC4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75" y="922338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325" name="Rectangle 2">
            <a:extLst>
              <a:ext uri="{FF2B5EF4-FFF2-40B4-BE49-F238E27FC236}">
                <a16:creationId xmlns:a16="http://schemas.microsoft.com/office/drawing/2014/main" id="{62180A97-2ECA-440A-BA51-99AF87A852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11138"/>
            <a:ext cx="8231188" cy="1004887"/>
          </a:xfrm>
        </p:spPr>
        <p:txBody>
          <a:bodyPr/>
          <a:lstStyle/>
          <a:p>
            <a:r>
              <a:rPr lang="en-US" altLang="zh-TW" sz="4000"/>
              <a:t>Cyclic redundancy check (CRC)</a:t>
            </a:r>
            <a:endParaRPr lang="en-US" altLang="zh-TW" sz="4800"/>
          </a:p>
        </p:txBody>
      </p:sp>
      <p:sp>
        <p:nvSpPr>
          <p:cNvPr id="56326" name="Rectangle 3">
            <a:extLst>
              <a:ext uri="{FF2B5EF4-FFF2-40B4-BE49-F238E27FC236}">
                <a16:creationId xmlns:a16="http://schemas.microsoft.com/office/drawing/2014/main" id="{DA73F7C0-3761-43D0-BAA5-3D75640313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47688" y="1319213"/>
            <a:ext cx="7772400" cy="3360737"/>
          </a:xfrm>
        </p:spPr>
        <p:txBody>
          <a:bodyPr/>
          <a:lstStyle/>
          <a:p>
            <a:r>
              <a:rPr lang="en-US" altLang="zh-TW" sz="2400" dirty="0"/>
              <a:t>more powerful error-detection coding</a:t>
            </a:r>
          </a:p>
          <a:p>
            <a:r>
              <a:rPr lang="en-US" altLang="zh-TW" sz="2400" dirty="0"/>
              <a:t>view </a:t>
            </a:r>
            <a:r>
              <a:rPr lang="en-US" altLang="zh-TW" sz="2400" dirty="0">
                <a:solidFill>
                  <a:srgbClr val="FF0000"/>
                </a:solidFill>
              </a:rPr>
              <a:t>data bits</a:t>
            </a:r>
            <a:r>
              <a:rPr lang="en-US" altLang="zh-TW" sz="2400" dirty="0"/>
              <a:t>, </a:t>
            </a:r>
            <a:r>
              <a:rPr lang="en-US" altLang="zh-TW" sz="2400" dirty="0">
                <a:solidFill>
                  <a:srgbClr val="CC0000"/>
                </a:solidFill>
              </a:rPr>
              <a:t>D</a:t>
            </a:r>
            <a:r>
              <a:rPr lang="en-US" altLang="zh-TW" sz="2400" dirty="0"/>
              <a:t>, as a binary number</a:t>
            </a:r>
          </a:p>
          <a:p>
            <a:r>
              <a:rPr lang="en-US" altLang="zh-TW" sz="2400" dirty="0"/>
              <a:t>choose a bit pattern (</a:t>
            </a:r>
            <a:r>
              <a:rPr lang="en-US" altLang="zh-TW" sz="2400" dirty="0">
                <a:solidFill>
                  <a:srgbClr val="FF0000"/>
                </a:solidFill>
              </a:rPr>
              <a:t>generator</a:t>
            </a:r>
            <a:r>
              <a:rPr lang="en-US" altLang="zh-TW" sz="2400" dirty="0"/>
              <a:t>) </a:t>
            </a:r>
            <a:r>
              <a:rPr lang="en-US" altLang="zh-TW" sz="2400" dirty="0">
                <a:solidFill>
                  <a:srgbClr val="CC0000"/>
                </a:solidFill>
              </a:rPr>
              <a:t>G</a:t>
            </a:r>
            <a:r>
              <a:rPr lang="en-US" altLang="zh-TW" sz="2400" dirty="0"/>
              <a:t> with r+1bits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goal: choose r CRC bits</a:t>
            </a:r>
            <a:r>
              <a:rPr lang="en-US" altLang="zh-TW" sz="2400" dirty="0"/>
              <a:t>, </a:t>
            </a:r>
            <a:r>
              <a:rPr lang="en-US" altLang="zh-TW" sz="2400" dirty="0">
                <a:solidFill>
                  <a:srgbClr val="CC0000"/>
                </a:solidFill>
              </a:rPr>
              <a:t>R</a:t>
            </a:r>
            <a:r>
              <a:rPr lang="en-US" altLang="zh-TW" sz="2400" dirty="0"/>
              <a:t>, such that</a:t>
            </a:r>
          </a:p>
          <a:p>
            <a:pPr lvl="1"/>
            <a:r>
              <a:rPr lang="en-US" altLang="zh-TW" sz="2000" dirty="0"/>
              <a:t> &lt;D,R&gt; exactly divisible by G (modulo 2) </a:t>
            </a:r>
          </a:p>
          <a:p>
            <a:pPr lvl="1"/>
            <a:r>
              <a:rPr lang="en-US" altLang="zh-TW" sz="2000" dirty="0"/>
              <a:t>receiver knows G, divides &lt;D,R&gt; by G.  If non-zero remainder: error detected!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can detect all burst errors less than r+1 bits</a:t>
            </a:r>
            <a:r>
              <a:rPr lang="en-US" altLang="zh-TW" sz="2000" dirty="0"/>
              <a:t> (i.e., all consecutive bit errors of r bits or fewer will be detected)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widely used in practice (Ethernet, 802.11 Wi-Fi, </a:t>
            </a:r>
            <a:r>
              <a:rPr lang="en-US" altLang="zh-TW" sz="2400" dirty="0"/>
              <a:t>ATM)</a:t>
            </a:r>
          </a:p>
        </p:txBody>
      </p:sp>
      <p:pic>
        <p:nvPicPr>
          <p:cNvPr id="56327" name="Picture 4" descr="524 CRC code">
            <a:extLst>
              <a:ext uri="{FF2B5EF4-FFF2-40B4-BE49-F238E27FC236}">
                <a16:creationId xmlns:a16="http://schemas.microsoft.com/office/drawing/2014/main" id="{1FE52C85-C2CD-4A80-8922-0A6C0EAC1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4950" y="4743450"/>
            <a:ext cx="5738813" cy="158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Footer Placeholder 4">
            <a:extLst>
              <a:ext uri="{FF2B5EF4-FFF2-40B4-BE49-F238E27FC236}">
                <a16:creationId xmlns:a16="http://schemas.microsoft.com/office/drawing/2014/main" id="{C2EE9A09-DA24-48D4-B1D2-CA035270B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58371" name="Slide Number Placeholder 5">
            <a:extLst>
              <a:ext uri="{FF2B5EF4-FFF2-40B4-BE49-F238E27FC236}">
                <a16:creationId xmlns:a16="http://schemas.microsoft.com/office/drawing/2014/main" id="{94458406-94AE-4085-B8E3-4CD4798EB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6-</a:t>
            </a:r>
            <a:fld id="{D97110C1-01A8-4489-86BE-73E6B194A6E5}" type="slidenum">
              <a:rPr lang="en-US" altLang="en-US" sz="1200" smtClean="0">
                <a:solidFill>
                  <a:srgbClr val="000000"/>
                </a:solidFill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en-US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8372" name="Rectangle 3">
            <a:extLst>
              <a:ext uri="{FF2B5EF4-FFF2-40B4-BE49-F238E27FC236}">
                <a16:creationId xmlns:a16="http://schemas.microsoft.com/office/drawing/2014/main" id="{45B16F28-818F-4B27-BB6D-01C4E6C7A9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28588"/>
            <a:ext cx="7772400" cy="1143000"/>
          </a:xfrm>
        </p:spPr>
        <p:txBody>
          <a:bodyPr/>
          <a:lstStyle/>
          <a:p>
            <a:r>
              <a:rPr lang="en-US" altLang="en-US" sz="4000" dirty="0"/>
              <a:t>CRC example (Encoding)</a:t>
            </a:r>
            <a:endParaRPr lang="en-US" altLang="en-US" dirty="0"/>
          </a:p>
        </p:txBody>
      </p:sp>
      <p:sp>
        <p:nvSpPr>
          <p:cNvPr id="58373" name="Rectangle 4">
            <a:extLst>
              <a:ext uri="{FF2B5EF4-FFF2-40B4-BE49-F238E27FC236}">
                <a16:creationId xmlns:a16="http://schemas.microsoft.com/office/drawing/2014/main" id="{C4057F6D-D3E2-45C9-A62E-93F28B0D87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271588"/>
            <a:ext cx="4214813" cy="3244850"/>
          </a:xfrm>
        </p:spPr>
        <p:txBody>
          <a:bodyPr/>
          <a:lstStyle/>
          <a:p>
            <a:pPr>
              <a:lnSpc>
                <a:spcPct val="75000"/>
              </a:lnSpc>
            </a:pPr>
            <a:r>
              <a:rPr lang="en-US" altLang="zh-HK" dirty="0"/>
              <a:t>CRC Configuration</a:t>
            </a:r>
          </a:p>
          <a:p>
            <a:pPr lvl="1">
              <a:lnSpc>
                <a:spcPct val="75000"/>
              </a:lnSpc>
            </a:pPr>
            <a:r>
              <a:rPr lang="en-US" altLang="zh-HK" dirty="0"/>
              <a:t>Given G=</a:t>
            </a:r>
            <a:r>
              <a:rPr lang="en-US" altLang="zh-HK" dirty="0">
                <a:latin typeface="Courier New" panose="02070309020205020404" pitchFamily="49" charset="0"/>
                <a:cs typeface="Courier New" panose="02070309020205020404" pitchFamily="49" charset="0"/>
              </a:rPr>
              <a:t>1001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=&gt; # of check bits r=3 </a:t>
            </a:r>
            <a:endParaRPr lang="en-US" altLang="zh-HK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75000"/>
              </a:lnSpc>
            </a:pPr>
            <a:r>
              <a:rPr lang="en-US" altLang="zh-HK" dirty="0"/>
              <a:t>Encoding</a:t>
            </a:r>
          </a:p>
          <a:p>
            <a:pPr lvl="1">
              <a:lnSpc>
                <a:spcPct val="75000"/>
              </a:lnSpc>
            </a:pPr>
            <a:r>
              <a:rPr lang="en-US" altLang="zh-HK" dirty="0"/>
              <a:t>Data D=</a:t>
            </a:r>
            <a:r>
              <a:rPr lang="en-US" altLang="zh-HK" dirty="0">
                <a:latin typeface="Courier New" panose="02070309020205020404" pitchFamily="49" charset="0"/>
                <a:cs typeface="Courier New" panose="02070309020205020404" pitchFamily="49" charset="0"/>
              </a:rPr>
              <a:t>101110</a:t>
            </a:r>
          </a:p>
          <a:p>
            <a:pPr lvl="1">
              <a:lnSpc>
                <a:spcPct val="75000"/>
              </a:lnSpc>
            </a:pPr>
            <a:r>
              <a:rPr lang="en-US" altLang="zh-HK" dirty="0"/>
              <a:t>Remainder R= </a:t>
            </a:r>
            <a:r>
              <a:rPr lang="en-US" altLang="zh-HK" dirty="0">
                <a:latin typeface="Courier New" panose="02070309020205020404" pitchFamily="49" charset="0"/>
                <a:cs typeface="Courier New" panose="02070309020205020404" pitchFamily="49" charset="0"/>
              </a:rPr>
              <a:t>011</a:t>
            </a:r>
            <a:r>
              <a:rPr lang="en-US" altLang="zh-HK" dirty="0"/>
              <a:t> (check bits)</a:t>
            </a:r>
          </a:p>
          <a:p>
            <a:pPr>
              <a:lnSpc>
                <a:spcPct val="75000"/>
              </a:lnSpc>
            </a:pPr>
            <a:r>
              <a:rPr lang="en-US" altLang="zh-HK" dirty="0"/>
              <a:t>Transmit</a:t>
            </a:r>
          </a:p>
          <a:p>
            <a:pPr lvl="1">
              <a:lnSpc>
                <a:spcPct val="75000"/>
              </a:lnSpc>
            </a:pPr>
            <a:r>
              <a:rPr lang="en-US" altLang="zh-HK" dirty="0"/>
              <a:t>{D,R}: </a:t>
            </a:r>
            <a:r>
              <a:rPr lang="en-US" altLang="zh-HK" dirty="0">
                <a:latin typeface="Courier New" panose="02070309020205020404" pitchFamily="49" charset="0"/>
                <a:cs typeface="Courier New" panose="02070309020205020404" pitchFamily="49" charset="0"/>
              </a:rPr>
              <a:t>101110011</a:t>
            </a:r>
          </a:p>
        </p:txBody>
      </p:sp>
      <p:pic>
        <p:nvPicPr>
          <p:cNvPr id="58374" name="Picture 9" descr="underline_base">
            <a:extLst>
              <a:ext uri="{FF2B5EF4-FFF2-40B4-BE49-F238E27FC236}">
                <a16:creationId xmlns:a16="http://schemas.microsoft.com/office/drawing/2014/main" id="{DF3500D4-1EA2-4B28-B0E8-A513270C793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914400"/>
            <a:ext cx="2970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375" name="Picture 2">
            <a:extLst>
              <a:ext uri="{FF2B5EF4-FFF2-40B4-BE49-F238E27FC236}">
                <a16:creationId xmlns:a16="http://schemas.microsoft.com/office/drawing/2014/main" id="{6B0CD6E2-866A-4BAA-8D66-E9F772FEB2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993775"/>
            <a:ext cx="4106862" cy="502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6" name="Left Brace 1">
            <a:extLst>
              <a:ext uri="{FF2B5EF4-FFF2-40B4-BE49-F238E27FC236}">
                <a16:creationId xmlns:a16="http://schemas.microsoft.com/office/drawing/2014/main" id="{F08E8685-703B-4FA7-804F-D1A5EA99D671}"/>
              </a:ext>
            </a:extLst>
          </p:cNvPr>
          <p:cNvSpPr>
            <a:spLocks/>
          </p:cNvSpPr>
          <p:nvPr/>
        </p:nvSpPr>
        <p:spPr bwMode="auto">
          <a:xfrm rot="-5400000">
            <a:off x="2659857" y="4048918"/>
            <a:ext cx="184150" cy="1065213"/>
          </a:xfrm>
          <a:prstGeom prst="leftBrace">
            <a:avLst>
              <a:gd name="adj1" fmla="val 8329"/>
              <a:gd name="adj2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58377" name="Left Brace 12">
            <a:extLst>
              <a:ext uri="{FF2B5EF4-FFF2-40B4-BE49-F238E27FC236}">
                <a16:creationId xmlns:a16="http://schemas.microsoft.com/office/drawing/2014/main" id="{2E0C4BEF-095B-44BA-AB5E-408D5339C511}"/>
              </a:ext>
            </a:extLst>
          </p:cNvPr>
          <p:cNvSpPr>
            <a:spLocks/>
          </p:cNvSpPr>
          <p:nvPr/>
        </p:nvSpPr>
        <p:spPr bwMode="auto">
          <a:xfrm rot="-5400000">
            <a:off x="3459163" y="4314825"/>
            <a:ext cx="184150" cy="533400"/>
          </a:xfrm>
          <a:prstGeom prst="leftBrace">
            <a:avLst>
              <a:gd name="adj1" fmla="val 8328"/>
              <a:gd name="adj2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58378" name="TextBox 2">
            <a:extLst>
              <a:ext uri="{FF2B5EF4-FFF2-40B4-BE49-F238E27FC236}">
                <a16:creationId xmlns:a16="http://schemas.microsoft.com/office/drawing/2014/main" id="{1D970AAB-94AC-479A-BF60-F69651E19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7625" y="4635500"/>
            <a:ext cx="3587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solidFill>
                  <a:srgbClr val="000000"/>
                </a:solidFill>
              </a:rPr>
              <a:t>D</a:t>
            </a:r>
          </a:p>
        </p:txBody>
      </p:sp>
      <p:sp>
        <p:nvSpPr>
          <p:cNvPr id="58379" name="TextBox 14">
            <a:extLst>
              <a:ext uri="{FF2B5EF4-FFF2-40B4-BE49-F238E27FC236}">
                <a16:creationId xmlns:a16="http://schemas.microsoft.com/office/drawing/2014/main" id="{0CA24F41-E5A8-4801-80BC-3284FA3CF2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50" y="4643438"/>
            <a:ext cx="32385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solidFill>
                  <a:srgbClr val="000000"/>
                </a:solidFill>
              </a:rPr>
              <a:t>R</a:t>
            </a:r>
          </a:p>
        </p:txBody>
      </p:sp>
      <p:sp>
        <p:nvSpPr>
          <p:cNvPr id="58380" name="Oval 3">
            <a:extLst>
              <a:ext uri="{FF2B5EF4-FFF2-40B4-BE49-F238E27FC236}">
                <a16:creationId xmlns:a16="http://schemas.microsoft.com/office/drawing/2014/main" id="{0F407FBE-1D51-42D1-B6D4-2413C7585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8675" y="2714625"/>
            <a:ext cx="273050" cy="930275"/>
          </a:xfrm>
          <a:prstGeom prst="ellipse">
            <a:avLst/>
          </a:prstGeom>
          <a:noFill/>
          <a:ln w="9525" algn="ctr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58381" name="TextBox 4">
            <a:extLst>
              <a:ext uri="{FF2B5EF4-FFF2-40B4-BE49-F238E27FC236}">
                <a16:creationId xmlns:a16="http://schemas.microsoft.com/office/drawing/2014/main" id="{3B8D2E4E-D892-430A-87CB-6EDCA898B7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4913" y="2709863"/>
            <a:ext cx="12541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 dirty="0">
                <a:solidFill>
                  <a:srgbClr val="FF0000"/>
                </a:solidFill>
              </a:rPr>
              <a:t>0 </a:t>
            </a:r>
            <a:r>
              <a:rPr lang="en-US" altLang="zh-TW" sz="1800" i="0" dirty="0" err="1">
                <a:solidFill>
                  <a:srgbClr val="FF0000"/>
                </a:solidFill>
              </a:rPr>
              <a:t>xor</a:t>
            </a:r>
            <a:r>
              <a:rPr lang="en-US" altLang="zh-TW" sz="1800" i="0" dirty="0">
                <a:solidFill>
                  <a:srgbClr val="FF0000"/>
                </a:solidFill>
              </a:rPr>
              <a:t> 1 = 1</a:t>
            </a:r>
          </a:p>
        </p:txBody>
      </p:sp>
      <p:cxnSp>
        <p:nvCxnSpPr>
          <p:cNvPr id="58382" name="Straight Connector 6">
            <a:extLst>
              <a:ext uri="{FF2B5EF4-FFF2-40B4-BE49-F238E27FC236}">
                <a16:creationId xmlns:a16="http://schemas.microsoft.com/office/drawing/2014/main" id="{D6206B64-8B85-4578-9F88-95872B64B0FD}"/>
              </a:ext>
            </a:extLst>
          </p:cNvPr>
          <p:cNvCxnSpPr>
            <a:cxnSpLocks noChangeShapeType="1"/>
            <a:stCxn id="58381" idx="1"/>
          </p:cNvCxnSpPr>
          <p:nvPr/>
        </p:nvCxnSpPr>
        <p:spPr bwMode="auto">
          <a:xfrm flipH="1">
            <a:off x="7451725" y="2894013"/>
            <a:ext cx="103188" cy="100012"/>
          </a:xfrm>
          <a:prstGeom prst="line">
            <a:avLst/>
          </a:prstGeom>
          <a:noFill/>
          <a:ln w="9525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8383" name="Left Brace 19">
            <a:extLst>
              <a:ext uri="{FF2B5EF4-FFF2-40B4-BE49-F238E27FC236}">
                <a16:creationId xmlns:a16="http://schemas.microsoft.com/office/drawing/2014/main" id="{0E56DD65-1339-49E0-B4A5-7757E54652CA}"/>
              </a:ext>
            </a:extLst>
          </p:cNvPr>
          <p:cNvSpPr>
            <a:spLocks/>
          </p:cNvSpPr>
          <p:nvPr/>
        </p:nvSpPr>
        <p:spPr bwMode="auto">
          <a:xfrm rot="-5400000">
            <a:off x="7753350" y="1584325"/>
            <a:ext cx="184150" cy="628650"/>
          </a:xfrm>
          <a:prstGeom prst="leftBrace">
            <a:avLst>
              <a:gd name="adj1" fmla="val 8345"/>
              <a:gd name="adj2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en-US" sz="1800">
              <a:solidFill>
                <a:srgbClr val="00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58384" name="TextBox 7">
            <a:extLst>
              <a:ext uri="{FF2B5EF4-FFF2-40B4-BE49-F238E27FC236}">
                <a16:creationId xmlns:a16="http://schemas.microsoft.com/office/drawing/2014/main" id="{C4547AC3-829A-4636-80A1-3E9FE12FC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7775" y="1946275"/>
            <a:ext cx="11684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solidFill>
                  <a:srgbClr val="000000"/>
                </a:solidFill>
              </a:rPr>
              <a:t>r padding bits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6" grpId="0" animBg="1"/>
      <p:bldP spid="58377" grpId="0" animBg="1"/>
      <p:bldP spid="58378" grpId="0"/>
      <p:bldP spid="58379" grpId="0"/>
      <p:bldP spid="58380" grpId="0" animBg="1"/>
      <p:bldP spid="58381" grpId="0"/>
      <p:bldP spid="58383" grpId="0" animBg="1"/>
      <p:bldP spid="5838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Footer Placeholder 4">
            <a:extLst>
              <a:ext uri="{FF2B5EF4-FFF2-40B4-BE49-F238E27FC236}">
                <a16:creationId xmlns:a16="http://schemas.microsoft.com/office/drawing/2014/main" id="{0773E5ED-7F11-4749-94CF-CB4F5D46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60419" name="Slide Number Placeholder 5">
            <a:extLst>
              <a:ext uri="{FF2B5EF4-FFF2-40B4-BE49-F238E27FC236}">
                <a16:creationId xmlns:a16="http://schemas.microsoft.com/office/drawing/2014/main" id="{C138A123-B13A-49B9-A3B1-CAC365234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6-</a:t>
            </a:r>
            <a:fld id="{A844EED1-2EEF-4AF7-8771-0F891C4A7E4A}" type="slidenum">
              <a:rPr lang="en-US" altLang="en-US" sz="1200" smtClean="0">
                <a:solidFill>
                  <a:srgbClr val="000000"/>
                </a:solidFill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en-US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6CD04083-55F5-44AE-A044-7B3EE3261B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28588"/>
            <a:ext cx="7772400" cy="1143000"/>
          </a:xfrm>
        </p:spPr>
        <p:txBody>
          <a:bodyPr/>
          <a:lstStyle/>
          <a:p>
            <a:r>
              <a:rPr lang="en-US" altLang="en-US" sz="4000" dirty="0"/>
              <a:t>CRC example</a:t>
            </a:r>
            <a:r>
              <a:rPr lang="en-US" altLang="en-US" dirty="0"/>
              <a:t> (Decoding)</a:t>
            </a:r>
          </a:p>
        </p:txBody>
      </p:sp>
      <p:pic>
        <p:nvPicPr>
          <p:cNvPr id="60421" name="Picture 9" descr="underline_base">
            <a:extLst>
              <a:ext uri="{FF2B5EF4-FFF2-40B4-BE49-F238E27FC236}">
                <a16:creationId xmlns:a16="http://schemas.microsoft.com/office/drawing/2014/main" id="{F1D052DD-6BFE-44C4-825F-479D98CB391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914400"/>
            <a:ext cx="2970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22" name="Picture 2">
            <a:extLst>
              <a:ext uri="{FF2B5EF4-FFF2-40B4-BE49-F238E27FC236}">
                <a16:creationId xmlns:a16="http://schemas.microsoft.com/office/drawing/2014/main" id="{E6AFD4E5-8BB1-41EE-9A38-167E3271C5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993775"/>
            <a:ext cx="4106862" cy="502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0D684A-2491-4FCE-829D-47409C200DA3}"/>
              </a:ext>
            </a:extLst>
          </p:cNvPr>
          <p:cNvSpPr txBox="1"/>
          <p:nvPr/>
        </p:nvSpPr>
        <p:spPr>
          <a:xfrm>
            <a:off x="7437438" y="1546225"/>
            <a:ext cx="841375" cy="269875"/>
          </a:xfrm>
          <a:prstGeom prst="rect">
            <a:avLst/>
          </a:prstGeom>
          <a:solidFill>
            <a:schemeClr val="bg1"/>
          </a:solidFill>
        </p:spPr>
        <p:txBody>
          <a:bodyPr wrap="none" tIns="0" bIns="0">
            <a:spAutoFit/>
          </a:bodyPr>
          <a:lstStyle/>
          <a:p>
            <a:pPr>
              <a:defRPr/>
            </a:pPr>
            <a:r>
              <a:rPr lang="en-US" sz="1750" i="0" spc="-8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0   1   1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0922EA-A1FB-4C51-9054-25294E8B5F6D}"/>
              </a:ext>
            </a:extLst>
          </p:cNvPr>
          <p:cNvSpPr txBox="1"/>
          <p:nvPr/>
        </p:nvSpPr>
        <p:spPr>
          <a:xfrm>
            <a:off x="7437438" y="3954463"/>
            <a:ext cx="569912" cy="269875"/>
          </a:xfrm>
          <a:prstGeom prst="rect">
            <a:avLst/>
          </a:prstGeom>
          <a:solidFill>
            <a:schemeClr val="bg1"/>
          </a:solidFill>
        </p:spPr>
        <p:txBody>
          <a:bodyPr wrap="none" tIns="0" bIns="0">
            <a:spAutoFit/>
          </a:bodyPr>
          <a:lstStyle/>
          <a:p>
            <a:pPr>
              <a:defRPr/>
            </a:pPr>
            <a:r>
              <a:rPr lang="en-US" sz="1750" i="0" spc="-8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0   1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9B5CED-2511-4923-A918-7E7D367393F2}"/>
              </a:ext>
            </a:extLst>
          </p:cNvPr>
          <p:cNvSpPr txBox="1"/>
          <p:nvPr/>
        </p:nvSpPr>
        <p:spPr>
          <a:xfrm>
            <a:off x="7437438" y="4564063"/>
            <a:ext cx="841375" cy="269875"/>
          </a:xfrm>
          <a:prstGeom prst="rect">
            <a:avLst/>
          </a:prstGeom>
          <a:solidFill>
            <a:schemeClr val="bg1"/>
          </a:solidFill>
        </p:spPr>
        <p:txBody>
          <a:bodyPr wrap="none" tIns="0" bIns="0">
            <a:spAutoFit/>
          </a:bodyPr>
          <a:lstStyle/>
          <a:p>
            <a:pPr>
              <a:defRPr/>
            </a:pPr>
            <a:r>
              <a:rPr lang="en-US" sz="1750" i="0" spc="-8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0   0   1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D446C-9D3A-4058-B656-DE4A9A7D7E31}"/>
              </a:ext>
            </a:extLst>
          </p:cNvPr>
          <p:cNvSpPr txBox="1"/>
          <p:nvPr/>
        </p:nvSpPr>
        <p:spPr>
          <a:xfrm>
            <a:off x="7437438" y="5173663"/>
            <a:ext cx="841375" cy="269875"/>
          </a:xfrm>
          <a:prstGeom prst="rect">
            <a:avLst/>
          </a:prstGeom>
          <a:solidFill>
            <a:schemeClr val="bg1"/>
          </a:solidFill>
        </p:spPr>
        <p:txBody>
          <a:bodyPr wrap="none" tIns="0" bIns="0">
            <a:spAutoFit/>
          </a:bodyPr>
          <a:lstStyle/>
          <a:p>
            <a:pPr>
              <a:defRPr/>
            </a:pPr>
            <a:r>
              <a:rPr lang="en-US" sz="1750" i="0" spc="-80" dirty="0">
                <a:solidFill>
                  <a:srgbClr val="FF0000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0   0   0</a:t>
            </a:r>
          </a:p>
        </p:txBody>
      </p:sp>
      <p:sp>
        <p:nvSpPr>
          <p:cNvPr id="60427" name="Rectangle 4">
            <a:extLst>
              <a:ext uri="{FF2B5EF4-FFF2-40B4-BE49-F238E27FC236}">
                <a16:creationId xmlns:a16="http://schemas.microsoft.com/office/drawing/2014/main" id="{D23938D0-3163-4877-9F77-66282F1945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271588"/>
            <a:ext cx="5745163" cy="5045075"/>
          </a:xfrm>
        </p:spPr>
        <p:txBody>
          <a:bodyPr/>
          <a:lstStyle/>
          <a:p>
            <a:pPr>
              <a:lnSpc>
                <a:spcPct val="75000"/>
              </a:lnSpc>
            </a:pPr>
            <a:r>
              <a:rPr lang="en-US" altLang="en-US" dirty="0"/>
              <a:t>CRC Configuration</a:t>
            </a:r>
          </a:p>
          <a:p>
            <a:pPr lvl="1">
              <a:lnSpc>
                <a:spcPct val="75000"/>
              </a:lnSpc>
            </a:pPr>
            <a:r>
              <a:rPr lang="en-US" altLang="en-US" dirty="0"/>
              <a:t>r=3 bits (# of check bits)</a:t>
            </a:r>
          </a:p>
          <a:p>
            <a:pPr lvl="1">
              <a:lnSpc>
                <a:spcPct val="75000"/>
              </a:lnSpc>
            </a:pPr>
            <a:r>
              <a:rPr lang="en-US" altLang="en-US" dirty="0"/>
              <a:t>G=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1001</a:t>
            </a:r>
          </a:p>
          <a:p>
            <a:pPr>
              <a:lnSpc>
                <a:spcPct val="75000"/>
              </a:lnSpc>
            </a:pPr>
            <a:r>
              <a:rPr lang="en-US" altLang="en-US" dirty="0"/>
              <a:t>Decoding</a:t>
            </a:r>
          </a:p>
          <a:p>
            <a:pPr lvl="1">
              <a:lnSpc>
                <a:spcPct val="75000"/>
              </a:lnSpc>
            </a:pPr>
            <a:r>
              <a:rPr lang="en-US" altLang="en-US" dirty="0"/>
              <a:t>{D,R}=</a:t>
            </a:r>
            <a:r>
              <a:rPr lang="en-US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101110</a:t>
            </a:r>
            <a:r>
              <a:rPr lang="en-US" alt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011</a:t>
            </a:r>
          </a:p>
          <a:p>
            <a:pPr lvl="1">
              <a:lnSpc>
                <a:spcPct val="75000"/>
              </a:lnSpc>
            </a:pPr>
            <a:r>
              <a:rPr lang="en-US" altLang="en-US" dirty="0"/>
              <a:t>Remainder</a:t>
            </a:r>
          </a:p>
          <a:p>
            <a:pPr lvl="2">
              <a:lnSpc>
                <a:spcPct val="75000"/>
              </a:lnSpc>
            </a:pPr>
            <a:r>
              <a:rPr lang="en-US" altLang="en-US" dirty="0"/>
              <a:t>R= </a:t>
            </a:r>
            <a:r>
              <a:rPr lang="en-US" alt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</a:t>
            </a:r>
            <a:r>
              <a:rPr lang="en-US" altLang="en-US" dirty="0"/>
              <a:t> →</a:t>
            </a:r>
            <a:r>
              <a:rPr lang="en-US" altLang="en-US" sz="1600" dirty="0"/>
              <a:t> </a:t>
            </a:r>
            <a:r>
              <a:rPr lang="en-US" altLang="en-US" dirty="0"/>
              <a:t>(very likely) no error</a:t>
            </a:r>
          </a:p>
          <a:p>
            <a:pPr lvl="2">
              <a:lnSpc>
                <a:spcPct val="75000"/>
              </a:lnSpc>
            </a:pPr>
            <a:r>
              <a:rPr lang="en-US" altLang="en-US" dirty="0"/>
              <a:t>R≠ 0 </a:t>
            </a:r>
            <a:r>
              <a:rPr lang="en-US" altLang="en-US" dirty="0">
                <a:latin typeface="Garamond" panose="02020404030301010803" pitchFamily="18" charset="0"/>
              </a:rPr>
              <a:t>→</a:t>
            </a:r>
            <a:r>
              <a:rPr lang="en-US" altLang="en-US" dirty="0"/>
              <a:t> error detected</a:t>
            </a:r>
          </a:p>
          <a:p>
            <a:pPr>
              <a:lnSpc>
                <a:spcPct val="75000"/>
              </a:lnSpc>
            </a:pPr>
            <a:r>
              <a:rPr lang="en-US" altLang="en-US" dirty="0"/>
              <a:t>Example: CRC-32 for Ethernet</a:t>
            </a:r>
          </a:p>
          <a:p>
            <a:pPr lvl="1">
              <a:lnSpc>
                <a:spcPct val="75000"/>
              </a:lnSpc>
            </a:pPr>
            <a:r>
              <a:rPr lang="en-US" altLang="en-US" sz="2000" dirty="0"/>
              <a:t>G=</a:t>
            </a:r>
            <a:r>
              <a:rPr lang="en-US" altLang="zh-TW" sz="2000" dirty="0"/>
              <a:t> 100000100110000010001110110110111</a:t>
            </a:r>
            <a:endParaRPr lang="en-US" altLang="en-US" sz="2000" dirty="0"/>
          </a:p>
          <a:p>
            <a:pPr lvl="1">
              <a:lnSpc>
                <a:spcPct val="75000"/>
              </a:lnSpc>
            </a:pPr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Footer Placeholder 5">
            <a:extLst>
              <a:ext uri="{FF2B5EF4-FFF2-40B4-BE49-F238E27FC236}">
                <a16:creationId xmlns:a16="http://schemas.microsoft.com/office/drawing/2014/main" id="{3A089E6F-78FF-42BA-872A-8870EBCEC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62467" name="Slide Number Placeholder 6">
            <a:extLst>
              <a:ext uri="{FF2B5EF4-FFF2-40B4-BE49-F238E27FC236}">
                <a16:creationId xmlns:a16="http://schemas.microsoft.com/office/drawing/2014/main" id="{2A76BCC1-7D02-4C48-A9E6-3F779720D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8773FFA6-D603-43B2-8C4E-C261F2AB283B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62468" name="Picture 5" descr="underline_base">
            <a:extLst>
              <a:ext uri="{FF2B5EF4-FFF2-40B4-BE49-F238E27FC236}">
                <a16:creationId xmlns:a16="http://schemas.microsoft.com/office/drawing/2014/main" id="{4E8BA914-8A2F-4EDB-98DD-1799A50653A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1028700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7" name="Rectangle 2">
            <a:extLst>
              <a:ext uri="{FF2B5EF4-FFF2-40B4-BE49-F238E27FC236}">
                <a16:creationId xmlns:a16="http://schemas.microsoft.com/office/drawing/2014/main" id="{812B01E1-52B7-45F7-9669-827D7263A2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Link layer, </a:t>
            </a:r>
            <a:r>
              <a:rPr lang="en-US" sz="4000" dirty="0">
                <a:ea typeface="ＭＳ Ｐゴシック" charset="0"/>
                <a:cs typeface="+mj-cs"/>
              </a:rPr>
              <a:t>LAN</a:t>
            </a:r>
            <a:r>
              <a:rPr lang="en-US" dirty="0">
                <a:ea typeface="ＭＳ Ｐゴシック" charset="0"/>
                <a:cs typeface="+mj-cs"/>
              </a:rPr>
              <a:t>s: outline</a:t>
            </a:r>
          </a:p>
        </p:txBody>
      </p:sp>
      <p:sp>
        <p:nvSpPr>
          <p:cNvPr id="3078" name="Rectangle 3">
            <a:extLst>
              <a:ext uri="{FF2B5EF4-FFF2-40B4-BE49-F238E27FC236}">
                <a16:creationId xmlns:a16="http://schemas.microsoft.com/office/drawing/2014/main" id="{507EDFEC-3C08-4F9A-9FB7-C9624CE8807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922713" cy="4648200"/>
          </a:xfrm>
        </p:spPr>
        <p:txBody>
          <a:bodyPr/>
          <a:lstStyle/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6.1</a:t>
            </a: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 </a:t>
            </a:r>
            <a:r>
              <a:rPr lang="en-US" dirty="0">
                <a:ea typeface="ＭＳ Ｐゴシック" charset="0"/>
                <a:cs typeface="+mn-cs"/>
              </a:rPr>
              <a:t>introduction, services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6.2</a:t>
            </a: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 </a:t>
            </a:r>
            <a:r>
              <a:rPr lang="en-US" dirty="0">
                <a:ea typeface="ＭＳ Ｐゴシック" charset="0"/>
                <a:cs typeface="+mn-cs"/>
              </a:rPr>
              <a:t>error detection, correction 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6.3 multiple access protocols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dirty="0">
                <a:solidFill>
                  <a:srgbClr val="000099"/>
                </a:solidFill>
                <a:ea typeface="ＭＳ Ｐゴシック" charset="0"/>
                <a:cs typeface="+mn-cs"/>
              </a:rPr>
              <a:t>6.4</a:t>
            </a:r>
            <a:r>
              <a:rPr lang="en-US" dirty="0">
                <a:ea typeface="ＭＳ Ｐゴシック" charset="0"/>
                <a:cs typeface="+mn-cs"/>
              </a:rPr>
              <a:t> LANs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addressing, ARP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Ethernet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switches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VLANS</a:t>
            </a:r>
          </a:p>
        </p:txBody>
      </p:sp>
      <p:sp>
        <p:nvSpPr>
          <p:cNvPr id="62471" name="Rectangle 4">
            <a:extLst>
              <a:ext uri="{FF2B5EF4-FFF2-40B4-BE49-F238E27FC236}">
                <a16:creationId xmlns:a16="http://schemas.microsoft.com/office/drawing/2014/main" id="{F8E53FE6-5DE5-46A2-9A30-B5B6FFBC4D37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600200"/>
            <a:ext cx="4054475" cy="46482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6.5</a:t>
            </a:r>
            <a:r>
              <a:rPr lang="en-US" altLang="zh-TW" dirty="0"/>
              <a:t> link virtualization: MPLS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6.6</a:t>
            </a:r>
            <a:r>
              <a:rPr lang="en-US" altLang="zh-TW" dirty="0"/>
              <a:t> data center networking</a:t>
            </a:r>
          </a:p>
          <a:p>
            <a:pPr marL="457200" indent="-457200"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000099"/>
                </a:solidFill>
              </a:rPr>
              <a:t>6.7</a:t>
            </a:r>
            <a:r>
              <a:rPr lang="en-US" altLang="zh-TW" dirty="0"/>
              <a:t> a day in the life of a web request</a:t>
            </a:r>
          </a:p>
          <a:p>
            <a:pPr marL="457200" indent="-457200">
              <a:buFont typeface="Wingdings" panose="05000000000000000000" pitchFamily="2" charset="2"/>
              <a:buNone/>
            </a:pPr>
            <a:endParaRPr lang="en-US" altLang="zh-TW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Footer Placeholder 4">
            <a:extLst>
              <a:ext uri="{FF2B5EF4-FFF2-40B4-BE49-F238E27FC236}">
                <a16:creationId xmlns:a16="http://schemas.microsoft.com/office/drawing/2014/main" id="{7BA0B1C2-791D-44E8-AE2A-D306EF0E4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64515" name="Slide Number Placeholder 5">
            <a:extLst>
              <a:ext uri="{FF2B5EF4-FFF2-40B4-BE49-F238E27FC236}">
                <a16:creationId xmlns:a16="http://schemas.microsoft.com/office/drawing/2014/main" id="{83CD3462-618F-4B6A-9ADA-BEDA5B7A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F562EEA2-6641-480C-9CDC-506C0174CDFC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64516" name="Picture 712" descr="underline_base">
            <a:extLst>
              <a:ext uri="{FF2B5EF4-FFF2-40B4-BE49-F238E27FC236}">
                <a16:creationId xmlns:a16="http://schemas.microsoft.com/office/drawing/2014/main" id="{4D7ABD8E-416C-4D58-8BB5-0D3BD91F475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5" y="83661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517" name="Rectangle 2">
            <a:extLst>
              <a:ext uri="{FF2B5EF4-FFF2-40B4-BE49-F238E27FC236}">
                <a16:creationId xmlns:a16="http://schemas.microsoft.com/office/drawing/2014/main" id="{F6FC63E5-8A99-4B5C-8C33-2AB0569ECA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57150"/>
            <a:ext cx="7772400" cy="1143000"/>
          </a:xfrm>
        </p:spPr>
        <p:txBody>
          <a:bodyPr/>
          <a:lstStyle/>
          <a:p>
            <a:r>
              <a:rPr lang="en-US" altLang="zh-TW" sz="4000"/>
              <a:t>Multiple access links, protocols</a:t>
            </a:r>
            <a:endParaRPr lang="en-US" altLang="zh-TW" sz="4800"/>
          </a:p>
        </p:txBody>
      </p:sp>
      <p:sp>
        <p:nvSpPr>
          <p:cNvPr id="64518" name="Rectangle 3">
            <a:extLst>
              <a:ext uri="{FF2B5EF4-FFF2-40B4-BE49-F238E27FC236}">
                <a16:creationId xmlns:a16="http://schemas.microsoft.com/office/drawing/2014/main" id="{16B92B52-1E40-4FE8-A66A-89CB31B7DF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5625" y="1109663"/>
            <a:ext cx="7772400" cy="32924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/>
              <a:t>two types of </a:t>
            </a:r>
            <a:r>
              <a:rPr lang="ja-JP" altLang="en-US" dirty="0"/>
              <a:t>“</a:t>
            </a:r>
            <a:r>
              <a:rPr lang="en-US" altLang="ja-JP" dirty="0"/>
              <a:t>links</a:t>
            </a:r>
            <a:r>
              <a:rPr lang="ja-JP" altLang="en-US" dirty="0"/>
              <a:t>”</a:t>
            </a:r>
            <a:r>
              <a:rPr lang="en-US" altLang="ja-JP" dirty="0"/>
              <a:t>:</a:t>
            </a:r>
          </a:p>
          <a:p>
            <a:r>
              <a:rPr lang="en-US" altLang="zh-TW" dirty="0"/>
              <a:t>point-to-point</a:t>
            </a:r>
          </a:p>
          <a:p>
            <a:pPr lvl="1"/>
            <a:r>
              <a:rPr lang="en-US" altLang="zh-TW" sz="2000" dirty="0"/>
              <a:t>PPP for dial-up access</a:t>
            </a:r>
          </a:p>
          <a:p>
            <a:pPr lvl="1"/>
            <a:r>
              <a:rPr lang="en-US" altLang="zh-TW" sz="2000" dirty="0"/>
              <a:t>point-to-point link between Ethernet switch, host</a:t>
            </a:r>
          </a:p>
          <a:p>
            <a:r>
              <a:rPr lang="en-US" altLang="zh-TW" i="1" dirty="0">
                <a:solidFill>
                  <a:srgbClr val="CC0000"/>
                </a:solidFill>
              </a:rPr>
              <a:t>broadcast (shared wire or medium)</a:t>
            </a:r>
          </a:p>
          <a:p>
            <a:pPr lvl="1"/>
            <a:r>
              <a:rPr lang="en-US" altLang="zh-TW" sz="2000" dirty="0"/>
              <a:t>old-fashioned Ethernet</a:t>
            </a:r>
          </a:p>
          <a:p>
            <a:pPr lvl="1"/>
            <a:r>
              <a:rPr lang="en-US" altLang="zh-TW" sz="2000" dirty="0"/>
              <a:t>upstream HFC</a:t>
            </a:r>
          </a:p>
          <a:p>
            <a:pPr lvl="1"/>
            <a:r>
              <a:rPr lang="en-US" altLang="zh-TW" sz="2000" dirty="0"/>
              <a:t>802.11 wireless LAN</a:t>
            </a:r>
            <a:endParaRPr lang="en-US" altLang="zh-TW" dirty="0"/>
          </a:p>
          <a:p>
            <a:endParaRPr lang="en-US" altLang="zh-TW" dirty="0"/>
          </a:p>
        </p:txBody>
      </p:sp>
      <p:sp>
        <p:nvSpPr>
          <p:cNvPr id="64519" name="Text Box 5">
            <a:extLst>
              <a:ext uri="{FF2B5EF4-FFF2-40B4-BE49-F238E27FC236}">
                <a16:creationId xmlns:a16="http://schemas.microsoft.com/office/drawing/2014/main" id="{48B7C111-7203-4356-ADC5-292830B6A4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3450" y="5694363"/>
            <a:ext cx="1601788" cy="45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shared wire (e.g.,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cabled Ethernet)</a:t>
            </a:r>
          </a:p>
        </p:txBody>
      </p:sp>
      <p:sp>
        <p:nvSpPr>
          <p:cNvPr id="64520" name="Text Box 6">
            <a:extLst>
              <a:ext uri="{FF2B5EF4-FFF2-40B4-BE49-F238E27FC236}">
                <a16:creationId xmlns:a16="http://schemas.microsoft.com/office/drawing/2014/main" id="{946B8CAD-EB87-4E21-869F-4168BAFC9D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1138" y="5683250"/>
            <a:ext cx="1751012" cy="45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shared RF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 (e.g., 802.11 Wi-Fi)</a:t>
            </a:r>
          </a:p>
        </p:txBody>
      </p:sp>
      <p:sp>
        <p:nvSpPr>
          <p:cNvPr id="64521" name="Text Box 7">
            <a:extLst>
              <a:ext uri="{FF2B5EF4-FFF2-40B4-BE49-F238E27FC236}">
                <a16:creationId xmlns:a16="http://schemas.microsoft.com/office/drawing/2014/main" id="{84426A7C-494E-4D13-9F5B-418BDDCDF6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0475" y="5691188"/>
            <a:ext cx="1011238" cy="45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shared RF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(satellite) </a:t>
            </a:r>
          </a:p>
        </p:txBody>
      </p:sp>
      <p:sp>
        <p:nvSpPr>
          <p:cNvPr id="64522" name="Text Box 8">
            <a:extLst>
              <a:ext uri="{FF2B5EF4-FFF2-40B4-BE49-F238E27FC236}">
                <a16:creationId xmlns:a16="http://schemas.microsoft.com/office/drawing/2014/main" id="{BF1B708B-F0AD-45F5-9946-F29E85C5F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3675" y="5700713"/>
            <a:ext cx="1976438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humans at a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cocktail party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i="0">
                <a:latin typeface="Arial" panose="020B0604020202020204" pitchFamily="34" charset="0"/>
              </a:rPr>
              <a:t>(shared air, acoustical)</a:t>
            </a:r>
          </a:p>
        </p:txBody>
      </p:sp>
      <p:sp>
        <p:nvSpPr>
          <p:cNvPr id="64523" name="Line 173">
            <a:extLst>
              <a:ext uri="{FF2B5EF4-FFF2-40B4-BE49-F238E27FC236}">
                <a16:creationId xmlns:a16="http://schemas.microsoft.com/office/drawing/2014/main" id="{AF597A8E-6CAB-427E-B43F-71DCA0B6171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44638" y="4522788"/>
            <a:ext cx="466725" cy="890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4524" name="Line 174">
            <a:extLst>
              <a:ext uri="{FF2B5EF4-FFF2-40B4-BE49-F238E27FC236}">
                <a16:creationId xmlns:a16="http://schemas.microsoft.com/office/drawing/2014/main" id="{81C4F27B-D8C4-4654-B9A4-5CB0ADD6C3FC}"/>
              </a:ext>
            </a:extLst>
          </p:cNvPr>
          <p:cNvSpPr>
            <a:spLocks noChangeShapeType="1"/>
          </p:cNvSpPr>
          <p:nvPr/>
        </p:nvSpPr>
        <p:spPr bwMode="auto">
          <a:xfrm>
            <a:off x="1527175" y="4994275"/>
            <a:ext cx="2428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4525" name="Line 175">
            <a:extLst>
              <a:ext uri="{FF2B5EF4-FFF2-40B4-BE49-F238E27FC236}">
                <a16:creationId xmlns:a16="http://schemas.microsoft.com/office/drawing/2014/main" id="{ACDFF2CA-F3E3-4802-8392-CB01E18BBB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2238" y="5330825"/>
            <a:ext cx="1905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4526" name="Line 176">
            <a:extLst>
              <a:ext uri="{FF2B5EF4-FFF2-40B4-BE49-F238E27FC236}">
                <a16:creationId xmlns:a16="http://schemas.microsoft.com/office/drawing/2014/main" id="{CEC02D28-68BA-4322-8145-C031D298EFF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36738" y="4854575"/>
            <a:ext cx="1778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64527" name="Group 382">
            <a:extLst>
              <a:ext uri="{FF2B5EF4-FFF2-40B4-BE49-F238E27FC236}">
                <a16:creationId xmlns:a16="http://schemas.microsoft.com/office/drawing/2014/main" id="{73364CEB-83C1-4BAF-BA03-7CFCFB1DD433}"/>
              </a:ext>
            </a:extLst>
          </p:cNvPr>
          <p:cNvGrpSpPr>
            <a:grpSpLocks/>
          </p:cNvGrpSpPr>
          <p:nvPr/>
        </p:nvGrpSpPr>
        <p:grpSpPr bwMode="auto">
          <a:xfrm>
            <a:off x="4808538" y="5362575"/>
            <a:ext cx="288925" cy="220663"/>
            <a:chOff x="2274" y="2821"/>
            <a:chExt cx="215" cy="238"/>
          </a:xfrm>
        </p:grpSpPr>
        <p:sp>
          <p:nvSpPr>
            <p:cNvPr id="64712" name="Freeform 383">
              <a:extLst>
                <a:ext uri="{FF2B5EF4-FFF2-40B4-BE49-F238E27FC236}">
                  <a16:creationId xmlns:a16="http://schemas.microsoft.com/office/drawing/2014/main" id="{D830BA43-4BA3-4771-ABE0-DCF90C3F0A2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1 w 430"/>
                <a:gd name="T19" fmla="*/ 1 h 50"/>
                <a:gd name="T20" fmla="*/ 1 w 430"/>
                <a:gd name="T21" fmla="*/ 1 h 50"/>
                <a:gd name="T22" fmla="*/ 1 w 430"/>
                <a:gd name="T23" fmla="*/ 1 h 50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430"/>
                <a:gd name="T37" fmla="*/ 0 h 50"/>
                <a:gd name="T38" fmla="*/ 430 w 430"/>
                <a:gd name="T39" fmla="*/ 50 h 50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  <a:close/>
                  <a:moveTo>
                    <a:pt x="376" y="18"/>
                  </a:moveTo>
                  <a:lnTo>
                    <a:pt x="33" y="18"/>
                  </a:lnTo>
                  <a:lnTo>
                    <a:pt x="376" y="18"/>
                  </a:lnTo>
                  <a:close/>
                </a:path>
              </a:pathLst>
            </a:custGeom>
            <a:solidFill>
              <a:srgbClr val="333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3" name="Line 384">
              <a:extLst>
                <a:ext uri="{FF2B5EF4-FFF2-40B4-BE49-F238E27FC236}">
                  <a16:creationId xmlns:a16="http://schemas.microsoft.com/office/drawing/2014/main" id="{C3835C3C-F2D9-4999-B0CD-D6AC7F7C6F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7" y="2951"/>
              <a:ext cx="30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4" name="Freeform 385">
              <a:extLst>
                <a:ext uri="{FF2B5EF4-FFF2-40B4-BE49-F238E27FC236}">
                  <a16:creationId xmlns:a16="http://schemas.microsoft.com/office/drawing/2014/main" id="{ECFDF8C8-34E5-42EB-A39C-D2133A62BE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2923"/>
              <a:ext cx="44" cy="109"/>
            </a:xfrm>
            <a:custGeom>
              <a:avLst/>
              <a:gdLst>
                <a:gd name="T0" fmla="*/ 1 w 87"/>
                <a:gd name="T1" fmla="*/ 0 h 219"/>
                <a:gd name="T2" fmla="*/ 0 w 87"/>
                <a:gd name="T3" fmla="*/ 0 h 219"/>
                <a:gd name="T4" fmla="*/ 1 w 87"/>
                <a:gd name="T5" fmla="*/ 0 h 219"/>
                <a:gd name="T6" fmla="*/ 0 60000 65536"/>
                <a:gd name="T7" fmla="*/ 0 60000 65536"/>
                <a:gd name="T8" fmla="*/ 0 60000 65536"/>
                <a:gd name="T9" fmla="*/ 0 w 87"/>
                <a:gd name="T10" fmla="*/ 0 h 219"/>
                <a:gd name="T11" fmla="*/ 87 w 87"/>
                <a:gd name="T12" fmla="*/ 219 h 21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7" h="219">
                  <a:moveTo>
                    <a:pt x="87" y="219"/>
                  </a:moveTo>
                  <a:lnTo>
                    <a:pt x="0" y="55"/>
                  </a:lnTo>
                  <a:lnTo>
                    <a:pt x="28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5" name="Line 386">
              <a:extLst>
                <a:ext uri="{FF2B5EF4-FFF2-40B4-BE49-F238E27FC236}">
                  <a16:creationId xmlns:a16="http://schemas.microsoft.com/office/drawing/2014/main" id="{0EFAA93D-0818-4F43-9E01-FF97B79ED65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00" y="2951"/>
              <a:ext cx="47" cy="8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6" name="Freeform 387">
              <a:extLst>
                <a:ext uri="{FF2B5EF4-FFF2-40B4-BE49-F238E27FC236}">
                  <a16:creationId xmlns:a16="http://schemas.microsoft.com/office/drawing/2014/main" id="{E5CA804E-1A0F-4ACA-A071-DD3B56E747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3005"/>
              <a:ext cx="86" cy="27"/>
            </a:xfrm>
            <a:custGeom>
              <a:avLst/>
              <a:gdLst>
                <a:gd name="T0" fmla="*/ 1 w 172"/>
                <a:gd name="T1" fmla="*/ 0 h 55"/>
                <a:gd name="T2" fmla="*/ 0 w 172"/>
                <a:gd name="T3" fmla="*/ 0 h 55"/>
                <a:gd name="T4" fmla="*/ 1 w 172"/>
                <a:gd name="T5" fmla="*/ 0 h 55"/>
                <a:gd name="T6" fmla="*/ 1 w 172"/>
                <a:gd name="T7" fmla="*/ 0 h 5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72"/>
                <a:gd name="T13" fmla="*/ 0 h 55"/>
                <a:gd name="T14" fmla="*/ 172 w 172"/>
                <a:gd name="T15" fmla="*/ 55 h 5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72" h="55">
                  <a:moveTo>
                    <a:pt x="28" y="55"/>
                  </a:moveTo>
                  <a:lnTo>
                    <a:pt x="0" y="0"/>
                  </a:lnTo>
                  <a:lnTo>
                    <a:pt x="172" y="0"/>
                  </a:lnTo>
                  <a:lnTo>
                    <a:pt x="146" y="55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7" name="Line 388">
              <a:extLst>
                <a:ext uri="{FF2B5EF4-FFF2-40B4-BE49-F238E27FC236}">
                  <a16:creationId xmlns:a16="http://schemas.microsoft.com/office/drawing/2014/main" id="{2621032A-E6A0-4988-AAD7-A617BEEE36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75" y="2960"/>
              <a:ext cx="46" cy="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8" name="Freeform 389">
              <a:extLst>
                <a:ext uri="{FF2B5EF4-FFF2-40B4-BE49-F238E27FC236}">
                  <a16:creationId xmlns:a16="http://schemas.microsoft.com/office/drawing/2014/main" id="{5A23B7CC-B120-443C-99F4-9B7D8347C3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30"/>
                <a:gd name="T28" fmla="*/ 0 h 50"/>
                <a:gd name="T29" fmla="*/ 430 w 430"/>
                <a:gd name="T30" fmla="*/ 50 h 50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9" name="Freeform 390">
              <a:extLst>
                <a:ext uri="{FF2B5EF4-FFF2-40B4-BE49-F238E27FC236}">
                  <a16:creationId xmlns:a16="http://schemas.microsoft.com/office/drawing/2014/main" id="{12989C61-700F-40FA-957D-718FD2E589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290" y="3043"/>
              <a:ext cx="171" cy="1"/>
            </a:xfrm>
            <a:custGeom>
              <a:avLst/>
              <a:gdLst>
                <a:gd name="T0" fmla="*/ 0 w 343"/>
                <a:gd name="T1" fmla="*/ 0 h 1"/>
                <a:gd name="T2" fmla="*/ 0 w 343"/>
                <a:gd name="T3" fmla="*/ 0 h 1"/>
                <a:gd name="T4" fmla="*/ 0 w 343"/>
                <a:gd name="T5" fmla="*/ 0 h 1"/>
                <a:gd name="T6" fmla="*/ 0 60000 65536"/>
                <a:gd name="T7" fmla="*/ 0 60000 65536"/>
                <a:gd name="T8" fmla="*/ 0 60000 65536"/>
                <a:gd name="T9" fmla="*/ 0 w 343"/>
                <a:gd name="T10" fmla="*/ 0 h 1"/>
                <a:gd name="T11" fmla="*/ 343 w 343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3" h="1">
                  <a:moveTo>
                    <a:pt x="343" y="0"/>
                  </a:moveTo>
                  <a:lnTo>
                    <a:pt x="0" y="0"/>
                  </a:lnTo>
                  <a:lnTo>
                    <a:pt x="343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20" name="Rectangle 391">
              <a:extLst>
                <a:ext uri="{FF2B5EF4-FFF2-40B4-BE49-F238E27FC236}">
                  <a16:creationId xmlns:a16="http://schemas.microsoft.com/office/drawing/2014/main" id="{DDA3A14B-7DF0-45A8-880E-3C3E541CA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7" y="2951"/>
              <a:ext cx="27" cy="83"/>
            </a:xfrm>
            <a:prstGeom prst="rect">
              <a:avLst/>
            </a:prstGeom>
            <a:solidFill>
              <a:srgbClr val="3333FF"/>
            </a:solidFill>
            <a:ln w="635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64721" name="Freeform 392">
              <a:extLst>
                <a:ext uri="{FF2B5EF4-FFF2-40B4-BE49-F238E27FC236}">
                  <a16:creationId xmlns:a16="http://schemas.microsoft.com/office/drawing/2014/main" id="{58B4F74D-E546-469A-813F-4EB3B2EA958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81" y="2821"/>
              <a:ext cx="208" cy="175"/>
            </a:xfrm>
            <a:custGeom>
              <a:avLst/>
              <a:gdLst>
                <a:gd name="T0" fmla="*/ 1 w 415"/>
                <a:gd name="T1" fmla="*/ 1 h 350"/>
                <a:gd name="T2" fmla="*/ 1 w 415"/>
                <a:gd name="T3" fmla="*/ 1 h 350"/>
                <a:gd name="T4" fmla="*/ 1 w 415"/>
                <a:gd name="T5" fmla="*/ 1 h 350"/>
                <a:gd name="T6" fmla="*/ 1 w 415"/>
                <a:gd name="T7" fmla="*/ 1 h 350"/>
                <a:gd name="T8" fmla="*/ 1 w 415"/>
                <a:gd name="T9" fmla="*/ 1 h 350"/>
                <a:gd name="T10" fmla="*/ 1 w 415"/>
                <a:gd name="T11" fmla="*/ 1 h 350"/>
                <a:gd name="T12" fmla="*/ 1 w 415"/>
                <a:gd name="T13" fmla="*/ 1 h 350"/>
                <a:gd name="T14" fmla="*/ 1 w 415"/>
                <a:gd name="T15" fmla="*/ 1 h 350"/>
                <a:gd name="T16" fmla="*/ 1 w 415"/>
                <a:gd name="T17" fmla="*/ 1 h 350"/>
                <a:gd name="T18" fmla="*/ 1 w 415"/>
                <a:gd name="T19" fmla="*/ 1 h 350"/>
                <a:gd name="T20" fmla="*/ 1 w 415"/>
                <a:gd name="T21" fmla="*/ 1 h 350"/>
                <a:gd name="T22" fmla="*/ 1 w 415"/>
                <a:gd name="T23" fmla="*/ 1 h 350"/>
                <a:gd name="T24" fmla="*/ 1 w 415"/>
                <a:gd name="T25" fmla="*/ 1 h 350"/>
                <a:gd name="T26" fmla="*/ 1 w 415"/>
                <a:gd name="T27" fmla="*/ 1 h 350"/>
                <a:gd name="T28" fmla="*/ 1 w 415"/>
                <a:gd name="T29" fmla="*/ 1 h 350"/>
                <a:gd name="T30" fmla="*/ 1 w 415"/>
                <a:gd name="T31" fmla="*/ 1 h 350"/>
                <a:gd name="T32" fmla="*/ 1 w 415"/>
                <a:gd name="T33" fmla="*/ 1 h 350"/>
                <a:gd name="T34" fmla="*/ 1 w 415"/>
                <a:gd name="T35" fmla="*/ 1 h 350"/>
                <a:gd name="T36" fmla="*/ 1 w 415"/>
                <a:gd name="T37" fmla="*/ 1 h 350"/>
                <a:gd name="T38" fmla="*/ 1 w 415"/>
                <a:gd name="T39" fmla="*/ 1 h 350"/>
                <a:gd name="T40" fmla="*/ 1 w 415"/>
                <a:gd name="T41" fmla="*/ 1 h 350"/>
                <a:gd name="T42" fmla="*/ 1 w 415"/>
                <a:gd name="T43" fmla="*/ 1 h 350"/>
                <a:gd name="T44" fmla="*/ 1 w 415"/>
                <a:gd name="T45" fmla="*/ 1 h 350"/>
                <a:gd name="T46" fmla="*/ 1 w 415"/>
                <a:gd name="T47" fmla="*/ 0 h 350"/>
                <a:gd name="T48" fmla="*/ 1 w 415"/>
                <a:gd name="T49" fmla="*/ 1 h 350"/>
                <a:gd name="T50" fmla="*/ 1 w 415"/>
                <a:gd name="T51" fmla="*/ 1 h 350"/>
                <a:gd name="T52" fmla="*/ 1 w 415"/>
                <a:gd name="T53" fmla="*/ 1 h 350"/>
                <a:gd name="T54" fmla="*/ 1 w 415"/>
                <a:gd name="T55" fmla="*/ 1 h 350"/>
                <a:gd name="T56" fmla="*/ 1 w 415"/>
                <a:gd name="T57" fmla="*/ 1 h 350"/>
                <a:gd name="T58" fmla="*/ 1 w 415"/>
                <a:gd name="T59" fmla="*/ 1 h 350"/>
                <a:gd name="T60" fmla="*/ 1 w 415"/>
                <a:gd name="T61" fmla="*/ 1 h 350"/>
                <a:gd name="T62" fmla="*/ 1 w 415"/>
                <a:gd name="T63" fmla="*/ 1 h 350"/>
                <a:gd name="T64" fmla="*/ 1 w 415"/>
                <a:gd name="T65" fmla="*/ 1 h 350"/>
                <a:gd name="T66" fmla="*/ 1 w 415"/>
                <a:gd name="T67" fmla="*/ 1 h 350"/>
                <a:gd name="T68" fmla="*/ 1 w 415"/>
                <a:gd name="T69" fmla="*/ 1 h 350"/>
                <a:gd name="T70" fmla="*/ 1 w 415"/>
                <a:gd name="T71" fmla="*/ 1 h 350"/>
                <a:gd name="T72" fmla="*/ 1 w 415"/>
                <a:gd name="T73" fmla="*/ 1 h 350"/>
                <a:gd name="T74" fmla="*/ 1 w 415"/>
                <a:gd name="T75" fmla="*/ 1 h 350"/>
                <a:gd name="T76" fmla="*/ 1 w 415"/>
                <a:gd name="T77" fmla="*/ 1 h 350"/>
                <a:gd name="T78" fmla="*/ 1 w 415"/>
                <a:gd name="T79" fmla="*/ 1 h 350"/>
                <a:gd name="T80" fmla="*/ 1 w 415"/>
                <a:gd name="T81" fmla="*/ 1 h 350"/>
                <a:gd name="T82" fmla="*/ 1 w 415"/>
                <a:gd name="T83" fmla="*/ 1 h 350"/>
                <a:gd name="T84" fmla="*/ 1 w 415"/>
                <a:gd name="T85" fmla="*/ 1 h 350"/>
                <a:gd name="T86" fmla="*/ 1 w 415"/>
                <a:gd name="T87" fmla="*/ 1 h 350"/>
                <a:gd name="T88" fmla="*/ 1 w 415"/>
                <a:gd name="T89" fmla="*/ 1 h 350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415"/>
                <a:gd name="T136" fmla="*/ 0 h 350"/>
                <a:gd name="T137" fmla="*/ 415 w 415"/>
                <a:gd name="T138" fmla="*/ 350 h 350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415" h="350">
                  <a:moveTo>
                    <a:pt x="8" y="12"/>
                  </a:moveTo>
                  <a:lnTo>
                    <a:pt x="1" y="32"/>
                  </a:lnTo>
                  <a:lnTo>
                    <a:pt x="0" y="53"/>
                  </a:lnTo>
                  <a:lnTo>
                    <a:pt x="3" y="78"/>
                  </a:lnTo>
                  <a:lnTo>
                    <a:pt x="8" y="103"/>
                  </a:lnTo>
                  <a:lnTo>
                    <a:pt x="18" y="130"/>
                  </a:lnTo>
                  <a:lnTo>
                    <a:pt x="34" y="158"/>
                  </a:lnTo>
                  <a:lnTo>
                    <a:pt x="51" y="185"/>
                  </a:lnTo>
                  <a:lnTo>
                    <a:pt x="73" y="211"/>
                  </a:lnTo>
                  <a:lnTo>
                    <a:pt x="97" y="236"/>
                  </a:lnTo>
                  <a:lnTo>
                    <a:pt x="124" y="261"/>
                  </a:lnTo>
                  <a:lnTo>
                    <a:pt x="151" y="282"/>
                  </a:lnTo>
                  <a:lnTo>
                    <a:pt x="182" y="302"/>
                  </a:lnTo>
                  <a:lnTo>
                    <a:pt x="212" y="318"/>
                  </a:lnTo>
                  <a:lnTo>
                    <a:pt x="242" y="332"/>
                  </a:lnTo>
                  <a:lnTo>
                    <a:pt x="270" y="341"/>
                  </a:lnTo>
                  <a:lnTo>
                    <a:pt x="299" y="346"/>
                  </a:lnTo>
                  <a:lnTo>
                    <a:pt x="325" y="350"/>
                  </a:lnTo>
                  <a:lnTo>
                    <a:pt x="349" y="346"/>
                  </a:lnTo>
                  <a:lnTo>
                    <a:pt x="371" y="341"/>
                  </a:lnTo>
                  <a:lnTo>
                    <a:pt x="388" y="332"/>
                  </a:lnTo>
                  <a:lnTo>
                    <a:pt x="402" y="318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  <a:moveTo>
                    <a:pt x="8" y="12"/>
                  </a:moveTo>
                  <a:lnTo>
                    <a:pt x="14" y="5"/>
                  </a:lnTo>
                  <a:lnTo>
                    <a:pt x="24" y="0"/>
                  </a:lnTo>
                  <a:lnTo>
                    <a:pt x="38" y="0"/>
                  </a:lnTo>
                  <a:lnTo>
                    <a:pt x="56" y="2"/>
                  </a:lnTo>
                  <a:lnTo>
                    <a:pt x="77" y="7"/>
                  </a:lnTo>
                  <a:lnTo>
                    <a:pt x="100" y="16"/>
                  </a:lnTo>
                  <a:lnTo>
                    <a:pt x="126" y="26"/>
                  </a:lnTo>
                  <a:lnTo>
                    <a:pt x="153" y="41"/>
                  </a:lnTo>
                  <a:lnTo>
                    <a:pt x="182" y="57"/>
                  </a:lnTo>
                  <a:lnTo>
                    <a:pt x="210" y="74"/>
                  </a:lnTo>
                  <a:lnTo>
                    <a:pt x="239" y="94"/>
                  </a:lnTo>
                  <a:lnTo>
                    <a:pt x="268" y="115"/>
                  </a:lnTo>
                  <a:lnTo>
                    <a:pt x="295" y="138"/>
                  </a:lnTo>
                  <a:lnTo>
                    <a:pt x="321" y="160"/>
                  </a:lnTo>
                  <a:lnTo>
                    <a:pt x="345" y="183"/>
                  </a:lnTo>
                  <a:lnTo>
                    <a:pt x="365" y="204"/>
                  </a:lnTo>
                  <a:lnTo>
                    <a:pt x="382" y="226"/>
                  </a:lnTo>
                  <a:lnTo>
                    <a:pt x="396" y="245"/>
                  </a:lnTo>
                  <a:lnTo>
                    <a:pt x="406" y="263"/>
                  </a:lnTo>
                  <a:lnTo>
                    <a:pt x="412" y="279"/>
                  </a:lnTo>
                  <a:lnTo>
                    <a:pt x="415" y="291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22" name="Line 393">
              <a:extLst>
                <a:ext uri="{FF2B5EF4-FFF2-40B4-BE49-F238E27FC236}">
                  <a16:creationId xmlns:a16="http://schemas.microsoft.com/office/drawing/2014/main" id="{2788785D-3AB5-4C25-834B-23794258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85" y="2824"/>
              <a:ext cx="136" cy="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23" name="Line 394">
              <a:extLst>
                <a:ext uri="{FF2B5EF4-FFF2-40B4-BE49-F238E27FC236}">
                  <a16:creationId xmlns:a16="http://schemas.microsoft.com/office/drawing/2014/main" id="{7D1129C1-DEC2-43E5-98DD-38E4FC0A43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72" y="2826"/>
              <a:ext cx="49" cy="10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24" name="Line 395">
              <a:extLst>
                <a:ext uri="{FF2B5EF4-FFF2-40B4-BE49-F238E27FC236}">
                  <a16:creationId xmlns:a16="http://schemas.microsoft.com/office/drawing/2014/main" id="{A7D69E81-76BF-4254-A08E-B8FA853FB2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1" y="2826"/>
              <a:ext cx="67" cy="144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25" name="Freeform 396">
              <a:extLst>
                <a:ext uri="{FF2B5EF4-FFF2-40B4-BE49-F238E27FC236}">
                  <a16:creationId xmlns:a16="http://schemas.microsoft.com/office/drawing/2014/main" id="{368D89E4-1F79-4597-829C-BE2033D5D8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2902"/>
              <a:ext cx="51" cy="40"/>
            </a:xfrm>
            <a:custGeom>
              <a:avLst/>
              <a:gdLst>
                <a:gd name="T0" fmla="*/ 0 w 101"/>
                <a:gd name="T1" fmla="*/ 1 h 80"/>
                <a:gd name="T2" fmla="*/ 1 w 101"/>
                <a:gd name="T3" fmla="*/ 0 h 80"/>
                <a:gd name="T4" fmla="*/ 1 w 101"/>
                <a:gd name="T5" fmla="*/ 1 h 80"/>
                <a:gd name="T6" fmla="*/ 1 w 101"/>
                <a:gd name="T7" fmla="*/ 1 h 80"/>
                <a:gd name="T8" fmla="*/ 1 w 101"/>
                <a:gd name="T9" fmla="*/ 1 h 80"/>
                <a:gd name="T10" fmla="*/ 1 w 101"/>
                <a:gd name="T11" fmla="*/ 1 h 80"/>
                <a:gd name="T12" fmla="*/ 1 w 101"/>
                <a:gd name="T13" fmla="*/ 1 h 80"/>
                <a:gd name="T14" fmla="*/ 1 w 101"/>
                <a:gd name="T15" fmla="*/ 1 h 80"/>
                <a:gd name="T16" fmla="*/ 1 w 101"/>
                <a:gd name="T17" fmla="*/ 1 h 80"/>
                <a:gd name="T18" fmla="*/ 1 w 101"/>
                <a:gd name="T19" fmla="*/ 1 h 80"/>
                <a:gd name="T20" fmla="*/ 1 w 101"/>
                <a:gd name="T21" fmla="*/ 1 h 80"/>
                <a:gd name="T22" fmla="*/ 1 w 101"/>
                <a:gd name="T23" fmla="*/ 1 h 80"/>
                <a:gd name="T24" fmla="*/ 1 w 101"/>
                <a:gd name="T25" fmla="*/ 1 h 80"/>
                <a:gd name="T26" fmla="*/ 1 w 101"/>
                <a:gd name="T27" fmla="*/ 1 h 80"/>
                <a:gd name="T28" fmla="*/ 1 w 101"/>
                <a:gd name="T29" fmla="*/ 1 h 80"/>
                <a:gd name="T30" fmla="*/ 1 w 101"/>
                <a:gd name="T31" fmla="*/ 1 h 80"/>
                <a:gd name="T32" fmla="*/ 1 w 101"/>
                <a:gd name="T33" fmla="*/ 1 h 80"/>
                <a:gd name="T34" fmla="*/ 1 w 101"/>
                <a:gd name="T35" fmla="*/ 1 h 80"/>
                <a:gd name="T36" fmla="*/ 1 w 101"/>
                <a:gd name="T37" fmla="*/ 1 h 80"/>
                <a:gd name="T38" fmla="*/ 1 w 101"/>
                <a:gd name="T39" fmla="*/ 1 h 80"/>
                <a:gd name="T40" fmla="*/ 1 w 101"/>
                <a:gd name="T41" fmla="*/ 1 h 80"/>
                <a:gd name="T42" fmla="*/ 0 w 101"/>
                <a:gd name="T43" fmla="*/ 1 h 80"/>
                <a:gd name="T44" fmla="*/ 0 w 101"/>
                <a:gd name="T45" fmla="*/ 1 h 80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101"/>
                <a:gd name="T70" fmla="*/ 0 h 80"/>
                <a:gd name="T71" fmla="*/ 101 w 101"/>
                <a:gd name="T72" fmla="*/ 80 h 80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101" h="80">
                  <a:moveTo>
                    <a:pt x="0" y="3"/>
                  </a:moveTo>
                  <a:lnTo>
                    <a:pt x="4" y="0"/>
                  </a:lnTo>
                  <a:lnTo>
                    <a:pt x="13" y="1"/>
                  </a:lnTo>
                  <a:lnTo>
                    <a:pt x="24" y="3"/>
                  </a:lnTo>
                  <a:lnTo>
                    <a:pt x="37" y="10"/>
                  </a:lnTo>
                  <a:lnTo>
                    <a:pt x="51" y="19"/>
                  </a:lnTo>
                  <a:lnTo>
                    <a:pt x="66" y="30"/>
                  </a:lnTo>
                  <a:lnTo>
                    <a:pt x="79" y="40"/>
                  </a:lnTo>
                  <a:lnTo>
                    <a:pt x="90" y="51"/>
                  </a:lnTo>
                  <a:lnTo>
                    <a:pt x="97" y="62"/>
                  </a:lnTo>
                  <a:lnTo>
                    <a:pt x="101" y="71"/>
                  </a:lnTo>
                  <a:lnTo>
                    <a:pt x="101" y="76"/>
                  </a:lnTo>
                  <a:lnTo>
                    <a:pt x="97" y="80"/>
                  </a:lnTo>
                  <a:lnTo>
                    <a:pt x="90" y="78"/>
                  </a:lnTo>
                  <a:lnTo>
                    <a:pt x="79" y="74"/>
                  </a:lnTo>
                  <a:lnTo>
                    <a:pt x="66" y="69"/>
                  </a:lnTo>
                  <a:lnTo>
                    <a:pt x="51" y="60"/>
                  </a:lnTo>
                  <a:lnTo>
                    <a:pt x="37" y="49"/>
                  </a:lnTo>
                  <a:lnTo>
                    <a:pt x="23" y="39"/>
                  </a:lnTo>
                  <a:lnTo>
                    <a:pt x="13" y="28"/>
                  </a:lnTo>
                  <a:lnTo>
                    <a:pt x="4" y="17"/>
                  </a:lnTo>
                  <a:lnTo>
                    <a:pt x="0" y="8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28" name="Group 398">
            <a:extLst>
              <a:ext uri="{FF2B5EF4-FFF2-40B4-BE49-F238E27FC236}">
                <a16:creationId xmlns:a16="http://schemas.microsoft.com/office/drawing/2014/main" id="{3C70FFCE-DD09-45D1-A1B1-54CB1C76619D}"/>
              </a:ext>
            </a:extLst>
          </p:cNvPr>
          <p:cNvGrpSpPr>
            <a:grpSpLocks/>
          </p:cNvGrpSpPr>
          <p:nvPr/>
        </p:nvGrpSpPr>
        <p:grpSpPr bwMode="auto">
          <a:xfrm>
            <a:off x="5314950" y="5343525"/>
            <a:ext cx="223838" cy="254000"/>
            <a:chOff x="2274" y="2821"/>
            <a:chExt cx="215" cy="238"/>
          </a:xfrm>
        </p:grpSpPr>
        <p:sp>
          <p:nvSpPr>
            <p:cNvPr id="64698" name="Freeform 399">
              <a:extLst>
                <a:ext uri="{FF2B5EF4-FFF2-40B4-BE49-F238E27FC236}">
                  <a16:creationId xmlns:a16="http://schemas.microsoft.com/office/drawing/2014/main" id="{10A6DEAC-E404-4724-80E7-A80ED85549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1 w 430"/>
                <a:gd name="T19" fmla="*/ 1 h 50"/>
                <a:gd name="T20" fmla="*/ 1 w 430"/>
                <a:gd name="T21" fmla="*/ 1 h 50"/>
                <a:gd name="T22" fmla="*/ 1 w 430"/>
                <a:gd name="T23" fmla="*/ 1 h 50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430"/>
                <a:gd name="T37" fmla="*/ 0 h 50"/>
                <a:gd name="T38" fmla="*/ 430 w 430"/>
                <a:gd name="T39" fmla="*/ 50 h 50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  <a:close/>
                  <a:moveTo>
                    <a:pt x="376" y="18"/>
                  </a:moveTo>
                  <a:lnTo>
                    <a:pt x="33" y="18"/>
                  </a:lnTo>
                  <a:lnTo>
                    <a:pt x="376" y="18"/>
                  </a:lnTo>
                  <a:close/>
                </a:path>
              </a:pathLst>
            </a:custGeom>
            <a:solidFill>
              <a:srgbClr val="333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9" name="Line 400">
              <a:extLst>
                <a:ext uri="{FF2B5EF4-FFF2-40B4-BE49-F238E27FC236}">
                  <a16:creationId xmlns:a16="http://schemas.microsoft.com/office/drawing/2014/main" id="{0ED17A03-41C5-4FBE-9A53-736834C051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7" y="2951"/>
              <a:ext cx="30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0" name="Freeform 401">
              <a:extLst>
                <a:ext uri="{FF2B5EF4-FFF2-40B4-BE49-F238E27FC236}">
                  <a16:creationId xmlns:a16="http://schemas.microsoft.com/office/drawing/2014/main" id="{0BEBB64B-88AE-42B7-9F55-4F7C6E3375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2923"/>
              <a:ext cx="44" cy="109"/>
            </a:xfrm>
            <a:custGeom>
              <a:avLst/>
              <a:gdLst>
                <a:gd name="T0" fmla="*/ 1 w 87"/>
                <a:gd name="T1" fmla="*/ 0 h 219"/>
                <a:gd name="T2" fmla="*/ 0 w 87"/>
                <a:gd name="T3" fmla="*/ 0 h 219"/>
                <a:gd name="T4" fmla="*/ 1 w 87"/>
                <a:gd name="T5" fmla="*/ 0 h 219"/>
                <a:gd name="T6" fmla="*/ 0 60000 65536"/>
                <a:gd name="T7" fmla="*/ 0 60000 65536"/>
                <a:gd name="T8" fmla="*/ 0 60000 65536"/>
                <a:gd name="T9" fmla="*/ 0 w 87"/>
                <a:gd name="T10" fmla="*/ 0 h 219"/>
                <a:gd name="T11" fmla="*/ 87 w 87"/>
                <a:gd name="T12" fmla="*/ 219 h 21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7" h="219">
                  <a:moveTo>
                    <a:pt x="87" y="219"/>
                  </a:moveTo>
                  <a:lnTo>
                    <a:pt x="0" y="55"/>
                  </a:lnTo>
                  <a:lnTo>
                    <a:pt x="28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1" name="Line 402">
              <a:extLst>
                <a:ext uri="{FF2B5EF4-FFF2-40B4-BE49-F238E27FC236}">
                  <a16:creationId xmlns:a16="http://schemas.microsoft.com/office/drawing/2014/main" id="{9611A025-C301-4865-92CE-C3DDD0DD5C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00" y="2951"/>
              <a:ext cx="47" cy="8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2" name="Freeform 403">
              <a:extLst>
                <a:ext uri="{FF2B5EF4-FFF2-40B4-BE49-F238E27FC236}">
                  <a16:creationId xmlns:a16="http://schemas.microsoft.com/office/drawing/2014/main" id="{0951A479-03F1-497D-8425-67B698ED71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3005"/>
              <a:ext cx="86" cy="27"/>
            </a:xfrm>
            <a:custGeom>
              <a:avLst/>
              <a:gdLst>
                <a:gd name="T0" fmla="*/ 1 w 172"/>
                <a:gd name="T1" fmla="*/ 0 h 55"/>
                <a:gd name="T2" fmla="*/ 0 w 172"/>
                <a:gd name="T3" fmla="*/ 0 h 55"/>
                <a:gd name="T4" fmla="*/ 1 w 172"/>
                <a:gd name="T5" fmla="*/ 0 h 55"/>
                <a:gd name="T6" fmla="*/ 1 w 172"/>
                <a:gd name="T7" fmla="*/ 0 h 5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72"/>
                <a:gd name="T13" fmla="*/ 0 h 55"/>
                <a:gd name="T14" fmla="*/ 172 w 172"/>
                <a:gd name="T15" fmla="*/ 55 h 5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72" h="55">
                  <a:moveTo>
                    <a:pt x="28" y="55"/>
                  </a:moveTo>
                  <a:lnTo>
                    <a:pt x="0" y="0"/>
                  </a:lnTo>
                  <a:lnTo>
                    <a:pt x="172" y="0"/>
                  </a:lnTo>
                  <a:lnTo>
                    <a:pt x="146" y="55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3" name="Line 404">
              <a:extLst>
                <a:ext uri="{FF2B5EF4-FFF2-40B4-BE49-F238E27FC236}">
                  <a16:creationId xmlns:a16="http://schemas.microsoft.com/office/drawing/2014/main" id="{6D0FCFAE-582C-4036-B12E-EF27FE1C9F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75" y="2960"/>
              <a:ext cx="46" cy="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4" name="Freeform 405">
              <a:extLst>
                <a:ext uri="{FF2B5EF4-FFF2-40B4-BE49-F238E27FC236}">
                  <a16:creationId xmlns:a16="http://schemas.microsoft.com/office/drawing/2014/main" id="{5692BB90-67FF-4F4A-91F2-CF6DD0DD17A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30"/>
                <a:gd name="T28" fmla="*/ 0 h 50"/>
                <a:gd name="T29" fmla="*/ 430 w 430"/>
                <a:gd name="T30" fmla="*/ 50 h 50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5" name="Freeform 406">
              <a:extLst>
                <a:ext uri="{FF2B5EF4-FFF2-40B4-BE49-F238E27FC236}">
                  <a16:creationId xmlns:a16="http://schemas.microsoft.com/office/drawing/2014/main" id="{96D589E3-18E8-4907-A171-5C52CBD72E0F}"/>
                </a:ext>
              </a:extLst>
            </p:cNvPr>
            <p:cNvSpPr>
              <a:spLocks/>
            </p:cNvSpPr>
            <p:nvPr/>
          </p:nvSpPr>
          <p:spPr bwMode="auto">
            <a:xfrm>
              <a:off x="2290" y="3043"/>
              <a:ext cx="171" cy="1"/>
            </a:xfrm>
            <a:custGeom>
              <a:avLst/>
              <a:gdLst>
                <a:gd name="T0" fmla="*/ 0 w 343"/>
                <a:gd name="T1" fmla="*/ 0 h 1"/>
                <a:gd name="T2" fmla="*/ 0 w 343"/>
                <a:gd name="T3" fmla="*/ 0 h 1"/>
                <a:gd name="T4" fmla="*/ 0 w 343"/>
                <a:gd name="T5" fmla="*/ 0 h 1"/>
                <a:gd name="T6" fmla="*/ 0 60000 65536"/>
                <a:gd name="T7" fmla="*/ 0 60000 65536"/>
                <a:gd name="T8" fmla="*/ 0 60000 65536"/>
                <a:gd name="T9" fmla="*/ 0 w 343"/>
                <a:gd name="T10" fmla="*/ 0 h 1"/>
                <a:gd name="T11" fmla="*/ 343 w 343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3" h="1">
                  <a:moveTo>
                    <a:pt x="343" y="0"/>
                  </a:moveTo>
                  <a:lnTo>
                    <a:pt x="0" y="0"/>
                  </a:lnTo>
                  <a:lnTo>
                    <a:pt x="343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6" name="Rectangle 407">
              <a:extLst>
                <a:ext uri="{FF2B5EF4-FFF2-40B4-BE49-F238E27FC236}">
                  <a16:creationId xmlns:a16="http://schemas.microsoft.com/office/drawing/2014/main" id="{FC81AA92-363D-4D18-A9A1-35E2FFFE86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7" y="2951"/>
              <a:ext cx="27" cy="83"/>
            </a:xfrm>
            <a:prstGeom prst="rect">
              <a:avLst/>
            </a:prstGeom>
            <a:solidFill>
              <a:srgbClr val="3333FF"/>
            </a:solidFill>
            <a:ln w="635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64707" name="Freeform 408">
              <a:extLst>
                <a:ext uri="{FF2B5EF4-FFF2-40B4-BE49-F238E27FC236}">
                  <a16:creationId xmlns:a16="http://schemas.microsoft.com/office/drawing/2014/main" id="{DC2148D3-B8EC-4D06-9F72-ADADA29BD1A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81" y="2821"/>
              <a:ext cx="208" cy="175"/>
            </a:xfrm>
            <a:custGeom>
              <a:avLst/>
              <a:gdLst>
                <a:gd name="T0" fmla="*/ 1 w 415"/>
                <a:gd name="T1" fmla="*/ 1 h 350"/>
                <a:gd name="T2" fmla="*/ 1 w 415"/>
                <a:gd name="T3" fmla="*/ 1 h 350"/>
                <a:gd name="T4" fmla="*/ 1 w 415"/>
                <a:gd name="T5" fmla="*/ 1 h 350"/>
                <a:gd name="T6" fmla="*/ 1 w 415"/>
                <a:gd name="T7" fmla="*/ 1 h 350"/>
                <a:gd name="T8" fmla="*/ 1 w 415"/>
                <a:gd name="T9" fmla="*/ 1 h 350"/>
                <a:gd name="T10" fmla="*/ 1 w 415"/>
                <a:gd name="T11" fmla="*/ 1 h 350"/>
                <a:gd name="T12" fmla="*/ 1 w 415"/>
                <a:gd name="T13" fmla="*/ 1 h 350"/>
                <a:gd name="T14" fmla="*/ 1 w 415"/>
                <a:gd name="T15" fmla="*/ 1 h 350"/>
                <a:gd name="T16" fmla="*/ 1 w 415"/>
                <a:gd name="T17" fmla="*/ 1 h 350"/>
                <a:gd name="T18" fmla="*/ 1 w 415"/>
                <a:gd name="T19" fmla="*/ 1 h 350"/>
                <a:gd name="T20" fmla="*/ 1 w 415"/>
                <a:gd name="T21" fmla="*/ 1 h 350"/>
                <a:gd name="T22" fmla="*/ 1 w 415"/>
                <a:gd name="T23" fmla="*/ 1 h 350"/>
                <a:gd name="T24" fmla="*/ 1 w 415"/>
                <a:gd name="T25" fmla="*/ 1 h 350"/>
                <a:gd name="T26" fmla="*/ 1 w 415"/>
                <a:gd name="T27" fmla="*/ 1 h 350"/>
                <a:gd name="T28" fmla="*/ 1 w 415"/>
                <a:gd name="T29" fmla="*/ 1 h 350"/>
                <a:gd name="T30" fmla="*/ 1 w 415"/>
                <a:gd name="T31" fmla="*/ 1 h 350"/>
                <a:gd name="T32" fmla="*/ 1 w 415"/>
                <a:gd name="T33" fmla="*/ 1 h 350"/>
                <a:gd name="T34" fmla="*/ 1 w 415"/>
                <a:gd name="T35" fmla="*/ 1 h 350"/>
                <a:gd name="T36" fmla="*/ 1 w 415"/>
                <a:gd name="T37" fmla="*/ 1 h 350"/>
                <a:gd name="T38" fmla="*/ 1 w 415"/>
                <a:gd name="T39" fmla="*/ 1 h 350"/>
                <a:gd name="T40" fmla="*/ 1 w 415"/>
                <a:gd name="T41" fmla="*/ 1 h 350"/>
                <a:gd name="T42" fmla="*/ 1 w 415"/>
                <a:gd name="T43" fmla="*/ 1 h 350"/>
                <a:gd name="T44" fmla="*/ 1 w 415"/>
                <a:gd name="T45" fmla="*/ 1 h 350"/>
                <a:gd name="T46" fmla="*/ 1 w 415"/>
                <a:gd name="T47" fmla="*/ 0 h 350"/>
                <a:gd name="T48" fmla="*/ 1 w 415"/>
                <a:gd name="T49" fmla="*/ 1 h 350"/>
                <a:gd name="T50" fmla="*/ 1 w 415"/>
                <a:gd name="T51" fmla="*/ 1 h 350"/>
                <a:gd name="T52" fmla="*/ 1 w 415"/>
                <a:gd name="T53" fmla="*/ 1 h 350"/>
                <a:gd name="T54" fmla="*/ 1 w 415"/>
                <a:gd name="T55" fmla="*/ 1 h 350"/>
                <a:gd name="T56" fmla="*/ 1 w 415"/>
                <a:gd name="T57" fmla="*/ 1 h 350"/>
                <a:gd name="T58" fmla="*/ 1 w 415"/>
                <a:gd name="T59" fmla="*/ 1 h 350"/>
                <a:gd name="T60" fmla="*/ 1 w 415"/>
                <a:gd name="T61" fmla="*/ 1 h 350"/>
                <a:gd name="T62" fmla="*/ 1 w 415"/>
                <a:gd name="T63" fmla="*/ 1 h 350"/>
                <a:gd name="T64" fmla="*/ 1 w 415"/>
                <a:gd name="T65" fmla="*/ 1 h 350"/>
                <a:gd name="T66" fmla="*/ 1 w 415"/>
                <a:gd name="T67" fmla="*/ 1 h 350"/>
                <a:gd name="T68" fmla="*/ 1 w 415"/>
                <a:gd name="T69" fmla="*/ 1 h 350"/>
                <a:gd name="T70" fmla="*/ 1 w 415"/>
                <a:gd name="T71" fmla="*/ 1 h 350"/>
                <a:gd name="T72" fmla="*/ 1 w 415"/>
                <a:gd name="T73" fmla="*/ 1 h 350"/>
                <a:gd name="T74" fmla="*/ 1 w 415"/>
                <a:gd name="T75" fmla="*/ 1 h 350"/>
                <a:gd name="T76" fmla="*/ 1 w 415"/>
                <a:gd name="T77" fmla="*/ 1 h 350"/>
                <a:gd name="T78" fmla="*/ 1 w 415"/>
                <a:gd name="T79" fmla="*/ 1 h 350"/>
                <a:gd name="T80" fmla="*/ 1 w 415"/>
                <a:gd name="T81" fmla="*/ 1 h 350"/>
                <a:gd name="T82" fmla="*/ 1 w 415"/>
                <a:gd name="T83" fmla="*/ 1 h 350"/>
                <a:gd name="T84" fmla="*/ 1 w 415"/>
                <a:gd name="T85" fmla="*/ 1 h 350"/>
                <a:gd name="T86" fmla="*/ 1 w 415"/>
                <a:gd name="T87" fmla="*/ 1 h 350"/>
                <a:gd name="T88" fmla="*/ 1 w 415"/>
                <a:gd name="T89" fmla="*/ 1 h 350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415"/>
                <a:gd name="T136" fmla="*/ 0 h 350"/>
                <a:gd name="T137" fmla="*/ 415 w 415"/>
                <a:gd name="T138" fmla="*/ 350 h 350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415" h="350">
                  <a:moveTo>
                    <a:pt x="8" y="12"/>
                  </a:moveTo>
                  <a:lnTo>
                    <a:pt x="1" y="32"/>
                  </a:lnTo>
                  <a:lnTo>
                    <a:pt x="0" y="53"/>
                  </a:lnTo>
                  <a:lnTo>
                    <a:pt x="3" y="78"/>
                  </a:lnTo>
                  <a:lnTo>
                    <a:pt x="8" y="103"/>
                  </a:lnTo>
                  <a:lnTo>
                    <a:pt x="18" y="130"/>
                  </a:lnTo>
                  <a:lnTo>
                    <a:pt x="34" y="158"/>
                  </a:lnTo>
                  <a:lnTo>
                    <a:pt x="51" y="185"/>
                  </a:lnTo>
                  <a:lnTo>
                    <a:pt x="73" y="211"/>
                  </a:lnTo>
                  <a:lnTo>
                    <a:pt x="97" y="236"/>
                  </a:lnTo>
                  <a:lnTo>
                    <a:pt x="124" y="261"/>
                  </a:lnTo>
                  <a:lnTo>
                    <a:pt x="151" y="282"/>
                  </a:lnTo>
                  <a:lnTo>
                    <a:pt x="182" y="302"/>
                  </a:lnTo>
                  <a:lnTo>
                    <a:pt x="212" y="318"/>
                  </a:lnTo>
                  <a:lnTo>
                    <a:pt x="242" y="332"/>
                  </a:lnTo>
                  <a:lnTo>
                    <a:pt x="270" y="341"/>
                  </a:lnTo>
                  <a:lnTo>
                    <a:pt x="299" y="346"/>
                  </a:lnTo>
                  <a:lnTo>
                    <a:pt x="325" y="350"/>
                  </a:lnTo>
                  <a:lnTo>
                    <a:pt x="349" y="346"/>
                  </a:lnTo>
                  <a:lnTo>
                    <a:pt x="371" y="341"/>
                  </a:lnTo>
                  <a:lnTo>
                    <a:pt x="388" y="332"/>
                  </a:lnTo>
                  <a:lnTo>
                    <a:pt x="402" y="318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  <a:moveTo>
                    <a:pt x="8" y="12"/>
                  </a:moveTo>
                  <a:lnTo>
                    <a:pt x="14" y="5"/>
                  </a:lnTo>
                  <a:lnTo>
                    <a:pt x="24" y="0"/>
                  </a:lnTo>
                  <a:lnTo>
                    <a:pt x="38" y="0"/>
                  </a:lnTo>
                  <a:lnTo>
                    <a:pt x="56" y="2"/>
                  </a:lnTo>
                  <a:lnTo>
                    <a:pt x="77" y="7"/>
                  </a:lnTo>
                  <a:lnTo>
                    <a:pt x="100" y="16"/>
                  </a:lnTo>
                  <a:lnTo>
                    <a:pt x="126" y="26"/>
                  </a:lnTo>
                  <a:lnTo>
                    <a:pt x="153" y="41"/>
                  </a:lnTo>
                  <a:lnTo>
                    <a:pt x="182" y="57"/>
                  </a:lnTo>
                  <a:lnTo>
                    <a:pt x="210" y="74"/>
                  </a:lnTo>
                  <a:lnTo>
                    <a:pt x="239" y="94"/>
                  </a:lnTo>
                  <a:lnTo>
                    <a:pt x="268" y="115"/>
                  </a:lnTo>
                  <a:lnTo>
                    <a:pt x="295" y="138"/>
                  </a:lnTo>
                  <a:lnTo>
                    <a:pt x="321" y="160"/>
                  </a:lnTo>
                  <a:lnTo>
                    <a:pt x="345" y="183"/>
                  </a:lnTo>
                  <a:lnTo>
                    <a:pt x="365" y="204"/>
                  </a:lnTo>
                  <a:lnTo>
                    <a:pt x="382" y="226"/>
                  </a:lnTo>
                  <a:lnTo>
                    <a:pt x="396" y="245"/>
                  </a:lnTo>
                  <a:lnTo>
                    <a:pt x="406" y="263"/>
                  </a:lnTo>
                  <a:lnTo>
                    <a:pt x="412" y="279"/>
                  </a:lnTo>
                  <a:lnTo>
                    <a:pt x="415" y="291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8" name="Line 409">
              <a:extLst>
                <a:ext uri="{FF2B5EF4-FFF2-40B4-BE49-F238E27FC236}">
                  <a16:creationId xmlns:a16="http://schemas.microsoft.com/office/drawing/2014/main" id="{343BC179-1A75-4593-B23E-B0DA074AAD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85" y="2824"/>
              <a:ext cx="136" cy="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09" name="Line 410">
              <a:extLst>
                <a:ext uri="{FF2B5EF4-FFF2-40B4-BE49-F238E27FC236}">
                  <a16:creationId xmlns:a16="http://schemas.microsoft.com/office/drawing/2014/main" id="{0761EF3C-3ABC-4950-A50F-04A5A657DD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72" y="2826"/>
              <a:ext cx="49" cy="10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0" name="Line 411">
              <a:extLst>
                <a:ext uri="{FF2B5EF4-FFF2-40B4-BE49-F238E27FC236}">
                  <a16:creationId xmlns:a16="http://schemas.microsoft.com/office/drawing/2014/main" id="{0B34D32D-DB6E-44F8-8F09-837AF1025C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1" y="2826"/>
              <a:ext cx="67" cy="144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711" name="Freeform 412">
              <a:extLst>
                <a:ext uri="{FF2B5EF4-FFF2-40B4-BE49-F238E27FC236}">
                  <a16:creationId xmlns:a16="http://schemas.microsoft.com/office/drawing/2014/main" id="{853A1575-8C98-4463-9FF7-9651A1C1592B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2902"/>
              <a:ext cx="51" cy="40"/>
            </a:xfrm>
            <a:custGeom>
              <a:avLst/>
              <a:gdLst>
                <a:gd name="T0" fmla="*/ 0 w 101"/>
                <a:gd name="T1" fmla="*/ 1 h 80"/>
                <a:gd name="T2" fmla="*/ 1 w 101"/>
                <a:gd name="T3" fmla="*/ 0 h 80"/>
                <a:gd name="T4" fmla="*/ 1 w 101"/>
                <a:gd name="T5" fmla="*/ 1 h 80"/>
                <a:gd name="T6" fmla="*/ 1 w 101"/>
                <a:gd name="T7" fmla="*/ 1 h 80"/>
                <a:gd name="T8" fmla="*/ 1 w 101"/>
                <a:gd name="T9" fmla="*/ 1 h 80"/>
                <a:gd name="T10" fmla="*/ 1 w 101"/>
                <a:gd name="T11" fmla="*/ 1 h 80"/>
                <a:gd name="T12" fmla="*/ 1 w 101"/>
                <a:gd name="T13" fmla="*/ 1 h 80"/>
                <a:gd name="T14" fmla="*/ 1 w 101"/>
                <a:gd name="T15" fmla="*/ 1 h 80"/>
                <a:gd name="T16" fmla="*/ 1 w 101"/>
                <a:gd name="T17" fmla="*/ 1 h 80"/>
                <a:gd name="T18" fmla="*/ 1 w 101"/>
                <a:gd name="T19" fmla="*/ 1 h 80"/>
                <a:gd name="T20" fmla="*/ 1 w 101"/>
                <a:gd name="T21" fmla="*/ 1 h 80"/>
                <a:gd name="T22" fmla="*/ 1 w 101"/>
                <a:gd name="T23" fmla="*/ 1 h 80"/>
                <a:gd name="T24" fmla="*/ 1 w 101"/>
                <a:gd name="T25" fmla="*/ 1 h 80"/>
                <a:gd name="T26" fmla="*/ 1 w 101"/>
                <a:gd name="T27" fmla="*/ 1 h 80"/>
                <a:gd name="T28" fmla="*/ 1 w 101"/>
                <a:gd name="T29" fmla="*/ 1 h 80"/>
                <a:gd name="T30" fmla="*/ 1 w 101"/>
                <a:gd name="T31" fmla="*/ 1 h 80"/>
                <a:gd name="T32" fmla="*/ 1 w 101"/>
                <a:gd name="T33" fmla="*/ 1 h 80"/>
                <a:gd name="T34" fmla="*/ 1 w 101"/>
                <a:gd name="T35" fmla="*/ 1 h 80"/>
                <a:gd name="T36" fmla="*/ 1 w 101"/>
                <a:gd name="T37" fmla="*/ 1 h 80"/>
                <a:gd name="T38" fmla="*/ 1 w 101"/>
                <a:gd name="T39" fmla="*/ 1 h 80"/>
                <a:gd name="T40" fmla="*/ 1 w 101"/>
                <a:gd name="T41" fmla="*/ 1 h 80"/>
                <a:gd name="T42" fmla="*/ 0 w 101"/>
                <a:gd name="T43" fmla="*/ 1 h 80"/>
                <a:gd name="T44" fmla="*/ 0 w 101"/>
                <a:gd name="T45" fmla="*/ 1 h 80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101"/>
                <a:gd name="T70" fmla="*/ 0 h 80"/>
                <a:gd name="T71" fmla="*/ 101 w 101"/>
                <a:gd name="T72" fmla="*/ 80 h 80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101" h="80">
                  <a:moveTo>
                    <a:pt x="0" y="3"/>
                  </a:moveTo>
                  <a:lnTo>
                    <a:pt x="4" y="0"/>
                  </a:lnTo>
                  <a:lnTo>
                    <a:pt x="13" y="1"/>
                  </a:lnTo>
                  <a:lnTo>
                    <a:pt x="24" y="3"/>
                  </a:lnTo>
                  <a:lnTo>
                    <a:pt x="37" y="10"/>
                  </a:lnTo>
                  <a:lnTo>
                    <a:pt x="51" y="19"/>
                  </a:lnTo>
                  <a:lnTo>
                    <a:pt x="66" y="30"/>
                  </a:lnTo>
                  <a:lnTo>
                    <a:pt x="79" y="40"/>
                  </a:lnTo>
                  <a:lnTo>
                    <a:pt x="90" y="51"/>
                  </a:lnTo>
                  <a:lnTo>
                    <a:pt x="97" y="62"/>
                  </a:lnTo>
                  <a:lnTo>
                    <a:pt x="101" y="71"/>
                  </a:lnTo>
                  <a:lnTo>
                    <a:pt x="101" y="76"/>
                  </a:lnTo>
                  <a:lnTo>
                    <a:pt x="97" y="80"/>
                  </a:lnTo>
                  <a:lnTo>
                    <a:pt x="90" y="78"/>
                  </a:lnTo>
                  <a:lnTo>
                    <a:pt x="79" y="74"/>
                  </a:lnTo>
                  <a:lnTo>
                    <a:pt x="66" y="69"/>
                  </a:lnTo>
                  <a:lnTo>
                    <a:pt x="51" y="60"/>
                  </a:lnTo>
                  <a:lnTo>
                    <a:pt x="37" y="49"/>
                  </a:lnTo>
                  <a:lnTo>
                    <a:pt x="23" y="39"/>
                  </a:lnTo>
                  <a:lnTo>
                    <a:pt x="13" y="28"/>
                  </a:lnTo>
                  <a:lnTo>
                    <a:pt x="4" y="17"/>
                  </a:lnTo>
                  <a:lnTo>
                    <a:pt x="0" y="8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29" name="Group 413">
            <a:extLst>
              <a:ext uri="{FF2B5EF4-FFF2-40B4-BE49-F238E27FC236}">
                <a16:creationId xmlns:a16="http://schemas.microsoft.com/office/drawing/2014/main" id="{0550B0DE-F856-45A1-9672-1965C13645F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694363" y="5372100"/>
            <a:ext cx="298450" cy="211138"/>
            <a:chOff x="2274" y="2821"/>
            <a:chExt cx="215" cy="238"/>
          </a:xfrm>
        </p:grpSpPr>
        <p:sp>
          <p:nvSpPr>
            <p:cNvPr id="64684" name="Freeform 414">
              <a:extLst>
                <a:ext uri="{FF2B5EF4-FFF2-40B4-BE49-F238E27FC236}">
                  <a16:creationId xmlns:a16="http://schemas.microsoft.com/office/drawing/2014/main" id="{F6AED3F6-09AA-49DC-89BC-90C0F1AFA5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1 w 430"/>
                <a:gd name="T19" fmla="*/ 1 h 50"/>
                <a:gd name="T20" fmla="*/ 1 w 430"/>
                <a:gd name="T21" fmla="*/ 1 h 50"/>
                <a:gd name="T22" fmla="*/ 1 w 430"/>
                <a:gd name="T23" fmla="*/ 1 h 50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430"/>
                <a:gd name="T37" fmla="*/ 0 h 50"/>
                <a:gd name="T38" fmla="*/ 430 w 430"/>
                <a:gd name="T39" fmla="*/ 50 h 50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  <a:close/>
                  <a:moveTo>
                    <a:pt x="376" y="18"/>
                  </a:moveTo>
                  <a:lnTo>
                    <a:pt x="33" y="18"/>
                  </a:lnTo>
                  <a:lnTo>
                    <a:pt x="376" y="18"/>
                  </a:lnTo>
                  <a:close/>
                </a:path>
              </a:pathLst>
            </a:custGeom>
            <a:solidFill>
              <a:srgbClr val="3333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85" name="Line 415">
              <a:extLst>
                <a:ext uri="{FF2B5EF4-FFF2-40B4-BE49-F238E27FC236}">
                  <a16:creationId xmlns:a16="http://schemas.microsoft.com/office/drawing/2014/main" id="{01105242-32C0-4499-8EE2-98800FCE9E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17" y="2951"/>
              <a:ext cx="30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86" name="Freeform 416">
              <a:extLst>
                <a:ext uri="{FF2B5EF4-FFF2-40B4-BE49-F238E27FC236}">
                  <a16:creationId xmlns:a16="http://schemas.microsoft.com/office/drawing/2014/main" id="{0801116B-05F5-4D8E-81D1-6024E616D7A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2923"/>
              <a:ext cx="44" cy="109"/>
            </a:xfrm>
            <a:custGeom>
              <a:avLst/>
              <a:gdLst>
                <a:gd name="T0" fmla="*/ 1 w 87"/>
                <a:gd name="T1" fmla="*/ 0 h 219"/>
                <a:gd name="T2" fmla="*/ 0 w 87"/>
                <a:gd name="T3" fmla="*/ 0 h 219"/>
                <a:gd name="T4" fmla="*/ 1 w 87"/>
                <a:gd name="T5" fmla="*/ 0 h 219"/>
                <a:gd name="T6" fmla="*/ 0 60000 65536"/>
                <a:gd name="T7" fmla="*/ 0 60000 65536"/>
                <a:gd name="T8" fmla="*/ 0 60000 65536"/>
                <a:gd name="T9" fmla="*/ 0 w 87"/>
                <a:gd name="T10" fmla="*/ 0 h 219"/>
                <a:gd name="T11" fmla="*/ 87 w 87"/>
                <a:gd name="T12" fmla="*/ 219 h 21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7" h="219">
                  <a:moveTo>
                    <a:pt x="87" y="219"/>
                  </a:moveTo>
                  <a:lnTo>
                    <a:pt x="0" y="55"/>
                  </a:lnTo>
                  <a:lnTo>
                    <a:pt x="28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87" name="Line 417">
              <a:extLst>
                <a:ext uri="{FF2B5EF4-FFF2-40B4-BE49-F238E27FC236}">
                  <a16:creationId xmlns:a16="http://schemas.microsoft.com/office/drawing/2014/main" id="{F2F2E337-8690-4EA5-B205-DCD7F4584A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00" y="2951"/>
              <a:ext cx="47" cy="83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88" name="Freeform 418">
              <a:extLst>
                <a:ext uri="{FF2B5EF4-FFF2-40B4-BE49-F238E27FC236}">
                  <a16:creationId xmlns:a16="http://schemas.microsoft.com/office/drawing/2014/main" id="{2BEC1B5A-0A5D-4868-884C-193E012FFB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7" y="3005"/>
              <a:ext cx="86" cy="27"/>
            </a:xfrm>
            <a:custGeom>
              <a:avLst/>
              <a:gdLst>
                <a:gd name="T0" fmla="*/ 1 w 172"/>
                <a:gd name="T1" fmla="*/ 0 h 55"/>
                <a:gd name="T2" fmla="*/ 0 w 172"/>
                <a:gd name="T3" fmla="*/ 0 h 55"/>
                <a:gd name="T4" fmla="*/ 1 w 172"/>
                <a:gd name="T5" fmla="*/ 0 h 55"/>
                <a:gd name="T6" fmla="*/ 1 w 172"/>
                <a:gd name="T7" fmla="*/ 0 h 5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72"/>
                <a:gd name="T13" fmla="*/ 0 h 55"/>
                <a:gd name="T14" fmla="*/ 172 w 172"/>
                <a:gd name="T15" fmla="*/ 55 h 5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72" h="55">
                  <a:moveTo>
                    <a:pt x="28" y="55"/>
                  </a:moveTo>
                  <a:lnTo>
                    <a:pt x="0" y="0"/>
                  </a:lnTo>
                  <a:lnTo>
                    <a:pt x="172" y="0"/>
                  </a:lnTo>
                  <a:lnTo>
                    <a:pt x="146" y="55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89" name="Line 419">
              <a:extLst>
                <a:ext uri="{FF2B5EF4-FFF2-40B4-BE49-F238E27FC236}">
                  <a16:creationId xmlns:a16="http://schemas.microsoft.com/office/drawing/2014/main" id="{464D9429-56DD-422C-B698-F77BF5D6CE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75" y="2960"/>
              <a:ext cx="46" cy="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0" name="Freeform 420">
              <a:extLst>
                <a:ext uri="{FF2B5EF4-FFF2-40B4-BE49-F238E27FC236}">
                  <a16:creationId xmlns:a16="http://schemas.microsoft.com/office/drawing/2014/main" id="{0F632D30-B59B-46B8-BB0A-F48B744E80F5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4" y="3034"/>
              <a:ext cx="215" cy="25"/>
            </a:xfrm>
            <a:custGeom>
              <a:avLst/>
              <a:gdLst>
                <a:gd name="T0" fmla="*/ 1 w 430"/>
                <a:gd name="T1" fmla="*/ 1 h 50"/>
                <a:gd name="T2" fmla="*/ 0 w 430"/>
                <a:gd name="T3" fmla="*/ 1 h 50"/>
                <a:gd name="T4" fmla="*/ 0 w 430"/>
                <a:gd name="T5" fmla="*/ 1 h 50"/>
                <a:gd name="T6" fmla="*/ 1 w 430"/>
                <a:gd name="T7" fmla="*/ 1 h 50"/>
                <a:gd name="T8" fmla="*/ 1 w 430"/>
                <a:gd name="T9" fmla="*/ 1 h 50"/>
                <a:gd name="T10" fmla="*/ 1 w 430"/>
                <a:gd name="T11" fmla="*/ 1 h 50"/>
                <a:gd name="T12" fmla="*/ 1 w 430"/>
                <a:gd name="T13" fmla="*/ 0 h 50"/>
                <a:gd name="T14" fmla="*/ 1 w 430"/>
                <a:gd name="T15" fmla="*/ 0 h 50"/>
                <a:gd name="T16" fmla="*/ 1 w 430"/>
                <a:gd name="T17" fmla="*/ 1 h 5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30"/>
                <a:gd name="T28" fmla="*/ 0 h 50"/>
                <a:gd name="T29" fmla="*/ 430 w 430"/>
                <a:gd name="T30" fmla="*/ 50 h 50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30" h="50">
                  <a:moveTo>
                    <a:pt x="26" y="18"/>
                  </a:moveTo>
                  <a:lnTo>
                    <a:pt x="0" y="18"/>
                  </a:lnTo>
                  <a:lnTo>
                    <a:pt x="0" y="50"/>
                  </a:lnTo>
                  <a:lnTo>
                    <a:pt x="430" y="50"/>
                  </a:lnTo>
                  <a:lnTo>
                    <a:pt x="430" y="18"/>
                  </a:lnTo>
                  <a:lnTo>
                    <a:pt x="376" y="18"/>
                  </a:lnTo>
                  <a:lnTo>
                    <a:pt x="376" y="0"/>
                  </a:lnTo>
                  <a:lnTo>
                    <a:pt x="26" y="0"/>
                  </a:lnTo>
                  <a:lnTo>
                    <a:pt x="26" y="18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1" name="Freeform 421">
              <a:extLst>
                <a:ext uri="{FF2B5EF4-FFF2-40B4-BE49-F238E27FC236}">
                  <a16:creationId xmlns:a16="http://schemas.microsoft.com/office/drawing/2014/main" id="{6769866E-346F-456B-ACAD-43EDFBBF89DF}"/>
                </a:ext>
              </a:extLst>
            </p:cNvPr>
            <p:cNvSpPr>
              <a:spLocks/>
            </p:cNvSpPr>
            <p:nvPr/>
          </p:nvSpPr>
          <p:spPr bwMode="auto">
            <a:xfrm>
              <a:off x="2290" y="3043"/>
              <a:ext cx="171" cy="1"/>
            </a:xfrm>
            <a:custGeom>
              <a:avLst/>
              <a:gdLst>
                <a:gd name="T0" fmla="*/ 0 w 343"/>
                <a:gd name="T1" fmla="*/ 0 h 1"/>
                <a:gd name="T2" fmla="*/ 0 w 343"/>
                <a:gd name="T3" fmla="*/ 0 h 1"/>
                <a:gd name="T4" fmla="*/ 0 w 343"/>
                <a:gd name="T5" fmla="*/ 0 h 1"/>
                <a:gd name="T6" fmla="*/ 0 60000 65536"/>
                <a:gd name="T7" fmla="*/ 0 60000 65536"/>
                <a:gd name="T8" fmla="*/ 0 60000 65536"/>
                <a:gd name="T9" fmla="*/ 0 w 343"/>
                <a:gd name="T10" fmla="*/ 0 h 1"/>
                <a:gd name="T11" fmla="*/ 343 w 343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43" h="1">
                  <a:moveTo>
                    <a:pt x="343" y="0"/>
                  </a:moveTo>
                  <a:lnTo>
                    <a:pt x="0" y="0"/>
                  </a:lnTo>
                  <a:lnTo>
                    <a:pt x="343" y="0"/>
                  </a:lnTo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2" name="Rectangle 422">
              <a:extLst>
                <a:ext uri="{FF2B5EF4-FFF2-40B4-BE49-F238E27FC236}">
                  <a16:creationId xmlns:a16="http://schemas.microsoft.com/office/drawing/2014/main" id="{5F9C616C-3FE6-43B3-A622-0698E6BE92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7" y="2951"/>
              <a:ext cx="27" cy="83"/>
            </a:xfrm>
            <a:prstGeom prst="rect">
              <a:avLst/>
            </a:prstGeom>
            <a:solidFill>
              <a:srgbClr val="3333FF"/>
            </a:solidFill>
            <a:ln w="635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64693" name="Freeform 423">
              <a:extLst>
                <a:ext uri="{FF2B5EF4-FFF2-40B4-BE49-F238E27FC236}">
                  <a16:creationId xmlns:a16="http://schemas.microsoft.com/office/drawing/2014/main" id="{ED302BF8-DDC3-47AD-9884-DA0B45384B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81" y="2821"/>
              <a:ext cx="208" cy="175"/>
            </a:xfrm>
            <a:custGeom>
              <a:avLst/>
              <a:gdLst>
                <a:gd name="T0" fmla="*/ 1 w 415"/>
                <a:gd name="T1" fmla="*/ 1 h 350"/>
                <a:gd name="T2" fmla="*/ 1 w 415"/>
                <a:gd name="T3" fmla="*/ 1 h 350"/>
                <a:gd name="T4" fmla="*/ 1 w 415"/>
                <a:gd name="T5" fmla="*/ 1 h 350"/>
                <a:gd name="T6" fmla="*/ 1 w 415"/>
                <a:gd name="T7" fmla="*/ 1 h 350"/>
                <a:gd name="T8" fmla="*/ 1 w 415"/>
                <a:gd name="T9" fmla="*/ 1 h 350"/>
                <a:gd name="T10" fmla="*/ 1 w 415"/>
                <a:gd name="T11" fmla="*/ 1 h 350"/>
                <a:gd name="T12" fmla="*/ 1 w 415"/>
                <a:gd name="T13" fmla="*/ 1 h 350"/>
                <a:gd name="T14" fmla="*/ 1 w 415"/>
                <a:gd name="T15" fmla="*/ 1 h 350"/>
                <a:gd name="T16" fmla="*/ 1 w 415"/>
                <a:gd name="T17" fmla="*/ 1 h 350"/>
                <a:gd name="T18" fmla="*/ 1 w 415"/>
                <a:gd name="T19" fmla="*/ 1 h 350"/>
                <a:gd name="T20" fmla="*/ 1 w 415"/>
                <a:gd name="T21" fmla="*/ 1 h 350"/>
                <a:gd name="T22" fmla="*/ 1 w 415"/>
                <a:gd name="T23" fmla="*/ 1 h 350"/>
                <a:gd name="T24" fmla="*/ 1 w 415"/>
                <a:gd name="T25" fmla="*/ 1 h 350"/>
                <a:gd name="T26" fmla="*/ 1 w 415"/>
                <a:gd name="T27" fmla="*/ 1 h 350"/>
                <a:gd name="T28" fmla="*/ 1 w 415"/>
                <a:gd name="T29" fmla="*/ 1 h 350"/>
                <a:gd name="T30" fmla="*/ 1 w 415"/>
                <a:gd name="T31" fmla="*/ 1 h 350"/>
                <a:gd name="T32" fmla="*/ 1 w 415"/>
                <a:gd name="T33" fmla="*/ 1 h 350"/>
                <a:gd name="T34" fmla="*/ 1 w 415"/>
                <a:gd name="T35" fmla="*/ 1 h 350"/>
                <a:gd name="T36" fmla="*/ 1 w 415"/>
                <a:gd name="T37" fmla="*/ 1 h 350"/>
                <a:gd name="T38" fmla="*/ 1 w 415"/>
                <a:gd name="T39" fmla="*/ 1 h 350"/>
                <a:gd name="T40" fmla="*/ 1 w 415"/>
                <a:gd name="T41" fmla="*/ 1 h 350"/>
                <a:gd name="T42" fmla="*/ 1 w 415"/>
                <a:gd name="T43" fmla="*/ 1 h 350"/>
                <a:gd name="T44" fmla="*/ 1 w 415"/>
                <a:gd name="T45" fmla="*/ 1 h 350"/>
                <a:gd name="T46" fmla="*/ 1 w 415"/>
                <a:gd name="T47" fmla="*/ 0 h 350"/>
                <a:gd name="T48" fmla="*/ 1 w 415"/>
                <a:gd name="T49" fmla="*/ 1 h 350"/>
                <a:gd name="T50" fmla="*/ 1 w 415"/>
                <a:gd name="T51" fmla="*/ 1 h 350"/>
                <a:gd name="T52" fmla="*/ 1 w 415"/>
                <a:gd name="T53" fmla="*/ 1 h 350"/>
                <a:gd name="T54" fmla="*/ 1 w 415"/>
                <a:gd name="T55" fmla="*/ 1 h 350"/>
                <a:gd name="T56" fmla="*/ 1 w 415"/>
                <a:gd name="T57" fmla="*/ 1 h 350"/>
                <a:gd name="T58" fmla="*/ 1 w 415"/>
                <a:gd name="T59" fmla="*/ 1 h 350"/>
                <a:gd name="T60" fmla="*/ 1 w 415"/>
                <a:gd name="T61" fmla="*/ 1 h 350"/>
                <a:gd name="T62" fmla="*/ 1 w 415"/>
                <a:gd name="T63" fmla="*/ 1 h 350"/>
                <a:gd name="T64" fmla="*/ 1 w 415"/>
                <a:gd name="T65" fmla="*/ 1 h 350"/>
                <a:gd name="T66" fmla="*/ 1 w 415"/>
                <a:gd name="T67" fmla="*/ 1 h 350"/>
                <a:gd name="T68" fmla="*/ 1 w 415"/>
                <a:gd name="T69" fmla="*/ 1 h 350"/>
                <a:gd name="T70" fmla="*/ 1 w 415"/>
                <a:gd name="T71" fmla="*/ 1 h 350"/>
                <a:gd name="T72" fmla="*/ 1 w 415"/>
                <a:gd name="T73" fmla="*/ 1 h 350"/>
                <a:gd name="T74" fmla="*/ 1 w 415"/>
                <a:gd name="T75" fmla="*/ 1 h 350"/>
                <a:gd name="T76" fmla="*/ 1 w 415"/>
                <a:gd name="T77" fmla="*/ 1 h 350"/>
                <a:gd name="T78" fmla="*/ 1 w 415"/>
                <a:gd name="T79" fmla="*/ 1 h 350"/>
                <a:gd name="T80" fmla="*/ 1 w 415"/>
                <a:gd name="T81" fmla="*/ 1 h 350"/>
                <a:gd name="T82" fmla="*/ 1 w 415"/>
                <a:gd name="T83" fmla="*/ 1 h 350"/>
                <a:gd name="T84" fmla="*/ 1 w 415"/>
                <a:gd name="T85" fmla="*/ 1 h 350"/>
                <a:gd name="T86" fmla="*/ 1 w 415"/>
                <a:gd name="T87" fmla="*/ 1 h 350"/>
                <a:gd name="T88" fmla="*/ 1 w 415"/>
                <a:gd name="T89" fmla="*/ 1 h 350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w 415"/>
                <a:gd name="T136" fmla="*/ 0 h 350"/>
                <a:gd name="T137" fmla="*/ 415 w 415"/>
                <a:gd name="T138" fmla="*/ 350 h 350"/>
              </a:gdLst>
              <a:ahLst/>
              <a:cxnLst>
                <a:cxn ang="T90">
                  <a:pos x="T0" y="T1"/>
                </a:cxn>
                <a:cxn ang="T91">
                  <a:pos x="T2" y="T3"/>
                </a:cxn>
                <a:cxn ang="T92">
                  <a:pos x="T4" y="T5"/>
                </a:cxn>
                <a:cxn ang="T93">
                  <a:pos x="T6" y="T7"/>
                </a:cxn>
                <a:cxn ang="T94">
                  <a:pos x="T8" y="T9"/>
                </a:cxn>
                <a:cxn ang="T95">
                  <a:pos x="T10" y="T11"/>
                </a:cxn>
                <a:cxn ang="T96">
                  <a:pos x="T12" y="T13"/>
                </a:cxn>
                <a:cxn ang="T97">
                  <a:pos x="T14" y="T15"/>
                </a:cxn>
                <a:cxn ang="T98">
                  <a:pos x="T16" y="T17"/>
                </a:cxn>
                <a:cxn ang="T99">
                  <a:pos x="T18" y="T19"/>
                </a:cxn>
                <a:cxn ang="T100">
                  <a:pos x="T20" y="T21"/>
                </a:cxn>
                <a:cxn ang="T101">
                  <a:pos x="T22" y="T23"/>
                </a:cxn>
                <a:cxn ang="T102">
                  <a:pos x="T24" y="T25"/>
                </a:cxn>
                <a:cxn ang="T103">
                  <a:pos x="T26" y="T27"/>
                </a:cxn>
                <a:cxn ang="T104">
                  <a:pos x="T28" y="T29"/>
                </a:cxn>
                <a:cxn ang="T105">
                  <a:pos x="T30" y="T31"/>
                </a:cxn>
                <a:cxn ang="T106">
                  <a:pos x="T32" y="T33"/>
                </a:cxn>
                <a:cxn ang="T107">
                  <a:pos x="T34" y="T35"/>
                </a:cxn>
                <a:cxn ang="T108">
                  <a:pos x="T36" y="T37"/>
                </a:cxn>
                <a:cxn ang="T109">
                  <a:pos x="T38" y="T39"/>
                </a:cxn>
                <a:cxn ang="T110">
                  <a:pos x="T40" y="T41"/>
                </a:cxn>
                <a:cxn ang="T111">
                  <a:pos x="T42" y="T43"/>
                </a:cxn>
                <a:cxn ang="T112">
                  <a:pos x="T44" y="T45"/>
                </a:cxn>
                <a:cxn ang="T113">
                  <a:pos x="T46" y="T47"/>
                </a:cxn>
                <a:cxn ang="T114">
                  <a:pos x="T48" y="T49"/>
                </a:cxn>
                <a:cxn ang="T115">
                  <a:pos x="T50" y="T51"/>
                </a:cxn>
                <a:cxn ang="T116">
                  <a:pos x="T52" y="T53"/>
                </a:cxn>
                <a:cxn ang="T117">
                  <a:pos x="T54" y="T55"/>
                </a:cxn>
                <a:cxn ang="T118">
                  <a:pos x="T56" y="T57"/>
                </a:cxn>
                <a:cxn ang="T119">
                  <a:pos x="T58" y="T59"/>
                </a:cxn>
                <a:cxn ang="T120">
                  <a:pos x="T60" y="T61"/>
                </a:cxn>
                <a:cxn ang="T121">
                  <a:pos x="T62" y="T63"/>
                </a:cxn>
                <a:cxn ang="T122">
                  <a:pos x="T64" y="T65"/>
                </a:cxn>
                <a:cxn ang="T123">
                  <a:pos x="T66" y="T67"/>
                </a:cxn>
                <a:cxn ang="T124">
                  <a:pos x="T68" y="T69"/>
                </a:cxn>
                <a:cxn ang="T125">
                  <a:pos x="T70" y="T71"/>
                </a:cxn>
                <a:cxn ang="T126">
                  <a:pos x="T72" y="T73"/>
                </a:cxn>
                <a:cxn ang="T127">
                  <a:pos x="T74" y="T75"/>
                </a:cxn>
                <a:cxn ang="T128">
                  <a:pos x="T76" y="T77"/>
                </a:cxn>
                <a:cxn ang="T129">
                  <a:pos x="T78" y="T79"/>
                </a:cxn>
                <a:cxn ang="T130">
                  <a:pos x="T80" y="T81"/>
                </a:cxn>
                <a:cxn ang="T131">
                  <a:pos x="T82" y="T83"/>
                </a:cxn>
                <a:cxn ang="T132">
                  <a:pos x="T84" y="T85"/>
                </a:cxn>
                <a:cxn ang="T133">
                  <a:pos x="T86" y="T87"/>
                </a:cxn>
                <a:cxn ang="T134">
                  <a:pos x="T88" y="T89"/>
                </a:cxn>
              </a:cxnLst>
              <a:rect l="T135" t="T136" r="T137" b="T138"/>
              <a:pathLst>
                <a:path w="415" h="350">
                  <a:moveTo>
                    <a:pt x="8" y="12"/>
                  </a:moveTo>
                  <a:lnTo>
                    <a:pt x="1" y="32"/>
                  </a:lnTo>
                  <a:lnTo>
                    <a:pt x="0" y="53"/>
                  </a:lnTo>
                  <a:lnTo>
                    <a:pt x="3" y="78"/>
                  </a:lnTo>
                  <a:lnTo>
                    <a:pt x="8" y="103"/>
                  </a:lnTo>
                  <a:lnTo>
                    <a:pt x="18" y="130"/>
                  </a:lnTo>
                  <a:lnTo>
                    <a:pt x="34" y="158"/>
                  </a:lnTo>
                  <a:lnTo>
                    <a:pt x="51" y="185"/>
                  </a:lnTo>
                  <a:lnTo>
                    <a:pt x="73" y="211"/>
                  </a:lnTo>
                  <a:lnTo>
                    <a:pt x="97" y="236"/>
                  </a:lnTo>
                  <a:lnTo>
                    <a:pt x="124" y="261"/>
                  </a:lnTo>
                  <a:lnTo>
                    <a:pt x="151" y="282"/>
                  </a:lnTo>
                  <a:lnTo>
                    <a:pt x="182" y="302"/>
                  </a:lnTo>
                  <a:lnTo>
                    <a:pt x="212" y="318"/>
                  </a:lnTo>
                  <a:lnTo>
                    <a:pt x="242" y="332"/>
                  </a:lnTo>
                  <a:lnTo>
                    <a:pt x="270" y="341"/>
                  </a:lnTo>
                  <a:lnTo>
                    <a:pt x="299" y="346"/>
                  </a:lnTo>
                  <a:lnTo>
                    <a:pt x="325" y="350"/>
                  </a:lnTo>
                  <a:lnTo>
                    <a:pt x="349" y="346"/>
                  </a:lnTo>
                  <a:lnTo>
                    <a:pt x="371" y="341"/>
                  </a:lnTo>
                  <a:lnTo>
                    <a:pt x="388" y="332"/>
                  </a:lnTo>
                  <a:lnTo>
                    <a:pt x="402" y="318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  <a:moveTo>
                    <a:pt x="8" y="12"/>
                  </a:moveTo>
                  <a:lnTo>
                    <a:pt x="14" y="5"/>
                  </a:lnTo>
                  <a:lnTo>
                    <a:pt x="24" y="0"/>
                  </a:lnTo>
                  <a:lnTo>
                    <a:pt x="38" y="0"/>
                  </a:lnTo>
                  <a:lnTo>
                    <a:pt x="56" y="2"/>
                  </a:lnTo>
                  <a:lnTo>
                    <a:pt x="77" y="7"/>
                  </a:lnTo>
                  <a:lnTo>
                    <a:pt x="100" y="16"/>
                  </a:lnTo>
                  <a:lnTo>
                    <a:pt x="126" y="26"/>
                  </a:lnTo>
                  <a:lnTo>
                    <a:pt x="153" y="41"/>
                  </a:lnTo>
                  <a:lnTo>
                    <a:pt x="182" y="57"/>
                  </a:lnTo>
                  <a:lnTo>
                    <a:pt x="210" y="74"/>
                  </a:lnTo>
                  <a:lnTo>
                    <a:pt x="239" y="94"/>
                  </a:lnTo>
                  <a:lnTo>
                    <a:pt x="268" y="115"/>
                  </a:lnTo>
                  <a:lnTo>
                    <a:pt x="295" y="138"/>
                  </a:lnTo>
                  <a:lnTo>
                    <a:pt x="321" y="160"/>
                  </a:lnTo>
                  <a:lnTo>
                    <a:pt x="345" y="183"/>
                  </a:lnTo>
                  <a:lnTo>
                    <a:pt x="365" y="204"/>
                  </a:lnTo>
                  <a:lnTo>
                    <a:pt x="382" y="226"/>
                  </a:lnTo>
                  <a:lnTo>
                    <a:pt x="396" y="245"/>
                  </a:lnTo>
                  <a:lnTo>
                    <a:pt x="406" y="263"/>
                  </a:lnTo>
                  <a:lnTo>
                    <a:pt x="412" y="279"/>
                  </a:lnTo>
                  <a:lnTo>
                    <a:pt x="415" y="291"/>
                  </a:lnTo>
                  <a:lnTo>
                    <a:pt x="412" y="302"/>
                  </a:lnTo>
                  <a:lnTo>
                    <a:pt x="406" y="309"/>
                  </a:lnTo>
                  <a:lnTo>
                    <a:pt x="396" y="314"/>
                  </a:lnTo>
                  <a:lnTo>
                    <a:pt x="382" y="316"/>
                  </a:lnTo>
                  <a:lnTo>
                    <a:pt x="365" y="313"/>
                  </a:lnTo>
                  <a:lnTo>
                    <a:pt x="343" y="307"/>
                  </a:lnTo>
                  <a:lnTo>
                    <a:pt x="321" y="300"/>
                  </a:lnTo>
                  <a:lnTo>
                    <a:pt x="295" y="288"/>
                  </a:lnTo>
                  <a:lnTo>
                    <a:pt x="268" y="275"/>
                  </a:lnTo>
                  <a:lnTo>
                    <a:pt x="239" y="259"/>
                  </a:lnTo>
                  <a:lnTo>
                    <a:pt x="210" y="240"/>
                  </a:lnTo>
                  <a:lnTo>
                    <a:pt x="182" y="220"/>
                  </a:lnTo>
                  <a:lnTo>
                    <a:pt x="153" y="199"/>
                  </a:lnTo>
                  <a:lnTo>
                    <a:pt x="126" y="178"/>
                  </a:lnTo>
                  <a:lnTo>
                    <a:pt x="100" y="154"/>
                  </a:lnTo>
                  <a:lnTo>
                    <a:pt x="76" y="131"/>
                  </a:lnTo>
                  <a:lnTo>
                    <a:pt x="56" y="110"/>
                  </a:lnTo>
                  <a:lnTo>
                    <a:pt x="38" y="89"/>
                  </a:lnTo>
                  <a:lnTo>
                    <a:pt x="24" y="69"/>
                  </a:lnTo>
                  <a:lnTo>
                    <a:pt x="14" y="51"/>
                  </a:lnTo>
                  <a:lnTo>
                    <a:pt x="8" y="35"/>
                  </a:lnTo>
                  <a:lnTo>
                    <a:pt x="5" y="23"/>
                  </a:lnTo>
                  <a:lnTo>
                    <a:pt x="8" y="12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4" name="Line 424">
              <a:extLst>
                <a:ext uri="{FF2B5EF4-FFF2-40B4-BE49-F238E27FC236}">
                  <a16:creationId xmlns:a16="http://schemas.microsoft.com/office/drawing/2014/main" id="{3D03F2EE-4026-4538-AEE0-CE4AECC7E0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85" y="2824"/>
              <a:ext cx="136" cy="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5" name="Line 425">
              <a:extLst>
                <a:ext uri="{FF2B5EF4-FFF2-40B4-BE49-F238E27FC236}">
                  <a16:creationId xmlns:a16="http://schemas.microsoft.com/office/drawing/2014/main" id="{142BCBEB-A721-4DCC-B540-F611816EA9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72" y="2826"/>
              <a:ext cx="49" cy="102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6" name="Line 426">
              <a:extLst>
                <a:ext uri="{FF2B5EF4-FFF2-40B4-BE49-F238E27FC236}">
                  <a16:creationId xmlns:a16="http://schemas.microsoft.com/office/drawing/2014/main" id="{41949F91-7A32-4964-98CA-121264ECD7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1" y="2826"/>
              <a:ext cx="67" cy="144"/>
            </a:xfrm>
            <a:prstGeom prst="line">
              <a:avLst/>
            </a:prstGeom>
            <a:noFill/>
            <a:ln w="15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97" name="Freeform 427">
              <a:extLst>
                <a:ext uri="{FF2B5EF4-FFF2-40B4-BE49-F238E27FC236}">
                  <a16:creationId xmlns:a16="http://schemas.microsoft.com/office/drawing/2014/main" id="{8381BFBF-3A9E-4977-80E4-C2D5D8B3415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2902"/>
              <a:ext cx="51" cy="40"/>
            </a:xfrm>
            <a:custGeom>
              <a:avLst/>
              <a:gdLst>
                <a:gd name="T0" fmla="*/ 0 w 101"/>
                <a:gd name="T1" fmla="*/ 1 h 80"/>
                <a:gd name="T2" fmla="*/ 1 w 101"/>
                <a:gd name="T3" fmla="*/ 0 h 80"/>
                <a:gd name="T4" fmla="*/ 1 w 101"/>
                <a:gd name="T5" fmla="*/ 1 h 80"/>
                <a:gd name="T6" fmla="*/ 1 w 101"/>
                <a:gd name="T7" fmla="*/ 1 h 80"/>
                <a:gd name="T8" fmla="*/ 1 w 101"/>
                <a:gd name="T9" fmla="*/ 1 h 80"/>
                <a:gd name="T10" fmla="*/ 1 w 101"/>
                <a:gd name="T11" fmla="*/ 1 h 80"/>
                <a:gd name="T12" fmla="*/ 1 w 101"/>
                <a:gd name="T13" fmla="*/ 1 h 80"/>
                <a:gd name="T14" fmla="*/ 1 w 101"/>
                <a:gd name="T15" fmla="*/ 1 h 80"/>
                <a:gd name="T16" fmla="*/ 1 w 101"/>
                <a:gd name="T17" fmla="*/ 1 h 80"/>
                <a:gd name="T18" fmla="*/ 1 w 101"/>
                <a:gd name="T19" fmla="*/ 1 h 80"/>
                <a:gd name="T20" fmla="*/ 1 w 101"/>
                <a:gd name="T21" fmla="*/ 1 h 80"/>
                <a:gd name="T22" fmla="*/ 1 w 101"/>
                <a:gd name="T23" fmla="*/ 1 h 80"/>
                <a:gd name="T24" fmla="*/ 1 w 101"/>
                <a:gd name="T25" fmla="*/ 1 h 80"/>
                <a:gd name="T26" fmla="*/ 1 w 101"/>
                <a:gd name="T27" fmla="*/ 1 h 80"/>
                <a:gd name="T28" fmla="*/ 1 w 101"/>
                <a:gd name="T29" fmla="*/ 1 h 80"/>
                <a:gd name="T30" fmla="*/ 1 w 101"/>
                <a:gd name="T31" fmla="*/ 1 h 80"/>
                <a:gd name="T32" fmla="*/ 1 w 101"/>
                <a:gd name="T33" fmla="*/ 1 h 80"/>
                <a:gd name="T34" fmla="*/ 1 w 101"/>
                <a:gd name="T35" fmla="*/ 1 h 80"/>
                <a:gd name="T36" fmla="*/ 1 w 101"/>
                <a:gd name="T37" fmla="*/ 1 h 80"/>
                <a:gd name="T38" fmla="*/ 1 w 101"/>
                <a:gd name="T39" fmla="*/ 1 h 80"/>
                <a:gd name="T40" fmla="*/ 1 w 101"/>
                <a:gd name="T41" fmla="*/ 1 h 80"/>
                <a:gd name="T42" fmla="*/ 0 w 101"/>
                <a:gd name="T43" fmla="*/ 1 h 80"/>
                <a:gd name="T44" fmla="*/ 0 w 101"/>
                <a:gd name="T45" fmla="*/ 1 h 80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101"/>
                <a:gd name="T70" fmla="*/ 0 h 80"/>
                <a:gd name="T71" fmla="*/ 101 w 101"/>
                <a:gd name="T72" fmla="*/ 80 h 80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101" h="80">
                  <a:moveTo>
                    <a:pt x="0" y="3"/>
                  </a:moveTo>
                  <a:lnTo>
                    <a:pt x="4" y="0"/>
                  </a:lnTo>
                  <a:lnTo>
                    <a:pt x="13" y="1"/>
                  </a:lnTo>
                  <a:lnTo>
                    <a:pt x="24" y="3"/>
                  </a:lnTo>
                  <a:lnTo>
                    <a:pt x="37" y="10"/>
                  </a:lnTo>
                  <a:lnTo>
                    <a:pt x="51" y="19"/>
                  </a:lnTo>
                  <a:lnTo>
                    <a:pt x="66" y="30"/>
                  </a:lnTo>
                  <a:lnTo>
                    <a:pt x="79" y="40"/>
                  </a:lnTo>
                  <a:lnTo>
                    <a:pt x="90" y="51"/>
                  </a:lnTo>
                  <a:lnTo>
                    <a:pt x="97" y="62"/>
                  </a:lnTo>
                  <a:lnTo>
                    <a:pt x="101" y="71"/>
                  </a:lnTo>
                  <a:lnTo>
                    <a:pt x="101" y="76"/>
                  </a:lnTo>
                  <a:lnTo>
                    <a:pt x="97" y="80"/>
                  </a:lnTo>
                  <a:lnTo>
                    <a:pt x="90" y="78"/>
                  </a:lnTo>
                  <a:lnTo>
                    <a:pt x="79" y="74"/>
                  </a:lnTo>
                  <a:lnTo>
                    <a:pt x="66" y="69"/>
                  </a:lnTo>
                  <a:lnTo>
                    <a:pt x="51" y="60"/>
                  </a:lnTo>
                  <a:lnTo>
                    <a:pt x="37" y="49"/>
                  </a:lnTo>
                  <a:lnTo>
                    <a:pt x="23" y="39"/>
                  </a:lnTo>
                  <a:lnTo>
                    <a:pt x="13" y="28"/>
                  </a:lnTo>
                  <a:lnTo>
                    <a:pt x="4" y="17"/>
                  </a:lnTo>
                  <a:lnTo>
                    <a:pt x="0" y="8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3333FF"/>
            </a:solidFill>
            <a:ln w="63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64530" name="Picture 429" descr="MMj03957750000[1]">
            <a:extLst>
              <a:ext uri="{FF2B5EF4-FFF2-40B4-BE49-F238E27FC236}">
                <a16:creationId xmlns:a16="http://schemas.microsoft.com/office/drawing/2014/main" id="{145C5846-1413-4458-B548-0328493C164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4649788"/>
            <a:ext cx="561975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31" name="Picture 432" descr="cocktail">
            <a:extLst>
              <a:ext uri="{FF2B5EF4-FFF2-40B4-BE49-F238E27FC236}">
                <a16:creationId xmlns:a16="http://schemas.microsoft.com/office/drawing/2014/main" id="{B1E6863F-65EA-46EB-8FFA-8BB9153EC8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9063" y="4568825"/>
            <a:ext cx="2030412" cy="104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532" name="Line 434">
            <a:extLst>
              <a:ext uri="{FF2B5EF4-FFF2-40B4-BE49-F238E27FC236}">
                <a16:creationId xmlns:a16="http://schemas.microsoft.com/office/drawing/2014/main" id="{42E23939-C162-4DF1-9065-FD8B3D548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08150" y="4627563"/>
            <a:ext cx="2428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4533" name="Line 435">
            <a:extLst>
              <a:ext uri="{FF2B5EF4-FFF2-40B4-BE49-F238E27FC236}">
                <a16:creationId xmlns:a16="http://schemas.microsoft.com/office/drawing/2014/main" id="{5F4CC505-696E-49C5-BF65-49B66B8F9C81}"/>
              </a:ext>
            </a:extLst>
          </p:cNvPr>
          <p:cNvSpPr>
            <a:spLocks noChangeShapeType="1"/>
          </p:cNvSpPr>
          <p:nvPr/>
        </p:nvSpPr>
        <p:spPr bwMode="auto">
          <a:xfrm>
            <a:off x="1708150" y="4627563"/>
            <a:ext cx="2428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64534" name="Line 436">
            <a:extLst>
              <a:ext uri="{FF2B5EF4-FFF2-40B4-BE49-F238E27FC236}">
                <a16:creationId xmlns:a16="http://schemas.microsoft.com/office/drawing/2014/main" id="{08725084-7F78-48F8-86C9-E9A6A3020F27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9888" y="5264150"/>
            <a:ext cx="1905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64535" name="Group 506">
            <a:extLst>
              <a:ext uri="{FF2B5EF4-FFF2-40B4-BE49-F238E27FC236}">
                <a16:creationId xmlns:a16="http://schemas.microsoft.com/office/drawing/2014/main" id="{170EAF09-FC62-4FFA-81F9-07EA81D53E63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77900" y="5140325"/>
            <a:ext cx="501650" cy="512763"/>
            <a:chOff x="2839" y="3501"/>
            <a:chExt cx="755" cy="803"/>
          </a:xfrm>
        </p:grpSpPr>
        <p:pic>
          <p:nvPicPr>
            <p:cNvPr id="64682" name="Picture 507" descr="desktop_computer_stylized_medium">
              <a:extLst>
                <a:ext uri="{FF2B5EF4-FFF2-40B4-BE49-F238E27FC236}">
                  <a16:creationId xmlns:a16="http://schemas.microsoft.com/office/drawing/2014/main" id="{AB04CC75-259F-4DB5-9BF1-947074E768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683" name="Freeform 508">
              <a:extLst>
                <a:ext uri="{FF2B5EF4-FFF2-40B4-BE49-F238E27FC236}">
                  <a16:creationId xmlns:a16="http://schemas.microsoft.com/office/drawing/2014/main" id="{337A6A69-C0FB-4263-8B70-A6C9402716BB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4536" name="Group 621">
            <a:extLst>
              <a:ext uri="{FF2B5EF4-FFF2-40B4-BE49-F238E27FC236}">
                <a16:creationId xmlns:a16="http://schemas.microsoft.com/office/drawing/2014/main" id="{45228A2E-2721-4FD2-89DA-66CE86E25A3A}"/>
              </a:ext>
            </a:extLst>
          </p:cNvPr>
          <p:cNvGrpSpPr>
            <a:grpSpLocks/>
          </p:cNvGrpSpPr>
          <p:nvPr/>
        </p:nvGrpSpPr>
        <p:grpSpPr bwMode="auto">
          <a:xfrm>
            <a:off x="3038475" y="4186238"/>
            <a:ext cx="635000" cy="485775"/>
            <a:chOff x="3061" y="2530"/>
            <a:chExt cx="400" cy="306"/>
          </a:xfrm>
        </p:grpSpPr>
        <p:grpSp>
          <p:nvGrpSpPr>
            <p:cNvPr id="64651" name="Group 494">
              <a:extLst>
                <a:ext uri="{FF2B5EF4-FFF2-40B4-BE49-F238E27FC236}">
                  <a16:creationId xmlns:a16="http://schemas.microsoft.com/office/drawing/2014/main" id="{A5FB8630-15A3-4F5B-88F0-6DC4ABBB56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61" y="2530"/>
              <a:ext cx="327" cy="81"/>
              <a:chOff x="2199" y="955"/>
              <a:chExt cx="2547" cy="506"/>
            </a:xfrm>
          </p:grpSpPr>
          <p:sp>
            <p:nvSpPr>
              <p:cNvPr id="64676" name="Freeform 495">
                <a:extLst>
                  <a:ext uri="{FF2B5EF4-FFF2-40B4-BE49-F238E27FC236}">
                    <a16:creationId xmlns:a16="http://schemas.microsoft.com/office/drawing/2014/main" id="{89E8C1C0-22B1-48BA-B482-70BFC7E4F8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99" y="1166"/>
                <a:ext cx="260" cy="281"/>
              </a:xfrm>
              <a:custGeom>
                <a:avLst/>
                <a:gdLst>
                  <a:gd name="T0" fmla="*/ 260 w 260"/>
                  <a:gd name="T1" fmla="*/ 0 h 281"/>
                  <a:gd name="T2" fmla="*/ 42 w 260"/>
                  <a:gd name="T3" fmla="*/ 112 h 281"/>
                  <a:gd name="T4" fmla="*/ 35 w 260"/>
                  <a:gd name="T5" fmla="*/ 211 h 281"/>
                  <a:gd name="T6" fmla="*/ 253 w 260"/>
                  <a:gd name="T7" fmla="*/ 281 h 2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60"/>
                  <a:gd name="T13" fmla="*/ 0 h 281"/>
                  <a:gd name="T14" fmla="*/ 260 w 260"/>
                  <a:gd name="T15" fmla="*/ 281 h 2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60" h="281">
                    <a:moveTo>
                      <a:pt x="260" y="0"/>
                    </a:moveTo>
                    <a:cubicBezTo>
                      <a:pt x="224" y="19"/>
                      <a:pt x="79" y="77"/>
                      <a:pt x="42" y="112"/>
                    </a:cubicBezTo>
                    <a:cubicBezTo>
                      <a:pt x="5" y="143"/>
                      <a:pt x="0" y="183"/>
                      <a:pt x="35" y="211"/>
                    </a:cubicBezTo>
                    <a:cubicBezTo>
                      <a:pt x="70" y="239"/>
                      <a:pt x="208" y="266"/>
                      <a:pt x="253" y="281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7" name="Freeform 496">
                <a:extLst>
                  <a:ext uri="{FF2B5EF4-FFF2-40B4-BE49-F238E27FC236}">
                    <a16:creationId xmlns:a16="http://schemas.microsoft.com/office/drawing/2014/main" id="{19758A1B-3FEA-45D6-B20D-08D111B3BC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040"/>
                <a:ext cx="900" cy="421"/>
              </a:xfrm>
              <a:custGeom>
                <a:avLst/>
                <a:gdLst>
                  <a:gd name="T0" fmla="*/ 531 w 900"/>
                  <a:gd name="T1" fmla="*/ 0 h 421"/>
                  <a:gd name="T2" fmla="*/ 279 w 900"/>
                  <a:gd name="T3" fmla="*/ 77 h 421"/>
                  <a:gd name="T4" fmla="*/ 68 w 900"/>
                  <a:gd name="T5" fmla="*/ 182 h 421"/>
                  <a:gd name="T6" fmla="*/ 33 w 900"/>
                  <a:gd name="T7" fmla="*/ 323 h 421"/>
                  <a:gd name="T8" fmla="*/ 328 w 900"/>
                  <a:gd name="T9" fmla="*/ 400 h 421"/>
                  <a:gd name="T10" fmla="*/ 812 w 900"/>
                  <a:gd name="T11" fmla="*/ 421 h 421"/>
                  <a:gd name="T12" fmla="*/ 855 w 900"/>
                  <a:gd name="T13" fmla="*/ 400 h 4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00"/>
                  <a:gd name="T22" fmla="*/ 0 h 421"/>
                  <a:gd name="T23" fmla="*/ 900 w 900"/>
                  <a:gd name="T24" fmla="*/ 421 h 4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00" h="421">
                    <a:moveTo>
                      <a:pt x="531" y="0"/>
                    </a:moveTo>
                    <a:cubicBezTo>
                      <a:pt x="489" y="13"/>
                      <a:pt x="356" y="47"/>
                      <a:pt x="279" y="77"/>
                    </a:cubicBezTo>
                    <a:cubicBezTo>
                      <a:pt x="202" y="107"/>
                      <a:pt x="109" y="141"/>
                      <a:pt x="68" y="182"/>
                    </a:cubicBezTo>
                    <a:cubicBezTo>
                      <a:pt x="31" y="213"/>
                      <a:pt x="0" y="292"/>
                      <a:pt x="33" y="323"/>
                    </a:cubicBezTo>
                    <a:cubicBezTo>
                      <a:pt x="76" y="359"/>
                      <a:pt x="198" y="384"/>
                      <a:pt x="328" y="400"/>
                    </a:cubicBezTo>
                    <a:cubicBezTo>
                      <a:pt x="458" y="416"/>
                      <a:pt x="724" y="421"/>
                      <a:pt x="812" y="421"/>
                    </a:cubicBezTo>
                    <a:cubicBezTo>
                      <a:pt x="900" y="421"/>
                      <a:pt x="846" y="404"/>
                      <a:pt x="855" y="40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8" name="Freeform 497">
                <a:extLst>
                  <a:ext uri="{FF2B5EF4-FFF2-40B4-BE49-F238E27FC236}">
                    <a16:creationId xmlns:a16="http://schemas.microsoft.com/office/drawing/2014/main" id="{0C796643-B776-476F-9F25-D4D93C170A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" y="1068"/>
                <a:ext cx="428" cy="269"/>
              </a:xfrm>
              <a:custGeom>
                <a:avLst/>
                <a:gdLst>
                  <a:gd name="T0" fmla="*/ 428 w 428"/>
                  <a:gd name="T1" fmla="*/ 0 h 269"/>
                  <a:gd name="T2" fmla="*/ 217 w 428"/>
                  <a:gd name="T3" fmla="*/ 35 h 269"/>
                  <a:gd name="T4" fmla="*/ 21 w 428"/>
                  <a:gd name="T5" fmla="*/ 140 h 269"/>
                  <a:gd name="T6" fmla="*/ 91 w 428"/>
                  <a:gd name="T7" fmla="*/ 246 h 269"/>
                  <a:gd name="T8" fmla="*/ 231 w 428"/>
                  <a:gd name="T9" fmla="*/ 267 h 269"/>
                  <a:gd name="T10" fmla="*/ 414 w 428"/>
                  <a:gd name="T11" fmla="*/ 260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28"/>
                  <a:gd name="T19" fmla="*/ 0 h 269"/>
                  <a:gd name="T20" fmla="*/ 428 w 428"/>
                  <a:gd name="T21" fmla="*/ 269 h 269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28" h="269">
                    <a:moveTo>
                      <a:pt x="428" y="0"/>
                    </a:moveTo>
                    <a:cubicBezTo>
                      <a:pt x="428" y="0"/>
                      <a:pt x="217" y="35"/>
                      <a:pt x="217" y="35"/>
                    </a:cubicBezTo>
                    <a:cubicBezTo>
                      <a:pt x="217" y="35"/>
                      <a:pt x="42" y="105"/>
                      <a:pt x="21" y="140"/>
                    </a:cubicBezTo>
                    <a:cubicBezTo>
                      <a:pt x="0" y="175"/>
                      <a:pt x="14" y="217"/>
                      <a:pt x="91" y="246"/>
                    </a:cubicBezTo>
                    <a:cubicBezTo>
                      <a:pt x="126" y="267"/>
                      <a:pt x="177" y="265"/>
                      <a:pt x="231" y="267"/>
                    </a:cubicBezTo>
                    <a:cubicBezTo>
                      <a:pt x="285" y="269"/>
                      <a:pt x="376" y="262"/>
                      <a:pt x="414" y="26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9" name="Freeform 498">
                <a:extLst>
                  <a:ext uri="{FF2B5EF4-FFF2-40B4-BE49-F238E27FC236}">
                    <a16:creationId xmlns:a16="http://schemas.microsoft.com/office/drawing/2014/main" id="{4061F339-BEC3-49A4-B6BD-E66D31EAD7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4" y="1075"/>
                <a:ext cx="377" cy="239"/>
              </a:xfrm>
              <a:custGeom>
                <a:avLst/>
                <a:gdLst>
                  <a:gd name="T0" fmla="*/ 42 w 377"/>
                  <a:gd name="T1" fmla="*/ 239 h 239"/>
                  <a:gd name="T2" fmla="*/ 335 w 377"/>
                  <a:gd name="T3" fmla="*/ 146 h 239"/>
                  <a:gd name="T4" fmla="*/ 342 w 377"/>
                  <a:gd name="T5" fmla="*/ 47 h 239"/>
                  <a:gd name="T6" fmla="*/ 0 w 377"/>
                  <a:gd name="T7" fmla="*/ 0 h 23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77"/>
                  <a:gd name="T13" fmla="*/ 0 h 239"/>
                  <a:gd name="T14" fmla="*/ 377 w 377"/>
                  <a:gd name="T15" fmla="*/ 239 h 23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77" h="239">
                    <a:moveTo>
                      <a:pt x="42" y="239"/>
                    </a:moveTo>
                    <a:cubicBezTo>
                      <a:pt x="89" y="224"/>
                      <a:pt x="285" y="178"/>
                      <a:pt x="335" y="146"/>
                    </a:cubicBezTo>
                    <a:cubicBezTo>
                      <a:pt x="372" y="115"/>
                      <a:pt x="377" y="75"/>
                      <a:pt x="342" y="47"/>
                    </a:cubicBezTo>
                    <a:cubicBezTo>
                      <a:pt x="286" y="23"/>
                      <a:pt x="71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80" name="Freeform 499">
                <a:extLst>
                  <a:ext uri="{FF2B5EF4-FFF2-40B4-BE49-F238E27FC236}">
                    <a16:creationId xmlns:a16="http://schemas.microsoft.com/office/drawing/2014/main" id="{D604A253-A41E-484F-BFD8-EDF9F9E30A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6" y="997"/>
                <a:ext cx="660" cy="336"/>
              </a:xfrm>
              <a:custGeom>
                <a:avLst/>
                <a:gdLst>
                  <a:gd name="T0" fmla="*/ 680 w 646"/>
                  <a:gd name="T1" fmla="*/ 11275 h 300"/>
                  <a:gd name="T2" fmla="*/ 970 w 646"/>
                  <a:gd name="T3" fmla="*/ 9520 h 300"/>
                  <a:gd name="T4" fmla="*/ 1205 w 646"/>
                  <a:gd name="T5" fmla="*/ 7193 h 300"/>
                  <a:gd name="T6" fmla="*/ 1244 w 646"/>
                  <a:gd name="T7" fmla="*/ 4026 h 300"/>
                  <a:gd name="T8" fmla="*/ 912 w 646"/>
                  <a:gd name="T9" fmla="*/ 2248 h 300"/>
                  <a:gd name="T10" fmla="*/ 0 w 646"/>
                  <a:gd name="T11" fmla="*/ 0 h 30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46"/>
                  <a:gd name="T19" fmla="*/ 0 h 300"/>
                  <a:gd name="T20" fmla="*/ 646 w 646"/>
                  <a:gd name="T21" fmla="*/ 300 h 30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46" h="300">
                    <a:moveTo>
                      <a:pt x="343" y="300"/>
                    </a:moveTo>
                    <a:cubicBezTo>
                      <a:pt x="367" y="292"/>
                      <a:pt x="443" y="272"/>
                      <a:pt x="487" y="254"/>
                    </a:cubicBezTo>
                    <a:cubicBezTo>
                      <a:pt x="531" y="236"/>
                      <a:pt x="584" y="216"/>
                      <a:pt x="607" y="191"/>
                    </a:cubicBezTo>
                    <a:cubicBezTo>
                      <a:pt x="628" y="173"/>
                      <a:pt x="646" y="125"/>
                      <a:pt x="627" y="107"/>
                    </a:cubicBezTo>
                    <a:cubicBezTo>
                      <a:pt x="603" y="85"/>
                      <a:pt x="563" y="79"/>
                      <a:pt x="459" y="61"/>
                    </a:cubicBezTo>
                    <a:cubicBezTo>
                      <a:pt x="355" y="43"/>
                      <a:pt x="76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81" name="Freeform 500">
                <a:extLst>
                  <a:ext uri="{FF2B5EF4-FFF2-40B4-BE49-F238E27FC236}">
                    <a16:creationId xmlns:a16="http://schemas.microsoft.com/office/drawing/2014/main" id="{2C12E0E6-80E9-4F07-9E55-3D17B6CA7A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955"/>
                <a:ext cx="630" cy="397"/>
              </a:xfrm>
              <a:custGeom>
                <a:avLst/>
                <a:gdLst>
                  <a:gd name="T0" fmla="*/ 320 w 630"/>
                  <a:gd name="T1" fmla="*/ 397 h 397"/>
                  <a:gd name="T2" fmla="*/ 468 w 630"/>
                  <a:gd name="T3" fmla="*/ 345 h 397"/>
                  <a:gd name="T4" fmla="*/ 590 w 630"/>
                  <a:gd name="T5" fmla="*/ 275 h 397"/>
                  <a:gd name="T6" fmla="*/ 611 w 630"/>
                  <a:gd name="T7" fmla="*/ 181 h 397"/>
                  <a:gd name="T8" fmla="*/ 439 w 630"/>
                  <a:gd name="T9" fmla="*/ 129 h 397"/>
                  <a:gd name="T10" fmla="*/ 0 w 630"/>
                  <a:gd name="T11" fmla="*/ 0 h 3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30"/>
                  <a:gd name="T19" fmla="*/ 0 h 397"/>
                  <a:gd name="T20" fmla="*/ 630 w 630"/>
                  <a:gd name="T21" fmla="*/ 397 h 3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30" h="397">
                    <a:moveTo>
                      <a:pt x="320" y="397"/>
                    </a:moveTo>
                    <a:cubicBezTo>
                      <a:pt x="345" y="388"/>
                      <a:pt x="423" y="366"/>
                      <a:pt x="468" y="345"/>
                    </a:cubicBezTo>
                    <a:cubicBezTo>
                      <a:pt x="513" y="325"/>
                      <a:pt x="567" y="303"/>
                      <a:pt x="590" y="275"/>
                    </a:cubicBezTo>
                    <a:cubicBezTo>
                      <a:pt x="612" y="255"/>
                      <a:pt x="630" y="201"/>
                      <a:pt x="611" y="181"/>
                    </a:cubicBezTo>
                    <a:cubicBezTo>
                      <a:pt x="586" y="156"/>
                      <a:pt x="541" y="159"/>
                      <a:pt x="439" y="129"/>
                    </a:cubicBezTo>
                    <a:cubicBezTo>
                      <a:pt x="337" y="99"/>
                      <a:pt x="91" y="27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64652" name="Picture 549" descr="laptop_keyboard">
              <a:extLst>
                <a:ext uri="{FF2B5EF4-FFF2-40B4-BE49-F238E27FC236}">
                  <a16:creationId xmlns:a16="http://schemas.microsoft.com/office/drawing/2014/main" id="{1E779426-1B45-43B0-B769-313DBBE371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3109" y="2736"/>
              <a:ext cx="245" cy="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653" name="Freeform 550">
              <a:extLst>
                <a:ext uri="{FF2B5EF4-FFF2-40B4-BE49-F238E27FC236}">
                  <a16:creationId xmlns:a16="http://schemas.microsoft.com/office/drawing/2014/main" id="{04807EF5-193B-4052-A98E-90A460460C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0" y="2638"/>
              <a:ext cx="197" cy="131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64654" name="Picture 551" descr="screen">
              <a:extLst>
                <a:ext uri="{FF2B5EF4-FFF2-40B4-BE49-F238E27FC236}">
                  <a16:creationId xmlns:a16="http://schemas.microsoft.com/office/drawing/2014/main" id="{9E0A6959-F6C1-49A3-B985-19E343B6E8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0" y="2641"/>
              <a:ext cx="179" cy="1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655" name="Freeform 552">
              <a:extLst>
                <a:ext uri="{FF2B5EF4-FFF2-40B4-BE49-F238E27FC236}">
                  <a16:creationId xmlns:a16="http://schemas.microsoft.com/office/drawing/2014/main" id="{09043127-829D-4565-84BA-0826021D2CAC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6" y="2634"/>
              <a:ext cx="167" cy="2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56" name="Freeform 553">
              <a:extLst>
                <a:ext uri="{FF2B5EF4-FFF2-40B4-BE49-F238E27FC236}">
                  <a16:creationId xmlns:a16="http://schemas.microsoft.com/office/drawing/2014/main" id="{324BF7CD-5D9A-4EC6-8573-82D0E7F487B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9" y="2634"/>
              <a:ext cx="46" cy="102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57" name="Freeform 554">
              <a:extLst>
                <a:ext uri="{FF2B5EF4-FFF2-40B4-BE49-F238E27FC236}">
                  <a16:creationId xmlns:a16="http://schemas.microsoft.com/office/drawing/2014/main" id="{D1BEF8F7-47D3-4308-B944-9081E96D9F6F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2" y="2652"/>
              <a:ext cx="50" cy="117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58" name="Freeform 555">
              <a:extLst>
                <a:ext uri="{FF2B5EF4-FFF2-40B4-BE49-F238E27FC236}">
                  <a16:creationId xmlns:a16="http://schemas.microsoft.com/office/drawing/2014/main" id="{FFF9F59F-C7E5-4429-9634-90F03514D58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0"/>
              <a:ext cx="183" cy="40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59" name="Freeform 556">
              <a:extLst>
                <a:ext uri="{FF2B5EF4-FFF2-40B4-BE49-F238E27FC236}">
                  <a16:creationId xmlns:a16="http://schemas.microsoft.com/office/drawing/2014/main" id="{4C85811E-4E6B-47F4-9D09-F3E9DDD7DD7C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7" y="2653"/>
              <a:ext cx="47" cy="118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0" name="Freeform 557">
              <a:extLst>
                <a:ext uri="{FF2B5EF4-FFF2-40B4-BE49-F238E27FC236}">
                  <a16:creationId xmlns:a16="http://schemas.microsoft.com/office/drawing/2014/main" id="{F470CCD6-8689-448A-974F-155FA4CE43B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6"/>
              <a:ext cx="163" cy="39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64661" name="Group 558">
              <a:extLst>
                <a:ext uri="{FF2B5EF4-FFF2-40B4-BE49-F238E27FC236}">
                  <a16:creationId xmlns:a16="http://schemas.microsoft.com/office/drawing/2014/main" id="{21764E17-CC22-4C5E-A670-7B29864321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6" y="2777"/>
              <a:ext cx="55" cy="24"/>
              <a:chOff x="1740" y="2642"/>
              <a:chExt cx="752" cy="327"/>
            </a:xfrm>
          </p:grpSpPr>
          <p:sp>
            <p:nvSpPr>
              <p:cNvPr id="64670" name="Freeform 559">
                <a:extLst>
                  <a:ext uri="{FF2B5EF4-FFF2-40B4-BE49-F238E27FC236}">
                    <a16:creationId xmlns:a16="http://schemas.microsoft.com/office/drawing/2014/main" id="{4A6A9ACD-6662-44F2-9089-AFD67AD2E1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1" name="Freeform 560">
                <a:extLst>
                  <a:ext uri="{FF2B5EF4-FFF2-40B4-BE49-F238E27FC236}">
                    <a16:creationId xmlns:a16="http://schemas.microsoft.com/office/drawing/2014/main" id="{D822AC0B-A6FF-4C8C-9446-113C0CC753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2" name="Freeform 561">
                <a:extLst>
                  <a:ext uri="{FF2B5EF4-FFF2-40B4-BE49-F238E27FC236}">
                    <a16:creationId xmlns:a16="http://schemas.microsoft.com/office/drawing/2014/main" id="{C990B6FF-769E-4E7D-8E20-280FA0772E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3" name="Freeform 562">
                <a:extLst>
                  <a:ext uri="{FF2B5EF4-FFF2-40B4-BE49-F238E27FC236}">
                    <a16:creationId xmlns:a16="http://schemas.microsoft.com/office/drawing/2014/main" id="{5FF9CCDF-141A-4A68-9580-BD2771CF21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4" name="Freeform 563">
                <a:extLst>
                  <a:ext uri="{FF2B5EF4-FFF2-40B4-BE49-F238E27FC236}">
                    <a16:creationId xmlns:a16="http://schemas.microsoft.com/office/drawing/2014/main" id="{79A3C3AA-9951-4041-965B-B41A9D05DA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75" name="Freeform 564">
                <a:extLst>
                  <a:ext uri="{FF2B5EF4-FFF2-40B4-BE49-F238E27FC236}">
                    <a16:creationId xmlns:a16="http://schemas.microsoft.com/office/drawing/2014/main" id="{A003CDDE-75CC-4D01-A830-193816F90E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64662" name="Freeform 565">
              <a:extLst>
                <a:ext uri="{FF2B5EF4-FFF2-40B4-BE49-F238E27FC236}">
                  <a16:creationId xmlns:a16="http://schemas.microsoft.com/office/drawing/2014/main" id="{6C60CA58-8029-42FC-941A-9144A3A5A8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280" y="2781"/>
              <a:ext cx="67" cy="5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3" name="Freeform 566">
              <a:extLst>
                <a:ext uri="{FF2B5EF4-FFF2-40B4-BE49-F238E27FC236}">
                  <a16:creationId xmlns:a16="http://schemas.microsoft.com/office/drawing/2014/main" id="{7D252723-9755-473D-97D6-83BEE7D3F7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9" y="2785"/>
              <a:ext cx="171" cy="4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4" name="Freeform 567">
              <a:extLst>
                <a:ext uri="{FF2B5EF4-FFF2-40B4-BE49-F238E27FC236}">
                  <a16:creationId xmlns:a16="http://schemas.microsoft.com/office/drawing/2014/main" id="{8C5E30D7-494E-40E1-88BF-863A5CD7978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7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5" name="Freeform 568">
              <a:extLst>
                <a:ext uri="{FF2B5EF4-FFF2-40B4-BE49-F238E27FC236}">
                  <a16:creationId xmlns:a16="http://schemas.microsoft.com/office/drawing/2014/main" id="{0CF57092-1534-4176-8598-C6B14698D36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3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6" name="Freeform 569">
              <a:extLst>
                <a:ext uri="{FF2B5EF4-FFF2-40B4-BE49-F238E27FC236}">
                  <a16:creationId xmlns:a16="http://schemas.microsoft.com/office/drawing/2014/main" id="{3D2B46AA-8A3F-4085-984C-44ABB55BB5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5" y="2778"/>
              <a:ext cx="162" cy="4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7" name="Freeform 570">
              <a:extLst>
                <a:ext uri="{FF2B5EF4-FFF2-40B4-BE49-F238E27FC236}">
                  <a16:creationId xmlns:a16="http://schemas.microsoft.com/office/drawing/2014/main" id="{91157A30-A850-40F1-A504-1C6DA078FB8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3277" y="2775"/>
              <a:ext cx="66" cy="4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8" name="Freeform 589">
              <a:extLst>
                <a:ext uri="{FF2B5EF4-FFF2-40B4-BE49-F238E27FC236}">
                  <a16:creationId xmlns:a16="http://schemas.microsoft.com/office/drawing/2014/main" id="{0662A57A-E729-4BAB-ADA3-C53B07100D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73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69" name="Freeform 590">
              <a:extLst>
                <a:ext uri="{FF2B5EF4-FFF2-40B4-BE49-F238E27FC236}">
                  <a16:creationId xmlns:a16="http://schemas.microsoft.com/office/drawing/2014/main" id="{8F7710C3-BC40-4405-ADD9-CECD3929C2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69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37" name="Group 632">
            <a:extLst>
              <a:ext uri="{FF2B5EF4-FFF2-40B4-BE49-F238E27FC236}">
                <a16:creationId xmlns:a16="http://schemas.microsoft.com/office/drawing/2014/main" id="{C83241E8-9053-4C97-B373-2B5C4B80881C}"/>
              </a:ext>
            </a:extLst>
          </p:cNvPr>
          <p:cNvGrpSpPr>
            <a:grpSpLocks/>
          </p:cNvGrpSpPr>
          <p:nvPr/>
        </p:nvGrpSpPr>
        <p:grpSpPr bwMode="auto">
          <a:xfrm>
            <a:off x="3925888" y="4354513"/>
            <a:ext cx="536575" cy="401637"/>
            <a:chOff x="3328" y="2543"/>
            <a:chExt cx="338" cy="253"/>
          </a:xfrm>
        </p:grpSpPr>
        <p:grpSp>
          <p:nvGrpSpPr>
            <p:cNvPr id="64624" name="Group 487">
              <a:extLst>
                <a:ext uri="{FF2B5EF4-FFF2-40B4-BE49-F238E27FC236}">
                  <a16:creationId xmlns:a16="http://schemas.microsoft.com/office/drawing/2014/main" id="{160E3242-0188-40AE-AEC5-3A0DB91AAB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28" y="2543"/>
              <a:ext cx="327" cy="81"/>
              <a:chOff x="2199" y="955"/>
              <a:chExt cx="2547" cy="506"/>
            </a:xfrm>
          </p:grpSpPr>
          <p:sp>
            <p:nvSpPr>
              <p:cNvPr id="64645" name="Freeform 488">
                <a:extLst>
                  <a:ext uri="{FF2B5EF4-FFF2-40B4-BE49-F238E27FC236}">
                    <a16:creationId xmlns:a16="http://schemas.microsoft.com/office/drawing/2014/main" id="{6DC8D306-B667-4D32-B7E3-8C878941D7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99" y="1166"/>
                <a:ext cx="260" cy="281"/>
              </a:xfrm>
              <a:custGeom>
                <a:avLst/>
                <a:gdLst>
                  <a:gd name="T0" fmla="*/ 260 w 260"/>
                  <a:gd name="T1" fmla="*/ 0 h 281"/>
                  <a:gd name="T2" fmla="*/ 42 w 260"/>
                  <a:gd name="T3" fmla="*/ 112 h 281"/>
                  <a:gd name="T4" fmla="*/ 35 w 260"/>
                  <a:gd name="T5" fmla="*/ 211 h 281"/>
                  <a:gd name="T6" fmla="*/ 253 w 260"/>
                  <a:gd name="T7" fmla="*/ 281 h 2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60"/>
                  <a:gd name="T13" fmla="*/ 0 h 281"/>
                  <a:gd name="T14" fmla="*/ 260 w 260"/>
                  <a:gd name="T15" fmla="*/ 281 h 2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60" h="281">
                    <a:moveTo>
                      <a:pt x="260" y="0"/>
                    </a:moveTo>
                    <a:cubicBezTo>
                      <a:pt x="224" y="19"/>
                      <a:pt x="79" y="77"/>
                      <a:pt x="42" y="112"/>
                    </a:cubicBezTo>
                    <a:cubicBezTo>
                      <a:pt x="5" y="143"/>
                      <a:pt x="0" y="183"/>
                      <a:pt x="35" y="211"/>
                    </a:cubicBezTo>
                    <a:cubicBezTo>
                      <a:pt x="70" y="239"/>
                      <a:pt x="208" y="266"/>
                      <a:pt x="253" y="281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6" name="Freeform 489">
                <a:extLst>
                  <a:ext uri="{FF2B5EF4-FFF2-40B4-BE49-F238E27FC236}">
                    <a16:creationId xmlns:a16="http://schemas.microsoft.com/office/drawing/2014/main" id="{6A4B4BD3-CEBB-4DED-ADCC-485E03E00B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040"/>
                <a:ext cx="900" cy="421"/>
              </a:xfrm>
              <a:custGeom>
                <a:avLst/>
                <a:gdLst>
                  <a:gd name="T0" fmla="*/ 531 w 900"/>
                  <a:gd name="T1" fmla="*/ 0 h 421"/>
                  <a:gd name="T2" fmla="*/ 279 w 900"/>
                  <a:gd name="T3" fmla="*/ 77 h 421"/>
                  <a:gd name="T4" fmla="*/ 68 w 900"/>
                  <a:gd name="T5" fmla="*/ 182 h 421"/>
                  <a:gd name="T6" fmla="*/ 33 w 900"/>
                  <a:gd name="T7" fmla="*/ 323 h 421"/>
                  <a:gd name="T8" fmla="*/ 328 w 900"/>
                  <a:gd name="T9" fmla="*/ 400 h 421"/>
                  <a:gd name="T10" fmla="*/ 812 w 900"/>
                  <a:gd name="T11" fmla="*/ 421 h 421"/>
                  <a:gd name="T12" fmla="*/ 855 w 900"/>
                  <a:gd name="T13" fmla="*/ 400 h 4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00"/>
                  <a:gd name="T22" fmla="*/ 0 h 421"/>
                  <a:gd name="T23" fmla="*/ 900 w 900"/>
                  <a:gd name="T24" fmla="*/ 421 h 4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00" h="421">
                    <a:moveTo>
                      <a:pt x="531" y="0"/>
                    </a:moveTo>
                    <a:cubicBezTo>
                      <a:pt x="489" y="13"/>
                      <a:pt x="356" y="47"/>
                      <a:pt x="279" y="77"/>
                    </a:cubicBezTo>
                    <a:cubicBezTo>
                      <a:pt x="202" y="107"/>
                      <a:pt x="109" y="141"/>
                      <a:pt x="68" y="182"/>
                    </a:cubicBezTo>
                    <a:cubicBezTo>
                      <a:pt x="31" y="213"/>
                      <a:pt x="0" y="292"/>
                      <a:pt x="33" y="323"/>
                    </a:cubicBezTo>
                    <a:cubicBezTo>
                      <a:pt x="76" y="359"/>
                      <a:pt x="198" y="384"/>
                      <a:pt x="328" y="400"/>
                    </a:cubicBezTo>
                    <a:cubicBezTo>
                      <a:pt x="458" y="416"/>
                      <a:pt x="724" y="421"/>
                      <a:pt x="812" y="421"/>
                    </a:cubicBezTo>
                    <a:cubicBezTo>
                      <a:pt x="900" y="421"/>
                      <a:pt x="846" y="404"/>
                      <a:pt x="855" y="40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7" name="Freeform 490">
                <a:extLst>
                  <a:ext uri="{FF2B5EF4-FFF2-40B4-BE49-F238E27FC236}">
                    <a16:creationId xmlns:a16="http://schemas.microsoft.com/office/drawing/2014/main" id="{BD58C7AE-E3A0-4B9E-8F67-554ED4E588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" y="1068"/>
                <a:ext cx="428" cy="269"/>
              </a:xfrm>
              <a:custGeom>
                <a:avLst/>
                <a:gdLst>
                  <a:gd name="T0" fmla="*/ 428 w 428"/>
                  <a:gd name="T1" fmla="*/ 0 h 269"/>
                  <a:gd name="T2" fmla="*/ 217 w 428"/>
                  <a:gd name="T3" fmla="*/ 35 h 269"/>
                  <a:gd name="T4" fmla="*/ 21 w 428"/>
                  <a:gd name="T5" fmla="*/ 140 h 269"/>
                  <a:gd name="T6" fmla="*/ 91 w 428"/>
                  <a:gd name="T7" fmla="*/ 246 h 269"/>
                  <a:gd name="T8" fmla="*/ 231 w 428"/>
                  <a:gd name="T9" fmla="*/ 267 h 269"/>
                  <a:gd name="T10" fmla="*/ 414 w 428"/>
                  <a:gd name="T11" fmla="*/ 260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28"/>
                  <a:gd name="T19" fmla="*/ 0 h 269"/>
                  <a:gd name="T20" fmla="*/ 428 w 428"/>
                  <a:gd name="T21" fmla="*/ 269 h 269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28" h="269">
                    <a:moveTo>
                      <a:pt x="428" y="0"/>
                    </a:moveTo>
                    <a:cubicBezTo>
                      <a:pt x="428" y="0"/>
                      <a:pt x="217" y="35"/>
                      <a:pt x="217" y="35"/>
                    </a:cubicBezTo>
                    <a:cubicBezTo>
                      <a:pt x="217" y="35"/>
                      <a:pt x="42" y="105"/>
                      <a:pt x="21" y="140"/>
                    </a:cubicBezTo>
                    <a:cubicBezTo>
                      <a:pt x="0" y="175"/>
                      <a:pt x="14" y="217"/>
                      <a:pt x="91" y="246"/>
                    </a:cubicBezTo>
                    <a:cubicBezTo>
                      <a:pt x="126" y="267"/>
                      <a:pt x="177" y="265"/>
                      <a:pt x="231" y="267"/>
                    </a:cubicBezTo>
                    <a:cubicBezTo>
                      <a:pt x="285" y="269"/>
                      <a:pt x="376" y="262"/>
                      <a:pt x="414" y="26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8" name="Freeform 491">
                <a:extLst>
                  <a:ext uri="{FF2B5EF4-FFF2-40B4-BE49-F238E27FC236}">
                    <a16:creationId xmlns:a16="http://schemas.microsoft.com/office/drawing/2014/main" id="{10465EC0-E629-4F06-BA89-E0F01977A0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4" y="1075"/>
                <a:ext cx="377" cy="239"/>
              </a:xfrm>
              <a:custGeom>
                <a:avLst/>
                <a:gdLst>
                  <a:gd name="T0" fmla="*/ 42 w 377"/>
                  <a:gd name="T1" fmla="*/ 239 h 239"/>
                  <a:gd name="T2" fmla="*/ 335 w 377"/>
                  <a:gd name="T3" fmla="*/ 146 h 239"/>
                  <a:gd name="T4" fmla="*/ 342 w 377"/>
                  <a:gd name="T5" fmla="*/ 47 h 239"/>
                  <a:gd name="T6" fmla="*/ 0 w 377"/>
                  <a:gd name="T7" fmla="*/ 0 h 23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77"/>
                  <a:gd name="T13" fmla="*/ 0 h 239"/>
                  <a:gd name="T14" fmla="*/ 377 w 377"/>
                  <a:gd name="T15" fmla="*/ 239 h 23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77" h="239">
                    <a:moveTo>
                      <a:pt x="42" y="239"/>
                    </a:moveTo>
                    <a:cubicBezTo>
                      <a:pt x="89" y="224"/>
                      <a:pt x="285" y="178"/>
                      <a:pt x="335" y="146"/>
                    </a:cubicBezTo>
                    <a:cubicBezTo>
                      <a:pt x="372" y="115"/>
                      <a:pt x="377" y="75"/>
                      <a:pt x="342" y="47"/>
                    </a:cubicBezTo>
                    <a:cubicBezTo>
                      <a:pt x="286" y="23"/>
                      <a:pt x="71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9" name="Freeform 492">
                <a:extLst>
                  <a:ext uri="{FF2B5EF4-FFF2-40B4-BE49-F238E27FC236}">
                    <a16:creationId xmlns:a16="http://schemas.microsoft.com/office/drawing/2014/main" id="{9B368F40-DBE2-4B52-9B05-25F4099B0C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6" y="997"/>
                <a:ext cx="660" cy="336"/>
              </a:xfrm>
              <a:custGeom>
                <a:avLst/>
                <a:gdLst>
                  <a:gd name="T0" fmla="*/ 680 w 646"/>
                  <a:gd name="T1" fmla="*/ 11275 h 300"/>
                  <a:gd name="T2" fmla="*/ 970 w 646"/>
                  <a:gd name="T3" fmla="*/ 9520 h 300"/>
                  <a:gd name="T4" fmla="*/ 1205 w 646"/>
                  <a:gd name="T5" fmla="*/ 7193 h 300"/>
                  <a:gd name="T6" fmla="*/ 1244 w 646"/>
                  <a:gd name="T7" fmla="*/ 4026 h 300"/>
                  <a:gd name="T8" fmla="*/ 912 w 646"/>
                  <a:gd name="T9" fmla="*/ 2248 h 300"/>
                  <a:gd name="T10" fmla="*/ 0 w 646"/>
                  <a:gd name="T11" fmla="*/ 0 h 30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46"/>
                  <a:gd name="T19" fmla="*/ 0 h 300"/>
                  <a:gd name="T20" fmla="*/ 646 w 646"/>
                  <a:gd name="T21" fmla="*/ 300 h 30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46" h="300">
                    <a:moveTo>
                      <a:pt x="343" y="300"/>
                    </a:moveTo>
                    <a:cubicBezTo>
                      <a:pt x="367" y="292"/>
                      <a:pt x="443" y="272"/>
                      <a:pt x="487" y="254"/>
                    </a:cubicBezTo>
                    <a:cubicBezTo>
                      <a:pt x="531" y="236"/>
                      <a:pt x="584" y="216"/>
                      <a:pt x="607" y="191"/>
                    </a:cubicBezTo>
                    <a:cubicBezTo>
                      <a:pt x="628" y="173"/>
                      <a:pt x="646" y="125"/>
                      <a:pt x="627" y="107"/>
                    </a:cubicBezTo>
                    <a:cubicBezTo>
                      <a:pt x="603" y="85"/>
                      <a:pt x="563" y="79"/>
                      <a:pt x="459" y="61"/>
                    </a:cubicBezTo>
                    <a:cubicBezTo>
                      <a:pt x="355" y="43"/>
                      <a:pt x="76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50" name="Freeform 493">
                <a:extLst>
                  <a:ext uri="{FF2B5EF4-FFF2-40B4-BE49-F238E27FC236}">
                    <a16:creationId xmlns:a16="http://schemas.microsoft.com/office/drawing/2014/main" id="{7EDD03F3-C146-4112-A050-828FFA34F0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955"/>
                <a:ext cx="630" cy="397"/>
              </a:xfrm>
              <a:custGeom>
                <a:avLst/>
                <a:gdLst>
                  <a:gd name="T0" fmla="*/ 320 w 630"/>
                  <a:gd name="T1" fmla="*/ 397 h 397"/>
                  <a:gd name="T2" fmla="*/ 468 w 630"/>
                  <a:gd name="T3" fmla="*/ 345 h 397"/>
                  <a:gd name="T4" fmla="*/ 590 w 630"/>
                  <a:gd name="T5" fmla="*/ 275 h 397"/>
                  <a:gd name="T6" fmla="*/ 611 w 630"/>
                  <a:gd name="T7" fmla="*/ 181 h 397"/>
                  <a:gd name="T8" fmla="*/ 439 w 630"/>
                  <a:gd name="T9" fmla="*/ 129 h 397"/>
                  <a:gd name="T10" fmla="*/ 0 w 630"/>
                  <a:gd name="T11" fmla="*/ 0 h 3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30"/>
                  <a:gd name="T19" fmla="*/ 0 h 397"/>
                  <a:gd name="T20" fmla="*/ 630 w 630"/>
                  <a:gd name="T21" fmla="*/ 397 h 3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30" h="397">
                    <a:moveTo>
                      <a:pt x="320" y="397"/>
                    </a:moveTo>
                    <a:cubicBezTo>
                      <a:pt x="345" y="388"/>
                      <a:pt x="423" y="366"/>
                      <a:pt x="468" y="345"/>
                    </a:cubicBezTo>
                    <a:cubicBezTo>
                      <a:pt x="513" y="325"/>
                      <a:pt x="567" y="303"/>
                      <a:pt x="590" y="275"/>
                    </a:cubicBezTo>
                    <a:cubicBezTo>
                      <a:pt x="612" y="255"/>
                      <a:pt x="630" y="201"/>
                      <a:pt x="611" y="181"/>
                    </a:cubicBezTo>
                    <a:cubicBezTo>
                      <a:pt x="586" y="156"/>
                      <a:pt x="541" y="159"/>
                      <a:pt x="439" y="129"/>
                    </a:cubicBezTo>
                    <a:cubicBezTo>
                      <a:pt x="337" y="99"/>
                      <a:pt x="91" y="27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64625" name="Picture 571" descr="laptop_keyboard">
              <a:extLst>
                <a:ext uri="{FF2B5EF4-FFF2-40B4-BE49-F238E27FC236}">
                  <a16:creationId xmlns:a16="http://schemas.microsoft.com/office/drawing/2014/main" id="{C87D2C41-D749-4F5F-87E3-DEA79624CB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3381" y="2696"/>
              <a:ext cx="245" cy="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626" name="Freeform 572">
              <a:extLst>
                <a:ext uri="{FF2B5EF4-FFF2-40B4-BE49-F238E27FC236}">
                  <a16:creationId xmlns:a16="http://schemas.microsoft.com/office/drawing/2014/main" id="{55465021-6807-4E50-882D-E5286D63429D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2" y="2598"/>
              <a:ext cx="197" cy="131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64627" name="Picture 573" descr="screen">
              <a:extLst>
                <a:ext uri="{FF2B5EF4-FFF2-40B4-BE49-F238E27FC236}">
                  <a16:creationId xmlns:a16="http://schemas.microsoft.com/office/drawing/2014/main" id="{93CC9FC0-E709-40B5-B568-A2B8A5768F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2" y="2601"/>
              <a:ext cx="179" cy="1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628" name="Freeform 574">
              <a:extLst>
                <a:ext uri="{FF2B5EF4-FFF2-40B4-BE49-F238E27FC236}">
                  <a16:creationId xmlns:a16="http://schemas.microsoft.com/office/drawing/2014/main" id="{B1ACAB20-61B3-497F-972D-792BC3584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2594"/>
              <a:ext cx="167" cy="2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29" name="Freeform 575">
              <a:extLst>
                <a:ext uri="{FF2B5EF4-FFF2-40B4-BE49-F238E27FC236}">
                  <a16:creationId xmlns:a16="http://schemas.microsoft.com/office/drawing/2014/main" id="{62D6236C-E6E7-4B43-9FEC-804C6E1DDC1F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1" y="2594"/>
              <a:ext cx="46" cy="102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0" name="Freeform 576">
              <a:extLst>
                <a:ext uri="{FF2B5EF4-FFF2-40B4-BE49-F238E27FC236}">
                  <a16:creationId xmlns:a16="http://schemas.microsoft.com/office/drawing/2014/main" id="{BA3832AF-CB9B-494E-B00A-C628C5D293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4" y="2612"/>
              <a:ext cx="50" cy="117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1" name="Freeform 577">
              <a:extLst>
                <a:ext uri="{FF2B5EF4-FFF2-40B4-BE49-F238E27FC236}">
                  <a16:creationId xmlns:a16="http://schemas.microsoft.com/office/drawing/2014/main" id="{1087F095-5AD7-4C09-B4B3-B0879B795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0" y="2690"/>
              <a:ext cx="183" cy="40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2" name="Freeform 578">
              <a:extLst>
                <a:ext uri="{FF2B5EF4-FFF2-40B4-BE49-F238E27FC236}">
                  <a16:creationId xmlns:a16="http://schemas.microsoft.com/office/drawing/2014/main" id="{43C9A0BB-E50F-4F19-AF83-6B4F189B1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3619" y="2613"/>
              <a:ext cx="47" cy="118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3" name="Freeform 579">
              <a:extLst>
                <a:ext uri="{FF2B5EF4-FFF2-40B4-BE49-F238E27FC236}">
                  <a16:creationId xmlns:a16="http://schemas.microsoft.com/office/drawing/2014/main" id="{2ECED755-2322-41E9-AD84-8C6C47F3AC44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0" y="2696"/>
              <a:ext cx="163" cy="39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64634" name="Group 580">
              <a:extLst>
                <a:ext uri="{FF2B5EF4-FFF2-40B4-BE49-F238E27FC236}">
                  <a16:creationId xmlns:a16="http://schemas.microsoft.com/office/drawing/2014/main" id="{7FC68606-77B0-453F-86B8-01A3A675FC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58" y="2737"/>
              <a:ext cx="55" cy="24"/>
              <a:chOff x="1740" y="2642"/>
              <a:chExt cx="752" cy="327"/>
            </a:xfrm>
          </p:grpSpPr>
          <p:sp>
            <p:nvSpPr>
              <p:cNvPr id="64639" name="Freeform 581">
                <a:extLst>
                  <a:ext uri="{FF2B5EF4-FFF2-40B4-BE49-F238E27FC236}">
                    <a16:creationId xmlns:a16="http://schemas.microsoft.com/office/drawing/2014/main" id="{991550A6-4653-4B95-AA73-4EA0771E02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0" name="Freeform 582">
                <a:extLst>
                  <a:ext uri="{FF2B5EF4-FFF2-40B4-BE49-F238E27FC236}">
                    <a16:creationId xmlns:a16="http://schemas.microsoft.com/office/drawing/2014/main" id="{F75B1CC7-8593-4413-BB56-B8300963E0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1" name="Freeform 583">
                <a:extLst>
                  <a:ext uri="{FF2B5EF4-FFF2-40B4-BE49-F238E27FC236}">
                    <a16:creationId xmlns:a16="http://schemas.microsoft.com/office/drawing/2014/main" id="{59BBD77D-150A-4E51-9B4A-5223FC2B47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2" name="Freeform 584">
                <a:extLst>
                  <a:ext uri="{FF2B5EF4-FFF2-40B4-BE49-F238E27FC236}">
                    <a16:creationId xmlns:a16="http://schemas.microsoft.com/office/drawing/2014/main" id="{C4C192E7-E16F-458A-9544-D9AEF03842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3" name="Freeform 585">
                <a:extLst>
                  <a:ext uri="{FF2B5EF4-FFF2-40B4-BE49-F238E27FC236}">
                    <a16:creationId xmlns:a16="http://schemas.microsoft.com/office/drawing/2014/main" id="{15555E65-FE81-423F-B510-ABB5C0C06F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44" name="Freeform 586">
                <a:extLst>
                  <a:ext uri="{FF2B5EF4-FFF2-40B4-BE49-F238E27FC236}">
                    <a16:creationId xmlns:a16="http://schemas.microsoft.com/office/drawing/2014/main" id="{943B847E-855E-471F-A90A-17A49ECE2D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64635" name="Freeform 587">
              <a:extLst>
                <a:ext uri="{FF2B5EF4-FFF2-40B4-BE49-F238E27FC236}">
                  <a16:creationId xmlns:a16="http://schemas.microsoft.com/office/drawing/2014/main" id="{92F03C33-6813-4DD7-B774-8680C6C03A9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2" y="2741"/>
              <a:ext cx="67" cy="5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6" name="Freeform 588">
              <a:extLst>
                <a:ext uri="{FF2B5EF4-FFF2-40B4-BE49-F238E27FC236}">
                  <a16:creationId xmlns:a16="http://schemas.microsoft.com/office/drawing/2014/main" id="{986521FF-DA32-43C2-9F54-BCF38A6F9EE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1" y="2745"/>
              <a:ext cx="171" cy="4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7" name="Freeform 591">
              <a:extLst>
                <a:ext uri="{FF2B5EF4-FFF2-40B4-BE49-F238E27FC236}">
                  <a16:creationId xmlns:a16="http://schemas.microsoft.com/office/drawing/2014/main" id="{EDE19BB1-065A-49A5-A88F-6A8EF003F6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2738"/>
              <a:ext cx="162" cy="4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38" name="Freeform 592">
              <a:extLst>
                <a:ext uri="{FF2B5EF4-FFF2-40B4-BE49-F238E27FC236}">
                  <a16:creationId xmlns:a16="http://schemas.microsoft.com/office/drawing/2014/main" id="{B3C9E9AF-A90C-4A57-BCFA-1C88E800C67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3549" y="2735"/>
              <a:ext cx="66" cy="4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38" name="Group 631">
            <a:extLst>
              <a:ext uri="{FF2B5EF4-FFF2-40B4-BE49-F238E27FC236}">
                <a16:creationId xmlns:a16="http://schemas.microsoft.com/office/drawing/2014/main" id="{E4014809-AFB0-44F6-999A-CD83F82721E3}"/>
              </a:ext>
            </a:extLst>
          </p:cNvPr>
          <p:cNvGrpSpPr>
            <a:grpSpLocks/>
          </p:cNvGrpSpPr>
          <p:nvPr/>
        </p:nvGrpSpPr>
        <p:grpSpPr bwMode="auto">
          <a:xfrm>
            <a:off x="3308350" y="4614863"/>
            <a:ext cx="585788" cy="419100"/>
            <a:chOff x="5096" y="2218"/>
            <a:chExt cx="369" cy="264"/>
          </a:xfrm>
        </p:grpSpPr>
        <p:grpSp>
          <p:nvGrpSpPr>
            <p:cNvPr id="64615" name="Group 622">
              <a:extLst>
                <a:ext uri="{FF2B5EF4-FFF2-40B4-BE49-F238E27FC236}">
                  <a16:creationId xmlns:a16="http://schemas.microsoft.com/office/drawing/2014/main" id="{247449FE-D19F-48CD-95D0-C0303C51EE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96" y="2218"/>
              <a:ext cx="327" cy="81"/>
              <a:chOff x="2199" y="955"/>
              <a:chExt cx="2547" cy="506"/>
            </a:xfrm>
          </p:grpSpPr>
          <p:sp>
            <p:nvSpPr>
              <p:cNvPr id="64618" name="Freeform 623">
                <a:extLst>
                  <a:ext uri="{FF2B5EF4-FFF2-40B4-BE49-F238E27FC236}">
                    <a16:creationId xmlns:a16="http://schemas.microsoft.com/office/drawing/2014/main" id="{852FCAE5-E6A0-4A88-8649-C74B71E69F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99" y="1166"/>
                <a:ext cx="260" cy="281"/>
              </a:xfrm>
              <a:custGeom>
                <a:avLst/>
                <a:gdLst>
                  <a:gd name="T0" fmla="*/ 260 w 260"/>
                  <a:gd name="T1" fmla="*/ 0 h 281"/>
                  <a:gd name="T2" fmla="*/ 42 w 260"/>
                  <a:gd name="T3" fmla="*/ 112 h 281"/>
                  <a:gd name="T4" fmla="*/ 35 w 260"/>
                  <a:gd name="T5" fmla="*/ 211 h 281"/>
                  <a:gd name="T6" fmla="*/ 253 w 260"/>
                  <a:gd name="T7" fmla="*/ 281 h 2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60"/>
                  <a:gd name="T13" fmla="*/ 0 h 281"/>
                  <a:gd name="T14" fmla="*/ 260 w 260"/>
                  <a:gd name="T15" fmla="*/ 281 h 2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60" h="281">
                    <a:moveTo>
                      <a:pt x="260" y="0"/>
                    </a:moveTo>
                    <a:cubicBezTo>
                      <a:pt x="224" y="19"/>
                      <a:pt x="79" y="77"/>
                      <a:pt x="42" y="112"/>
                    </a:cubicBezTo>
                    <a:cubicBezTo>
                      <a:pt x="5" y="143"/>
                      <a:pt x="0" y="183"/>
                      <a:pt x="35" y="211"/>
                    </a:cubicBezTo>
                    <a:cubicBezTo>
                      <a:pt x="70" y="239"/>
                      <a:pt x="208" y="266"/>
                      <a:pt x="253" y="281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9" name="Freeform 624">
                <a:extLst>
                  <a:ext uri="{FF2B5EF4-FFF2-40B4-BE49-F238E27FC236}">
                    <a16:creationId xmlns:a16="http://schemas.microsoft.com/office/drawing/2014/main" id="{736C7DC5-4AEA-4C32-BD2F-2FB50A7ABC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040"/>
                <a:ext cx="900" cy="421"/>
              </a:xfrm>
              <a:custGeom>
                <a:avLst/>
                <a:gdLst>
                  <a:gd name="T0" fmla="*/ 531 w 900"/>
                  <a:gd name="T1" fmla="*/ 0 h 421"/>
                  <a:gd name="T2" fmla="*/ 279 w 900"/>
                  <a:gd name="T3" fmla="*/ 77 h 421"/>
                  <a:gd name="T4" fmla="*/ 68 w 900"/>
                  <a:gd name="T5" fmla="*/ 182 h 421"/>
                  <a:gd name="T6" fmla="*/ 33 w 900"/>
                  <a:gd name="T7" fmla="*/ 323 h 421"/>
                  <a:gd name="T8" fmla="*/ 328 w 900"/>
                  <a:gd name="T9" fmla="*/ 400 h 421"/>
                  <a:gd name="T10" fmla="*/ 812 w 900"/>
                  <a:gd name="T11" fmla="*/ 421 h 421"/>
                  <a:gd name="T12" fmla="*/ 855 w 900"/>
                  <a:gd name="T13" fmla="*/ 400 h 4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00"/>
                  <a:gd name="T22" fmla="*/ 0 h 421"/>
                  <a:gd name="T23" fmla="*/ 900 w 900"/>
                  <a:gd name="T24" fmla="*/ 421 h 4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00" h="421">
                    <a:moveTo>
                      <a:pt x="531" y="0"/>
                    </a:moveTo>
                    <a:cubicBezTo>
                      <a:pt x="489" y="13"/>
                      <a:pt x="356" y="47"/>
                      <a:pt x="279" y="77"/>
                    </a:cubicBezTo>
                    <a:cubicBezTo>
                      <a:pt x="202" y="107"/>
                      <a:pt x="109" y="141"/>
                      <a:pt x="68" y="182"/>
                    </a:cubicBezTo>
                    <a:cubicBezTo>
                      <a:pt x="31" y="213"/>
                      <a:pt x="0" y="292"/>
                      <a:pt x="33" y="323"/>
                    </a:cubicBezTo>
                    <a:cubicBezTo>
                      <a:pt x="76" y="359"/>
                      <a:pt x="198" y="384"/>
                      <a:pt x="328" y="400"/>
                    </a:cubicBezTo>
                    <a:cubicBezTo>
                      <a:pt x="458" y="416"/>
                      <a:pt x="724" y="421"/>
                      <a:pt x="812" y="421"/>
                    </a:cubicBezTo>
                    <a:cubicBezTo>
                      <a:pt x="900" y="421"/>
                      <a:pt x="846" y="404"/>
                      <a:pt x="855" y="40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20" name="Freeform 625">
                <a:extLst>
                  <a:ext uri="{FF2B5EF4-FFF2-40B4-BE49-F238E27FC236}">
                    <a16:creationId xmlns:a16="http://schemas.microsoft.com/office/drawing/2014/main" id="{A5F8B2A5-C937-4897-9373-92EF3CBF89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" y="1068"/>
                <a:ext cx="428" cy="269"/>
              </a:xfrm>
              <a:custGeom>
                <a:avLst/>
                <a:gdLst>
                  <a:gd name="T0" fmla="*/ 428 w 428"/>
                  <a:gd name="T1" fmla="*/ 0 h 269"/>
                  <a:gd name="T2" fmla="*/ 217 w 428"/>
                  <a:gd name="T3" fmla="*/ 35 h 269"/>
                  <a:gd name="T4" fmla="*/ 21 w 428"/>
                  <a:gd name="T5" fmla="*/ 140 h 269"/>
                  <a:gd name="T6" fmla="*/ 91 w 428"/>
                  <a:gd name="T7" fmla="*/ 246 h 269"/>
                  <a:gd name="T8" fmla="*/ 231 w 428"/>
                  <a:gd name="T9" fmla="*/ 267 h 269"/>
                  <a:gd name="T10" fmla="*/ 414 w 428"/>
                  <a:gd name="T11" fmla="*/ 260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28"/>
                  <a:gd name="T19" fmla="*/ 0 h 269"/>
                  <a:gd name="T20" fmla="*/ 428 w 428"/>
                  <a:gd name="T21" fmla="*/ 269 h 269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28" h="269">
                    <a:moveTo>
                      <a:pt x="428" y="0"/>
                    </a:moveTo>
                    <a:cubicBezTo>
                      <a:pt x="428" y="0"/>
                      <a:pt x="217" y="35"/>
                      <a:pt x="217" y="35"/>
                    </a:cubicBezTo>
                    <a:cubicBezTo>
                      <a:pt x="217" y="35"/>
                      <a:pt x="42" y="105"/>
                      <a:pt x="21" y="140"/>
                    </a:cubicBezTo>
                    <a:cubicBezTo>
                      <a:pt x="0" y="175"/>
                      <a:pt x="14" y="217"/>
                      <a:pt x="91" y="246"/>
                    </a:cubicBezTo>
                    <a:cubicBezTo>
                      <a:pt x="126" y="267"/>
                      <a:pt x="177" y="265"/>
                      <a:pt x="231" y="267"/>
                    </a:cubicBezTo>
                    <a:cubicBezTo>
                      <a:pt x="285" y="269"/>
                      <a:pt x="376" y="262"/>
                      <a:pt x="414" y="26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21" name="Freeform 626">
                <a:extLst>
                  <a:ext uri="{FF2B5EF4-FFF2-40B4-BE49-F238E27FC236}">
                    <a16:creationId xmlns:a16="http://schemas.microsoft.com/office/drawing/2014/main" id="{398B281D-D482-4789-ABD1-43013A6F34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4" y="1075"/>
                <a:ext cx="377" cy="239"/>
              </a:xfrm>
              <a:custGeom>
                <a:avLst/>
                <a:gdLst>
                  <a:gd name="T0" fmla="*/ 42 w 377"/>
                  <a:gd name="T1" fmla="*/ 239 h 239"/>
                  <a:gd name="T2" fmla="*/ 335 w 377"/>
                  <a:gd name="T3" fmla="*/ 146 h 239"/>
                  <a:gd name="T4" fmla="*/ 342 w 377"/>
                  <a:gd name="T5" fmla="*/ 47 h 239"/>
                  <a:gd name="T6" fmla="*/ 0 w 377"/>
                  <a:gd name="T7" fmla="*/ 0 h 23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77"/>
                  <a:gd name="T13" fmla="*/ 0 h 239"/>
                  <a:gd name="T14" fmla="*/ 377 w 377"/>
                  <a:gd name="T15" fmla="*/ 239 h 23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77" h="239">
                    <a:moveTo>
                      <a:pt x="42" y="239"/>
                    </a:moveTo>
                    <a:cubicBezTo>
                      <a:pt x="89" y="224"/>
                      <a:pt x="285" y="178"/>
                      <a:pt x="335" y="146"/>
                    </a:cubicBezTo>
                    <a:cubicBezTo>
                      <a:pt x="372" y="115"/>
                      <a:pt x="377" y="75"/>
                      <a:pt x="342" y="47"/>
                    </a:cubicBezTo>
                    <a:cubicBezTo>
                      <a:pt x="286" y="23"/>
                      <a:pt x="71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22" name="Freeform 627">
                <a:extLst>
                  <a:ext uri="{FF2B5EF4-FFF2-40B4-BE49-F238E27FC236}">
                    <a16:creationId xmlns:a16="http://schemas.microsoft.com/office/drawing/2014/main" id="{5F1DD5D9-2186-4D39-AEEB-6EEA5C41FD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6" y="997"/>
                <a:ext cx="660" cy="336"/>
              </a:xfrm>
              <a:custGeom>
                <a:avLst/>
                <a:gdLst>
                  <a:gd name="T0" fmla="*/ 680 w 646"/>
                  <a:gd name="T1" fmla="*/ 11275 h 300"/>
                  <a:gd name="T2" fmla="*/ 970 w 646"/>
                  <a:gd name="T3" fmla="*/ 9520 h 300"/>
                  <a:gd name="T4" fmla="*/ 1205 w 646"/>
                  <a:gd name="T5" fmla="*/ 7193 h 300"/>
                  <a:gd name="T6" fmla="*/ 1244 w 646"/>
                  <a:gd name="T7" fmla="*/ 4026 h 300"/>
                  <a:gd name="T8" fmla="*/ 912 w 646"/>
                  <a:gd name="T9" fmla="*/ 2248 h 300"/>
                  <a:gd name="T10" fmla="*/ 0 w 646"/>
                  <a:gd name="T11" fmla="*/ 0 h 30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46"/>
                  <a:gd name="T19" fmla="*/ 0 h 300"/>
                  <a:gd name="T20" fmla="*/ 646 w 646"/>
                  <a:gd name="T21" fmla="*/ 300 h 30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46" h="300">
                    <a:moveTo>
                      <a:pt x="343" y="300"/>
                    </a:moveTo>
                    <a:cubicBezTo>
                      <a:pt x="367" y="292"/>
                      <a:pt x="443" y="272"/>
                      <a:pt x="487" y="254"/>
                    </a:cubicBezTo>
                    <a:cubicBezTo>
                      <a:pt x="531" y="236"/>
                      <a:pt x="584" y="216"/>
                      <a:pt x="607" y="191"/>
                    </a:cubicBezTo>
                    <a:cubicBezTo>
                      <a:pt x="628" y="173"/>
                      <a:pt x="646" y="125"/>
                      <a:pt x="627" y="107"/>
                    </a:cubicBezTo>
                    <a:cubicBezTo>
                      <a:pt x="603" y="85"/>
                      <a:pt x="563" y="79"/>
                      <a:pt x="459" y="61"/>
                    </a:cubicBezTo>
                    <a:cubicBezTo>
                      <a:pt x="355" y="43"/>
                      <a:pt x="76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23" name="Freeform 628">
                <a:extLst>
                  <a:ext uri="{FF2B5EF4-FFF2-40B4-BE49-F238E27FC236}">
                    <a16:creationId xmlns:a16="http://schemas.microsoft.com/office/drawing/2014/main" id="{6A13FA57-62D4-48EF-A582-160973BFC1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955"/>
                <a:ext cx="630" cy="397"/>
              </a:xfrm>
              <a:custGeom>
                <a:avLst/>
                <a:gdLst>
                  <a:gd name="T0" fmla="*/ 320 w 630"/>
                  <a:gd name="T1" fmla="*/ 397 h 397"/>
                  <a:gd name="T2" fmla="*/ 468 w 630"/>
                  <a:gd name="T3" fmla="*/ 345 h 397"/>
                  <a:gd name="T4" fmla="*/ 590 w 630"/>
                  <a:gd name="T5" fmla="*/ 275 h 397"/>
                  <a:gd name="T6" fmla="*/ 611 w 630"/>
                  <a:gd name="T7" fmla="*/ 181 h 397"/>
                  <a:gd name="T8" fmla="*/ 439 w 630"/>
                  <a:gd name="T9" fmla="*/ 129 h 397"/>
                  <a:gd name="T10" fmla="*/ 0 w 630"/>
                  <a:gd name="T11" fmla="*/ 0 h 3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30"/>
                  <a:gd name="T19" fmla="*/ 0 h 397"/>
                  <a:gd name="T20" fmla="*/ 630 w 630"/>
                  <a:gd name="T21" fmla="*/ 397 h 3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30" h="397">
                    <a:moveTo>
                      <a:pt x="320" y="397"/>
                    </a:moveTo>
                    <a:cubicBezTo>
                      <a:pt x="345" y="388"/>
                      <a:pt x="423" y="366"/>
                      <a:pt x="468" y="345"/>
                    </a:cubicBezTo>
                    <a:cubicBezTo>
                      <a:pt x="513" y="325"/>
                      <a:pt x="567" y="303"/>
                      <a:pt x="590" y="275"/>
                    </a:cubicBezTo>
                    <a:cubicBezTo>
                      <a:pt x="612" y="255"/>
                      <a:pt x="630" y="201"/>
                      <a:pt x="611" y="181"/>
                    </a:cubicBezTo>
                    <a:cubicBezTo>
                      <a:pt x="586" y="156"/>
                      <a:pt x="541" y="159"/>
                      <a:pt x="439" y="129"/>
                    </a:cubicBezTo>
                    <a:cubicBezTo>
                      <a:pt x="337" y="99"/>
                      <a:pt x="91" y="27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64616" name="Picture 629" descr="access_point_stylized_small">
              <a:extLst>
                <a:ext uri="{FF2B5EF4-FFF2-40B4-BE49-F238E27FC236}">
                  <a16:creationId xmlns:a16="http://schemas.microsoft.com/office/drawing/2014/main" id="{247DD9D2-E592-4837-9A9B-D31B6BDBB8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2" y="2250"/>
              <a:ext cx="273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4617" name="Picture 630" descr="access_point_stylized_small">
              <a:extLst>
                <a:ext uri="{FF2B5EF4-FFF2-40B4-BE49-F238E27FC236}">
                  <a16:creationId xmlns:a16="http://schemas.microsoft.com/office/drawing/2014/main" id="{D57CD04F-99EB-4180-A103-C60EF2F18B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5" y="2251"/>
              <a:ext cx="2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4539" name="Group 633">
            <a:extLst>
              <a:ext uri="{FF2B5EF4-FFF2-40B4-BE49-F238E27FC236}">
                <a16:creationId xmlns:a16="http://schemas.microsoft.com/office/drawing/2014/main" id="{3208DF68-B4B1-479E-B0AA-F08968EA0657}"/>
              </a:ext>
            </a:extLst>
          </p:cNvPr>
          <p:cNvGrpSpPr>
            <a:grpSpLocks/>
          </p:cNvGrpSpPr>
          <p:nvPr/>
        </p:nvGrpSpPr>
        <p:grpSpPr bwMode="auto">
          <a:xfrm>
            <a:off x="3009900" y="5040313"/>
            <a:ext cx="635000" cy="485775"/>
            <a:chOff x="3061" y="2530"/>
            <a:chExt cx="400" cy="306"/>
          </a:xfrm>
        </p:grpSpPr>
        <p:grpSp>
          <p:nvGrpSpPr>
            <p:cNvPr id="64584" name="Group 634">
              <a:extLst>
                <a:ext uri="{FF2B5EF4-FFF2-40B4-BE49-F238E27FC236}">
                  <a16:creationId xmlns:a16="http://schemas.microsoft.com/office/drawing/2014/main" id="{3164CD3F-8557-4A97-B9C2-6E03D30FD8D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61" y="2530"/>
              <a:ext cx="327" cy="81"/>
              <a:chOff x="2199" y="955"/>
              <a:chExt cx="2547" cy="506"/>
            </a:xfrm>
          </p:grpSpPr>
          <p:sp>
            <p:nvSpPr>
              <p:cNvPr id="64609" name="Freeform 635">
                <a:extLst>
                  <a:ext uri="{FF2B5EF4-FFF2-40B4-BE49-F238E27FC236}">
                    <a16:creationId xmlns:a16="http://schemas.microsoft.com/office/drawing/2014/main" id="{C934642C-7525-4C33-BBC9-300E2DB2C0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99" y="1166"/>
                <a:ext cx="260" cy="281"/>
              </a:xfrm>
              <a:custGeom>
                <a:avLst/>
                <a:gdLst>
                  <a:gd name="T0" fmla="*/ 260 w 260"/>
                  <a:gd name="T1" fmla="*/ 0 h 281"/>
                  <a:gd name="T2" fmla="*/ 42 w 260"/>
                  <a:gd name="T3" fmla="*/ 112 h 281"/>
                  <a:gd name="T4" fmla="*/ 35 w 260"/>
                  <a:gd name="T5" fmla="*/ 211 h 281"/>
                  <a:gd name="T6" fmla="*/ 253 w 260"/>
                  <a:gd name="T7" fmla="*/ 281 h 2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60"/>
                  <a:gd name="T13" fmla="*/ 0 h 281"/>
                  <a:gd name="T14" fmla="*/ 260 w 260"/>
                  <a:gd name="T15" fmla="*/ 281 h 2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60" h="281">
                    <a:moveTo>
                      <a:pt x="260" y="0"/>
                    </a:moveTo>
                    <a:cubicBezTo>
                      <a:pt x="224" y="19"/>
                      <a:pt x="79" y="77"/>
                      <a:pt x="42" y="112"/>
                    </a:cubicBezTo>
                    <a:cubicBezTo>
                      <a:pt x="5" y="143"/>
                      <a:pt x="0" y="183"/>
                      <a:pt x="35" y="211"/>
                    </a:cubicBezTo>
                    <a:cubicBezTo>
                      <a:pt x="70" y="239"/>
                      <a:pt x="208" y="266"/>
                      <a:pt x="253" y="281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0" name="Freeform 636">
                <a:extLst>
                  <a:ext uri="{FF2B5EF4-FFF2-40B4-BE49-F238E27FC236}">
                    <a16:creationId xmlns:a16="http://schemas.microsoft.com/office/drawing/2014/main" id="{34776A78-D27B-4CC0-81CB-84E69EF2DA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040"/>
                <a:ext cx="900" cy="421"/>
              </a:xfrm>
              <a:custGeom>
                <a:avLst/>
                <a:gdLst>
                  <a:gd name="T0" fmla="*/ 531 w 900"/>
                  <a:gd name="T1" fmla="*/ 0 h 421"/>
                  <a:gd name="T2" fmla="*/ 279 w 900"/>
                  <a:gd name="T3" fmla="*/ 77 h 421"/>
                  <a:gd name="T4" fmla="*/ 68 w 900"/>
                  <a:gd name="T5" fmla="*/ 182 h 421"/>
                  <a:gd name="T6" fmla="*/ 33 w 900"/>
                  <a:gd name="T7" fmla="*/ 323 h 421"/>
                  <a:gd name="T8" fmla="*/ 328 w 900"/>
                  <a:gd name="T9" fmla="*/ 400 h 421"/>
                  <a:gd name="T10" fmla="*/ 812 w 900"/>
                  <a:gd name="T11" fmla="*/ 421 h 421"/>
                  <a:gd name="T12" fmla="*/ 855 w 900"/>
                  <a:gd name="T13" fmla="*/ 400 h 4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00"/>
                  <a:gd name="T22" fmla="*/ 0 h 421"/>
                  <a:gd name="T23" fmla="*/ 900 w 900"/>
                  <a:gd name="T24" fmla="*/ 421 h 4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00" h="421">
                    <a:moveTo>
                      <a:pt x="531" y="0"/>
                    </a:moveTo>
                    <a:cubicBezTo>
                      <a:pt x="489" y="13"/>
                      <a:pt x="356" y="47"/>
                      <a:pt x="279" y="77"/>
                    </a:cubicBezTo>
                    <a:cubicBezTo>
                      <a:pt x="202" y="107"/>
                      <a:pt x="109" y="141"/>
                      <a:pt x="68" y="182"/>
                    </a:cubicBezTo>
                    <a:cubicBezTo>
                      <a:pt x="31" y="213"/>
                      <a:pt x="0" y="292"/>
                      <a:pt x="33" y="323"/>
                    </a:cubicBezTo>
                    <a:cubicBezTo>
                      <a:pt x="76" y="359"/>
                      <a:pt x="198" y="384"/>
                      <a:pt x="328" y="400"/>
                    </a:cubicBezTo>
                    <a:cubicBezTo>
                      <a:pt x="458" y="416"/>
                      <a:pt x="724" y="421"/>
                      <a:pt x="812" y="421"/>
                    </a:cubicBezTo>
                    <a:cubicBezTo>
                      <a:pt x="900" y="421"/>
                      <a:pt x="846" y="404"/>
                      <a:pt x="855" y="40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1" name="Freeform 637">
                <a:extLst>
                  <a:ext uri="{FF2B5EF4-FFF2-40B4-BE49-F238E27FC236}">
                    <a16:creationId xmlns:a16="http://schemas.microsoft.com/office/drawing/2014/main" id="{B7216103-D5EA-4FC3-981D-41B3B1AB2F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" y="1068"/>
                <a:ext cx="428" cy="269"/>
              </a:xfrm>
              <a:custGeom>
                <a:avLst/>
                <a:gdLst>
                  <a:gd name="T0" fmla="*/ 428 w 428"/>
                  <a:gd name="T1" fmla="*/ 0 h 269"/>
                  <a:gd name="T2" fmla="*/ 217 w 428"/>
                  <a:gd name="T3" fmla="*/ 35 h 269"/>
                  <a:gd name="T4" fmla="*/ 21 w 428"/>
                  <a:gd name="T5" fmla="*/ 140 h 269"/>
                  <a:gd name="T6" fmla="*/ 91 w 428"/>
                  <a:gd name="T7" fmla="*/ 246 h 269"/>
                  <a:gd name="T8" fmla="*/ 231 w 428"/>
                  <a:gd name="T9" fmla="*/ 267 h 269"/>
                  <a:gd name="T10" fmla="*/ 414 w 428"/>
                  <a:gd name="T11" fmla="*/ 260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28"/>
                  <a:gd name="T19" fmla="*/ 0 h 269"/>
                  <a:gd name="T20" fmla="*/ 428 w 428"/>
                  <a:gd name="T21" fmla="*/ 269 h 269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28" h="269">
                    <a:moveTo>
                      <a:pt x="428" y="0"/>
                    </a:moveTo>
                    <a:cubicBezTo>
                      <a:pt x="428" y="0"/>
                      <a:pt x="217" y="35"/>
                      <a:pt x="217" y="35"/>
                    </a:cubicBezTo>
                    <a:cubicBezTo>
                      <a:pt x="217" y="35"/>
                      <a:pt x="42" y="105"/>
                      <a:pt x="21" y="140"/>
                    </a:cubicBezTo>
                    <a:cubicBezTo>
                      <a:pt x="0" y="175"/>
                      <a:pt x="14" y="217"/>
                      <a:pt x="91" y="246"/>
                    </a:cubicBezTo>
                    <a:cubicBezTo>
                      <a:pt x="126" y="267"/>
                      <a:pt x="177" y="265"/>
                      <a:pt x="231" y="267"/>
                    </a:cubicBezTo>
                    <a:cubicBezTo>
                      <a:pt x="285" y="269"/>
                      <a:pt x="376" y="262"/>
                      <a:pt x="414" y="26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2" name="Freeform 638">
                <a:extLst>
                  <a:ext uri="{FF2B5EF4-FFF2-40B4-BE49-F238E27FC236}">
                    <a16:creationId xmlns:a16="http://schemas.microsoft.com/office/drawing/2014/main" id="{63210E95-FC1D-4CF4-97BE-CBBD963DBD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4" y="1075"/>
                <a:ext cx="377" cy="239"/>
              </a:xfrm>
              <a:custGeom>
                <a:avLst/>
                <a:gdLst>
                  <a:gd name="T0" fmla="*/ 42 w 377"/>
                  <a:gd name="T1" fmla="*/ 239 h 239"/>
                  <a:gd name="T2" fmla="*/ 335 w 377"/>
                  <a:gd name="T3" fmla="*/ 146 h 239"/>
                  <a:gd name="T4" fmla="*/ 342 w 377"/>
                  <a:gd name="T5" fmla="*/ 47 h 239"/>
                  <a:gd name="T6" fmla="*/ 0 w 377"/>
                  <a:gd name="T7" fmla="*/ 0 h 23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77"/>
                  <a:gd name="T13" fmla="*/ 0 h 239"/>
                  <a:gd name="T14" fmla="*/ 377 w 377"/>
                  <a:gd name="T15" fmla="*/ 239 h 23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77" h="239">
                    <a:moveTo>
                      <a:pt x="42" y="239"/>
                    </a:moveTo>
                    <a:cubicBezTo>
                      <a:pt x="89" y="224"/>
                      <a:pt x="285" y="178"/>
                      <a:pt x="335" y="146"/>
                    </a:cubicBezTo>
                    <a:cubicBezTo>
                      <a:pt x="372" y="115"/>
                      <a:pt x="377" y="75"/>
                      <a:pt x="342" y="47"/>
                    </a:cubicBezTo>
                    <a:cubicBezTo>
                      <a:pt x="286" y="23"/>
                      <a:pt x="71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3" name="Freeform 639">
                <a:extLst>
                  <a:ext uri="{FF2B5EF4-FFF2-40B4-BE49-F238E27FC236}">
                    <a16:creationId xmlns:a16="http://schemas.microsoft.com/office/drawing/2014/main" id="{1DFD1D60-B3AB-46A6-8F68-6B396F6359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6" y="997"/>
                <a:ext cx="660" cy="336"/>
              </a:xfrm>
              <a:custGeom>
                <a:avLst/>
                <a:gdLst>
                  <a:gd name="T0" fmla="*/ 680 w 646"/>
                  <a:gd name="T1" fmla="*/ 11275 h 300"/>
                  <a:gd name="T2" fmla="*/ 970 w 646"/>
                  <a:gd name="T3" fmla="*/ 9520 h 300"/>
                  <a:gd name="T4" fmla="*/ 1205 w 646"/>
                  <a:gd name="T5" fmla="*/ 7193 h 300"/>
                  <a:gd name="T6" fmla="*/ 1244 w 646"/>
                  <a:gd name="T7" fmla="*/ 4026 h 300"/>
                  <a:gd name="T8" fmla="*/ 912 w 646"/>
                  <a:gd name="T9" fmla="*/ 2248 h 300"/>
                  <a:gd name="T10" fmla="*/ 0 w 646"/>
                  <a:gd name="T11" fmla="*/ 0 h 30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46"/>
                  <a:gd name="T19" fmla="*/ 0 h 300"/>
                  <a:gd name="T20" fmla="*/ 646 w 646"/>
                  <a:gd name="T21" fmla="*/ 300 h 30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46" h="300">
                    <a:moveTo>
                      <a:pt x="343" y="300"/>
                    </a:moveTo>
                    <a:cubicBezTo>
                      <a:pt x="367" y="292"/>
                      <a:pt x="443" y="272"/>
                      <a:pt x="487" y="254"/>
                    </a:cubicBezTo>
                    <a:cubicBezTo>
                      <a:pt x="531" y="236"/>
                      <a:pt x="584" y="216"/>
                      <a:pt x="607" y="191"/>
                    </a:cubicBezTo>
                    <a:cubicBezTo>
                      <a:pt x="628" y="173"/>
                      <a:pt x="646" y="125"/>
                      <a:pt x="627" y="107"/>
                    </a:cubicBezTo>
                    <a:cubicBezTo>
                      <a:pt x="603" y="85"/>
                      <a:pt x="563" y="79"/>
                      <a:pt x="459" y="61"/>
                    </a:cubicBezTo>
                    <a:cubicBezTo>
                      <a:pt x="355" y="43"/>
                      <a:pt x="76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14" name="Freeform 640">
                <a:extLst>
                  <a:ext uri="{FF2B5EF4-FFF2-40B4-BE49-F238E27FC236}">
                    <a16:creationId xmlns:a16="http://schemas.microsoft.com/office/drawing/2014/main" id="{D31DCFC0-5B65-4C5B-B9BD-111196A0AD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955"/>
                <a:ext cx="630" cy="397"/>
              </a:xfrm>
              <a:custGeom>
                <a:avLst/>
                <a:gdLst>
                  <a:gd name="T0" fmla="*/ 320 w 630"/>
                  <a:gd name="T1" fmla="*/ 397 h 397"/>
                  <a:gd name="T2" fmla="*/ 468 w 630"/>
                  <a:gd name="T3" fmla="*/ 345 h 397"/>
                  <a:gd name="T4" fmla="*/ 590 w 630"/>
                  <a:gd name="T5" fmla="*/ 275 h 397"/>
                  <a:gd name="T6" fmla="*/ 611 w 630"/>
                  <a:gd name="T7" fmla="*/ 181 h 397"/>
                  <a:gd name="T8" fmla="*/ 439 w 630"/>
                  <a:gd name="T9" fmla="*/ 129 h 397"/>
                  <a:gd name="T10" fmla="*/ 0 w 630"/>
                  <a:gd name="T11" fmla="*/ 0 h 3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30"/>
                  <a:gd name="T19" fmla="*/ 0 h 397"/>
                  <a:gd name="T20" fmla="*/ 630 w 630"/>
                  <a:gd name="T21" fmla="*/ 397 h 3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30" h="397">
                    <a:moveTo>
                      <a:pt x="320" y="397"/>
                    </a:moveTo>
                    <a:cubicBezTo>
                      <a:pt x="345" y="388"/>
                      <a:pt x="423" y="366"/>
                      <a:pt x="468" y="345"/>
                    </a:cubicBezTo>
                    <a:cubicBezTo>
                      <a:pt x="513" y="325"/>
                      <a:pt x="567" y="303"/>
                      <a:pt x="590" y="275"/>
                    </a:cubicBezTo>
                    <a:cubicBezTo>
                      <a:pt x="612" y="255"/>
                      <a:pt x="630" y="201"/>
                      <a:pt x="611" y="181"/>
                    </a:cubicBezTo>
                    <a:cubicBezTo>
                      <a:pt x="586" y="156"/>
                      <a:pt x="541" y="159"/>
                      <a:pt x="439" y="129"/>
                    </a:cubicBezTo>
                    <a:cubicBezTo>
                      <a:pt x="337" y="99"/>
                      <a:pt x="91" y="27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64585" name="Picture 641" descr="laptop_keyboard">
              <a:extLst>
                <a:ext uri="{FF2B5EF4-FFF2-40B4-BE49-F238E27FC236}">
                  <a16:creationId xmlns:a16="http://schemas.microsoft.com/office/drawing/2014/main" id="{C4DC8932-064D-4F62-8D63-57EDB567E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3109" y="2736"/>
              <a:ext cx="245" cy="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86" name="Freeform 642">
              <a:extLst>
                <a:ext uri="{FF2B5EF4-FFF2-40B4-BE49-F238E27FC236}">
                  <a16:creationId xmlns:a16="http://schemas.microsoft.com/office/drawing/2014/main" id="{7C2EFAB1-8265-4AA5-B778-1E29D81F9D2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0" y="2638"/>
              <a:ext cx="197" cy="131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64587" name="Picture 643" descr="screen">
              <a:extLst>
                <a:ext uri="{FF2B5EF4-FFF2-40B4-BE49-F238E27FC236}">
                  <a16:creationId xmlns:a16="http://schemas.microsoft.com/office/drawing/2014/main" id="{548366EB-DF33-4D65-81D5-31E38CB749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0" y="2641"/>
              <a:ext cx="179" cy="1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88" name="Freeform 644">
              <a:extLst>
                <a:ext uri="{FF2B5EF4-FFF2-40B4-BE49-F238E27FC236}">
                  <a16:creationId xmlns:a16="http://schemas.microsoft.com/office/drawing/2014/main" id="{9BF2D9A6-9B95-476D-BDFE-44066455FE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6" y="2634"/>
              <a:ext cx="167" cy="2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89" name="Freeform 645">
              <a:extLst>
                <a:ext uri="{FF2B5EF4-FFF2-40B4-BE49-F238E27FC236}">
                  <a16:creationId xmlns:a16="http://schemas.microsoft.com/office/drawing/2014/main" id="{36A359DC-DB8A-4721-8C59-E0B436DCFF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9" y="2634"/>
              <a:ext cx="46" cy="102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0" name="Freeform 646">
              <a:extLst>
                <a:ext uri="{FF2B5EF4-FFF2-40B4-BE49-F238E27FC236}">
                  <a16:creationId xmlns:a16="http://schemas.microsoft.com/office/drawing/2014/main" id="{B85ADC9C-AA35-4500-901F-AC2747E6C1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2" y="2652"/>
              <a:ext cx="50" cy="117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1" name="Freeform 647">
              <a:extLst>
                <a:ext uri="{FF2B5EF4-FFF2-40B4-BE49-F238E27FC236}">
                  <a16:creationId xmlns:a16="http://schemas.microsoft.com/office/drawing/2014/main" id="{69F0789C-EDBC-4A02-BBE3-EF19B118BF4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0"/>
              <a:ext cx="183" cy="40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2" name="Freeform 648">
              <a:extLst>
                <a:ext uri="{FF2B5EF4-FFF2-40B4-BE49-F238E27FC236}">
                  <a16:creationId xmlns:a16="http://schemas.microsoft.com/office/drawing/2014/main" id="{66E017E1-80D8-4517-805E-ADB97DD7AB1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7" y="2653"/>
              <a:ext cx="47" cy="118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3" name="Freeform 649">
              <a:extLst>
                <a:ext uri="{FF2B5EF4-FFF2-40B4-BE49-F238E27FC236}">
                  <a16:creationId xmlns:a16="http://schemas.microsoft.com/office/drawing/2014/main" id="{7033DA33-8046-4205-B733-CDD618A1071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6"/>
              <a:ext cx="163" cy="39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64594" name="Group 650">
              <a:extLst>
                <a:ext uri="{FF2B5EF4-FFF2-40B4-BE49-F238E27FC236}">
                  <a16:creationId xmlns:a16="http://schemas.microsoft.com/office/drawing/2014/main" id="{08A8FCA9-3C87-4880-BBD1-03E75C79AB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6" y="2777"/>
              <a:ext cx="55" cy="24"/>
              <a:chOff x="1740" y="2642"/>
              <a:chExt cx="752" cy="327"/>
            </a:xfrm>
          </p:grpSpPr>
          <p:sp>
            <p:nvSpPr>
              <p:cNvPr id="64603" name="Freeform 651">
                <a:extLst>
                  <a:ext uri="{FF2B5EF4-FFF2-40B4-BE49-F238E27FC236}">
                    <a16:creationId xmlns:a16="http://schemas.microsoft.com/office/drawing/2014/main" id="{79A83EFB-730F-4CEE-926B-38535B7A1C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04" name="Freeform 652">
                <a:extLst>
                  <a:ext uri="{FF2B5EF4-FFF2-40B4-BE49-F238E27FC236}">
                    <a16:creationId xmlns:a16="http://schemas.microsoft.com/office/drawing/2014/main" id="{71720EC6-2F8F-4D52-B854-E82818CC88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05" name="Freeform 653">
                <a:extLst>
                  <a:ext uri="{FF2B5EF4-FFF2-40B4-BE49-F238E27FC236}">
                    <a16:creationId xmlns:a16="http://schemas.microsoft.com/office/drawing/2014/main" id="{C850A0E1-A82A-4394-AFA8-1C9C783F0E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06" name="Freeform 654">
                <a:extLst>
                  <a:ext uri="{FF2B5EF4-FFF2-40B4-BE49-F238E27FC236}">
                    <a16:creationId xmlns:a16="http://schemas.microsoft.com/office/drawing/2014/main" id="{5EC9BE15-DCE0-4BEF-8B71-52DE85F38F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07" name="Freeform 655">
                <a:extLst>
                  <a:ext uri="{FF2B5EF4-FFF2-40B4-BE49-F238E27FC236}">
                    <a16:creationId xmlns:a16="http://schemas.microsoft.com/office/drawing/2014/main" id="{01B5D127-0AB6-4E31-8D2C-76B3CC5AEC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608" name="Freeform 656">
                <a:extLst>
                  <a:ext uri="{FF2B5EF4-FFF2-40B4-BE49-F238E27FC236}">
                    <a16:creationId xmlns:a16="http://schemas.microsoft.com/office/drawing/2014/main" id="{9FB56E2D-8AB0-4898-87BA-AF9BAF500A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64595" name="Freeform 657">
              <a:extLst>
                <a:ext uri="{FF2B5EF4-FFF2-40B4-BE49-F238E27FC236}">
                  <a16:creationId xmlns:a16="http://schemas.microsoft.com/office/drawing/2014/main" id="{B72AF86C-86E3-4E78-85CD-EC8616DEEE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280" y="2781"/>
              <a:ext cx="67" cy="5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6" name="Freeform 658">
              <a:extLst>
                <a:ext uri="{FF2B5EF4-FFF2-40B4-BE49-F238E27FC236}">
                  <a16:creationId xmlns:a16="http://schemas.microsoft.com/office/drawing/2014/main" id="{E784938B-781C-426A-8404-695D0E5916F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9" y="2785"/>
              <a:ext cx="171" cy="4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7" name="Freeform 659">
              <a:extLst>
                <a:ext uri="{FF2B5EF4-FFF2-40B4-BE49-F238E27FC236}">
                  <a16:creationId xmlns:a16="http://schemas.microsoft.com/office/drawing/2014/main" id="{B50F8221-B64A-4A50-9D15-8B72EE34AF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7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8" name="Freeform 660">
              <a:extLst>
                <a:ext uri="{FF2B5EF4-FFF2-40B4-BE49-F238E27FC236}">
                  <a16:creationId xmlns:a16="http://schemas.microsoft.com/office/drawing/2014/main" id="{89E69030-CE45-4BFB-8F2E-908586DF138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3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99" name="Freeform 661">
              <a:extLst>
                <a:ext uri="{FF2B5EF4-FFF2-40B4-BE49-F238E27FC236}">
                  <a16:creationId xmlns:a16="http://schemas.microsoft.com/office/drawing/2014/main" id="{F8C89D6C-4223-436F-94F2-AF4AC6F89B6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5" y="2778"/>
              <a:ext cx="162" cy="4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00" name="Freeform 662">
              <a:extLst>
                <a:ext uri="{FF2B5EF4-FFF2-40B4-BE49-F238E27FC236}">
                  <a16:creationId xmlns:a16="http://schemas.microsoft.com/office/drawing/2014/main" id="{70E1008A-31D0-4DB5-A25D-F7626B7161A3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3277" y="2775"/>
              <a:ext cx="66" cy="4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01" name="Freeform 663">
              <a:extLst>
                <a:ext uri="{FF2B5EF4-FFF2-40B4-BE49-F238E27FC236}">
                  <a16:creationId xmlns:a16="http://schemas.microsoft.com/office/drawing/2014/main" id="{0BBDD3BB-523F-4D79-B8F3-2CFB379E77E4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73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602" name="Freeform 664">
              <a:extLst>
                <a:ext uri="{FF2B5EF4-FFF2-40B4-BE49-F238E27FC236}">
                  <a16:creationId xmlns:a16="http://schemas.microsoft.com/office/drawing/2014/main" id="{2384CBA0-DF54-47EF-9ECC-E3496DB33CB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69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40" name="Group 665">
            <a:extLst>
              <a:ext uri="{FF2B5EF4-FFF2-40B4-BE49-F238E27FC236}">
                <a16:creationId xmlns:a16="http://schemas.microsoft.com/office/drawing/2014/main" id="{CABC1683-C336-4131-8A82-89D5C34A44E0}"/>
              </a:ext>
            </a:extLst>
          </p:cNvPr>
          <p:cNvGrpSpPr>
            <a:grpSpLocks/>
          </p:cNvGrpSpPr>
          <p:nvPr/>
        </p:nvGrpSpPr>
        <p:grpSpPr bwMode="auto">
          <a:xfrm>
            <a:off x="3492500" y="5095875"/>
            <a:ext cx="635000" cy="485775"/>
            <a:chOff x="3061" y="2530"/>
            <a:chExt cx="400" cy="306"/>
          </a:xfrm>
        </p:grpSpPr>
        <p:grpSp>
          <p:nvGrpSpPr>
            <p:cNvPr id="64553" name="Group 666">
              <a:extLst>
                <a:ext uri="{FF2B5EF4-FFF2-40B4-BE49-F238E27FC236}">
                  <a16:creationId xmlns:a16="http://schemas.microsoft.com/office/drawing/2014/main" id="{30F717D7-8F64-4A57-8C99-9699821932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61" y="2530"/>
              <a:ext cx="327" cy="81"/>
              <a:chOff x="2199" y="955"/>
              <a:chExt cx="2547" cy="506"/>
            </a:xfrm>
          </p:grpSpPr>
          <p:sp>
            <p:nvSpPr>
              <p:cNvPr id="64578" name="Freeform 667">
                <a:extLst>
                  <a:ext uri="{FF2B5EF4-FFF2-40B4-BE49-F238E27FC236}">
                    <a16:creationId xmlns:a16="http://schemas.microsoft.com/office/drawing/2014/main" id="{59778FAE-039A-4045-9A45-4A02CFC039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99" y="1166"/>
                <a:ext cx="260" cy="281"/>
              </a:xfrm>
              <a:custGeom>
                <a:avLst/>
                <a:gdLst>
                  <a:gd name="T0" fmla="*/ 260 w 260"/>
                  <a:gd name="T1" fmla="*/ 0 h 281"/>
                  <a:gd name="T2" fmla="*/ 42 w 260"/>
                  <a:gd name="T3" fmla="*/ 112 h 281"/>
                  <a:gd name="T4" fmla="*/ 35 w 260"/>
                  <a:gd name="T5" fmla="*/ 211 h 281"/>
                  <a:gd name="T6" fmla="*/ 253 w 260"/>
                  <a:gd name="T7" fmla="*/ 281 h 281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60"/>
                  <a:gd name="T13" fmla="*/ 0 h 281"/>
                  <a:gd name="T14" fmla="*/ 260 w 260"/>
                  <a:gd name="T15" fmla="*/ 281 h 281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60" h="281">
                    <a:moveTo>
                      <a:pt x="260" y="0"/>
                    </a:moveTo>
                    <a:cubicBezTo>
                      <a:pt x="224" y="19"/>
                      <a:pt x="79" y="77"/>
                      <a:pt x="42" y="112"/>
                    </a:cubicBezTo>
                    <a:cubicBezTo>
                      <a:pt x="5" y="143"/>
                      <a:pt x="0" y="183"/>
                      <a:pt x="35" y="211"/>
                    </a:cubicBezTo>
                    <a:cubicBezTo>
                      <a:pt x="70" y="239"/>
                      <a:pt x="208" y="266"/>
                      <a:pt x="253" y="281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9" name="Freeform 668">
                <a:extLst>
                  <a:ext uri="{FF2B5EF4-FFF2-40B4-BE49-F238E27FC236}">
                    <a16:creationId xmlns:a16="http://schemas.microsoft.com/office/drawing/2014/main" id="{FF0728C0-96E3-4D95-AB33-158479E6A8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040"/>
                <a:ext cx="900" cy="421"/>
              </a:xfrm>
              <a:custGeom>
                <a:avLst/>
                <a:gdLst>
                  <a:gd name="T0" fmla="*/ 531 w 900"/>
                  <a:gd name="T1" fmla="*/ 0 h 421"/>
                  <a:gd name="T2" fmla="*/ 279 w 900"/>
                  <a:gd name="T3" fmla="*/ 77 h 421"/>
                  <a:gd name="T4" fmla="*/ 68 w 900"/>
                  <a:gd name="T5" fmla="*/ 182 h 421"/>
                  <a:gd name="T6" fmla="*/ 33 w 900"/>
                  <a:gd name="T7" fmla="*/ 323 h 421"/>
                  <a:gd name="T8" fmla="*/ 328 w 900"/>
                  <a:gd name="T9" fmla="*/ 400 h 421"/>
                  <a:gd name="T10" fmla="*/ 812 w 900"/>
                  <a:gd name="T11" fmla="*/ 421 h 421"/>
                  <a:gd name="T12" fmla="*/ 855 w 900"/>
                  <a:gd name="T13" fmla="*/ 400 h 421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900"/>
                  <a:gd name="T22" fmla="*/ 0 h 421"/>
                  <a:gd name="T23" fmla="*/ 900 w 900"/>
                  <a:gd name="T24" fmla="*/ 421 h 421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900" h="421">
                    <a:moveTo>
                      <a:pt x="531" y="0"/>
                    </a:moveTo>
                    <a:cubicBezTo>
                      <a:pt x="489" y="13"/>
                      <a:pt x="356" y="47"/>
                      <a:pt x="279" y="77"/>
                    </a:cubicBezTo>
                    <a:cubicBezTo>
                      <a:pt x="202" y="107"/>
                      <a:pt x="109" y="141"/>
                      <a:pt x="68" y="182"/>
                    </a:cubicBezTo>
                    <a:cubicBezTo>
                      <a:pt x="31" y="213"/>
                      <a:pt x="0" y="292"/>
                      <a:pt x="33" y="323"/>
                    </a:cubicBezTo>
                    <a:cubicBezTo>
                      <a:pt x="76" y="359"/>
                      <a:pt x="198" y="384"/>
                      <a:pt x="328" y="400"/>
                    </a:cubicBezTo>
                    <a:cubicBezTo>
                      <a:pt x="458" y="416"/>
                      <a:pt x="724" y="421"/>
                      <a:pt x="812" y="421"/>
                    </a:cubicBezTo>
                    <a:cubicBezTo>
                      <a:pt x="900" y="421"/>
                      <a:pt x="846" y="404"/>
                      <a:pt x="855" y="40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80" name="Freeform 669">
                <a:extLst>
                  <a:ext uri="{FF2B5EF4-FFF2-40B4-BE49-F238E27FC236}">
                    <a16:creationId xmlns:a16="http://schemas.microsoft.com/office/drawing/2014/main" id="{9D870EA4-B6DB-4E09-B014-0827CDA11E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" y="1068"/>
                <a:ext cx="428" cy="269"/>
              </a:xfrm>
              <a:custGeom>
                <a:avLst/>
                <a:gdLst>
                  <a:gd name="T0" fmla="*/ 428 w 428"/>
                  <a:gd name="T1" fmla="*/ 0 h 269"/>
                  <a:gd name="T2" fmla="*/ 217 w 428"/>
                  <a:gd name="T3" fmla="*/ 35 h 269"/>
                  <a:gd name="T4" fmla="*/ 21 w 428"/>
                  <a:gd name="T5" fmla="*/ 140 h 269"/>
                  <a:gd name="T6" fmla="*/ 91 w 428"/>
                  <a:gd name="T7" fmla="*/ 246 h 269"/>
                  <a:gd name="T8" fmla="*/ 231 w 428"/>
                  <a:gd name="T9" fmla="*/ 267 h 269"/>
                  <a:gd name="T10" fmla="*/ 414 w 428"/>
                  <a:gd name="T11" fmla="*/ 260 h 269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28"/>
                  <a:gd name="T19" fmla="*/ 0 h 269"/>
                  <a:gd name="T20" fmla="*/ 428 w 428"/>
                  <a:gd name="T21" fmla="*/ 269 h 269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28" h="269">
                    <a:moveTo>
                      <a:pt x="428" y="0"/>
                    </a:moveTo>
                    <a:cubicBezTo>
                      <a:pt x="428" y="0"/>
                      <a:pt x="217" y="35"/>
                      <a:pt x="217" y="35"/>
                    </a:cubicBezTo>
                    <a:cubicBezTo>
                      <a:pt x="217" y="35"/>
                      <a:pt x="42" y="105"/>
                      <a:pt x="21" y="140"/>
                    </a:cubicBezTo>
                    <a:cubicBezTo>
                      <a:pt x="0" y="175"/>
                      <a:pt x="14" y="217"/>
                      <a:pt x="91" y="246"/>
                    </a:cubicBezTo>
                    <a:cubicBezTo>
                      <a:pt x="126" y="267"/>
                      <a:pt x="177" y="265"/>
                      <a:pt x="231" y="267"/>
                    </a:cubicBezTo>
                    <a:cubicBezTo>
                      <a:pt x="285" y="269"/>
                      <a:pt x="376" y="262"/>
                      <a:pt x="414" y="26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81" name="Freeform 670">
                <a:extLst>
                  <a:ext uri="{FF2B5EF4-FFF2-40B4-BE49-F238E27FC236}">
                    <a16:creationId xmlns:a16="http://schemas.microsoft.com/office/drawing/2014/main" id="{66502A39-4B24-4AD8-BDC8-905ECF5690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54" y="1075"/>
                <a:ext cx="377" cy="239"/>
              </a:xfrm>
              <a:custGeom>
                <a:avLst/>
                <a:gdLst>
                  <a:gd name="T0" fmla="*/ 42 w 377"/>
                  <a:gd name="T1" fmla="*/ 239 h 239"/>
                  <a:gd name="T2" fmla="*/ 335 w 377"/>
                  <a:gd name="T3" fmla="*/ 146 h 239"/>
                  <a:gd name="T4" fmla="*/ 342 w 377"/>
                  <a:gd name="T5" fmla="*/ 47 h 239"/>
                  <a:gd name="T6" fmla="*/ 0 w 377"/>
                  <a:gd name="T7" fmla="*/ 0 h 239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77"/>
                  <a:gd name="T13" fmla="*/ 0 h 239"/>
                  <a:gd name="T14" fmla="*/ 377 w 377"/>
                  <a:gd name="T15" fmla="*/ 239 h 239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77" h="239">
                    <a:moveTo>
                      <a:pt x="42" y="239"/>
                    </a:moveTo>
                    <a:cubicBezTo>
                      <a:pt x="89" y="224"/>
                      <a:pt x="285" y="178"/>
                      <a:pt x="335" y="146"/>
                    </a:cubicBezTo>
                    <a:cubicBezTo>
                      <a:pt x="372" y="115"/>
                      <a:pt x="377" y="75"/>
                      <a:pt x="342" y="47"/>
                    </a:cubicBezTo>
                    <a:cubicBezTo>
                      <a:pt x="286" y="23"/>
                      <a:pt x="71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82" name="Freeform 671">
                <a:extLst>
                  <a:ext uri="{FF2B5EF4-FFF2-40B4-BE49-F238E27FC236}">
                    <a16:creationId xmlns:a16="http://schemas.microsoft.com/office/drawing/2014/main" id="{6D1BE153-E89F-496A-974E-9487BE6ABF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46" y="997"/>
                <a:ext cx="660" cy="336"/>
              </a:xfrm>
              <a:custGeom>
                <a:avLst/>
                <a:gdLst>
                  <a:gd name="T0" fmla="*/ 680 w 646"/>
                  <a:gd name="T1" fmla="*/ 11275 h 300"/>
                  <a:gd name="T2" fmla="*/ 970 w 646"/>
                  <a:gd name="T3" fmla="*/ 9520 h 300"/>
                  <a:gd name="T4" fmla="*/ 1205 w 646"/>
                  <a:gd name="T5" fmla="*/ 7193 h 300"/>
                  <a:gd name="T6" fmla="*/ 1244 w 646"/>
                  <a:gd name="T7" fmla="*/ 4026 h 300"/>
                  <a:gd name="T8" fmla="*/ 912 w 646"/>
                  <a:gd name="T9" fmla="*/ 2248 h 300"/>
                  <a:gd name="T10" fmla="*/ 0 w 646"/>
                  <a:gd name="T11" fmla="*/ 0 h 300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46"/>
                  <a:gd name="T19" fmla="*/ 0 h 300"/>
                  <a:gd name="T20" fmla="*/ 646 w 646"/>
                  <a:gd name="T21" fmla="*/ 300 h 300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46" h="300">
                    <a:moveTo>
                      <a:pt x="343" y="300"/>
                    </a:moveTo>
                    <a:cubicBezTo>
                      <a:pt x="367" y="292"/>
                      <a:pt x="443" y="272"/>
                      <a:pt x="487" y="254"/>
                    </a:cubicBezTo>
                    <a:cubicBezTo>
                      <a:pt x="531" y="236"/>
                      <a:pt x="584" y="216"/>
                      <a:pt x="607" y="191"/>
                    </a:cubicBezTo>
                    <a:cubicBezTo>
                      <a:pt x="628" y="173"/>
                      <a:pt x="646" y="125"/>
                      <a:pt x="627" y="107"/>
                    </a:cubicBezTo>
                    <a:cubicBezTo>
                      <a:pt x="603" y="85"/>
                      <a:pt x="563" y="79"/>
                      <a:pt x="459" y="61"/>
                    </a:cubicBezTo>
                    <a:cubicBezTo>
                      <a:pt x="355" y="43"/>
                      <a:pt x="76" y="10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83" name="Freeform 672">
                <a:extLst>
                  <a:ext uri="{FF2B5EF4-FFF2-40B4-BE49-F238E27FC236}">
                    <a16:creationId xmlns:a16="http://schemas.microsoft.com/office/drawing/2014/main" id="{8F55327B-B615-41D8-8EB2-8DD07FE029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16" y="955"/>
                <a:ext cx="630" cy="397"/>
              </a:xfrm>
              <a:custGeom>
                <a:avLst/>
                <a:gdLst>
                  <a:gd name="T0" fmla="*/ 320 w 630"/>
                  <a:gd name="T1" fmla="*/ 397 h 397"/>
                  <a:gd name="T2" fmla="*/ 468 w 630"/>
                  <a:gd name="T3" fmla="*/ 345 h 397"/>
                  <a:gd name="T4" fmla="*/ 590 w 630"/>
                  <a:gd name="T5" fmla="*/ 275 h 397"/>
                  <a:gd name="T6" fmla="*/ 611 w 630"/>
                  <a:gd name="T7" fmla="*/ 181 h 397"/>
                  <a:gd name="T8" fmla="*/ 439 w 630"/>
                  <a:gd name="T9" fmla="*/ 129 h 397"/>
                  <a:gd name="T10" fmla="*/ 0 w 630"/>
                  <a:gd name="T11" fmla="*/ 0 h 3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30"/>
                  <a:gd name="T19" fmla="*/ 0 h 397"/>
                  <a:gd name="T20" fmla="*/ 630 w 630"/>
                  <a:gd name="T21" fmla="*/ 397 h 3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30" h="397">
                    <a:moveTo>
                      <a:pt x="320" y="397"/>
                    </a:moveTo>
                    <a:cubicBezTo>
                      <a:pt x="345" y="388"/>
                      <a:pt x="423" y="366"/>
                      <a:pt x="468" y="345"/>
                    </a:cubicBezTo>
                    <a:cubicBezTo>
                      <a:pt x="513" y="325"/>
                      <a:pt x="567" y="303"/>
                      <a:pt x="590" y="275"/>
                    </a:cubicBezTo>
                    <a:cubicBezTo>
                      <a:pt x="612" y="255"/>
                      <a:pt x="630" y="201"/>
                      <a:pt x="611" y="181"/>
                    </a:cubicBezTo>
                    <a:cubicBezTo>
                      <a:pt x="586" y="156"/>
                      <a:pt x="541" y="159"/>
                      <a:pt x="439" y="129"/>
                    </a:cubicBezTo>
                    <a:cubicBezTo>
                      <a:pt x="337" y="99"/>
                      <a:pt x="91" y="27"/>
                      <a:pt x="0" y="0"/>
                    </a:cubicBezTo>
                  </a:path>
                </a:pathLst>
              </a:custGeom>
              <a:noFill/>
              <a:ln w="19050" cmpd="sng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pic>
          <p:nvPicPr>
            <p:cNvPr id="64554" name="Picture 673" descr="laptop_keyboard">
              <a:extLst>
                <a:ext uri="{FF2B5EF4-FFF2-40B4-BE49-F238E27FC236}">
                  <a16:creationId xmlns:a16="http://schemas.microsoft.com/office/drawing/2014/main" id="{32FDC3E4-8703-4EF7-A2D0-C6755A2475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3109" y="2736"/>
              <a:ext cx="245" cy="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55" name="Freeform 674">
              <a:extLst>
                <a:ext uri="{FF2B5EF4-FFF2-40B4-BE49-F238E27FC236}">
                  <a16:creationId xmlns:a16="http://schemas.microsoft.com/office/drawing/2014/main" id="{B7FCE058-2FD5-4551-BAC7-7C59792B1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0" y="2638"/>
              <a:ext cx="197" cy="131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64556" name="Picture 675" descr="screen">
              <a:extLst>
                <a:ext uri="{FF2B5EF4-FFF2-40B4-BE49-F238E27FC236}">
                  <a16:creationId xmlns:a16="http://schemas.microsoft.com/office/drawing/2014/main" id="{24DA4288-DEC2-4C75-9E73-E20D33420D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0" y="2641"/>
              <a:ext cx="179" cy="1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57" name="Freeform 676">
              <a:extLst>
                <a:ext uri="{FF2B5EF4-FFF2-40B4-BE49-F238E27FC236}">
                  <a16:creationId xmlns:a16="http://schemas.microsoft.com/office/drawing/2014/main" id="{694F0BEF-B660-4A81-B51D-37796D57E8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6" y="2634"/>
              <a:ext cx="167" cy="2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58" name="Freeform 677">
              <a:extLst>
                <a:ext uri="{FF2B5EF4-FFF2-40B4-BE49-F238E27FC236}">
                  <a16:creationId xmlns:a16="http://schemas.microsoft.com/office/drawing/2014/main" id="{BDEFC374-C47D-40A1-842E-AE3CA789EB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9" y="2634"/>
              <a:ext cx="46" cy="102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59" name="Freeform 678">
              <a:extLst>
                <a:ext uri="{FF2B5EF4-FFF2-40B4-BE49-F238E27FC236}">
                  <a16:creationId xmlns:a16="http://schemas.microsoft.com/office/drawing/2014/main" id="{51DCFC1A-76BC-4AED-B1FB-39C7C6FCFA5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2" y="2652"/>
              <a:ext cx="50" cy="117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0" name="Freeform 679">
              <a:extLst>
                <a:ext uri="{FF2B5EF4-FFF2-40B4-BE49-F238E27FC236}">
                  <a16:creationId xmlns:a16="http://schemas.microsoft.com/office/drawing/2014/main" id="{0AE273A6-B6E8-4315-B01D-F0E3E6ED96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0"/>
              <a:ext cx="183" cy="40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1" name="Freeform 680">
              <a:extLst>
                <a:ext uri="{FF2B5EF4-FFF2-40B4-BE49-F238E27FC236}">
                  <a16:creationId xmlns:a16="http://schemas.microsoft.com/office/drawing/2014/main" id="{FAC76D28-5E32-43FE-B79D-A5ECED6D24E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47" y="2653"/>
              <a:ext cx="47" cy="118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2" name="Freeform 681">
              <a:extLst>
                <a:ext uri="{FF2B5EF4-FFF2-40B4-BE49-F238E27FC236}">
                  <a16:creationId xmlns:a16="http://schemas.microsoft.com/office/drawing/2014/main" id="{54090879-783E-4C57-B9AD-23E9540538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2736"/>
              <a:ext cx="163" cy="39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64563" name="Group 682">
              <a:extLst>
                <a:ext uri="{FF2B5EF4-FFF2-40B4-BE49-F238E27FC236}">
                  <a16:creationId xmlns:a16="http://schemas.microsoft.com/office/drawing/2014/main" id="{A2DA0042-AF8C-4CB5-A7B3-41245918B7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6" y="2777"/>
              <a:ext cx="55" cy="24"/>
              <a:chOff x="1740" y="2642"/>
              <a:chExt cx="752" cy="327"/>
            </a:xfrm>
          </p:grpSpPr>
          <p:sp>
            <p:nvSpPr>
              <p:cNvPr id="64572" name="Freeform 683">
                <a:extLst>
                  <a:ext uri="{FF2B5EF4-FFF2-40B4-BE49-F238E27FC236}">
                    <a16:creationId xmlns:a16="http://schemas.microsoft.com/office/drawing/2014/main" id="{CA7D4089-DB00-49AA-9898-EBD551644A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3" name="Freeform 684">
                <a:extLst>
                  <a:ext uri="{FF2B5EF4-FFF2-40B4-BE49-F238E27FC236}">
                    <a16:creationId xmlns:a16="http://schemas.microsoft.com/office/drawing/2014/main" id="{9F8D6FAB-5844-459C-A8CF-62AC2CCBE4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4" name="Freeform 685">
                <a:extLst>
                  <a:ext uri="{FF2B5EF4-FFF2-40B4-BE49-F238E27FC236}">
                    <a16:creationId xmlns:a16="http://schemas.microsoft.com/office/drawing/2014/main" id="{D74BDA8F-5411-443A-9C13-3201B6FC9F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5" name="Freeform 686">
                <a:extLst>
                  <a:ext uri="{FF2B5EF4-FFF2-40B4-BE49-F238E27FC236}">
                    <a16:creationId xmlns:a16="http://schemas.microsoft.com/office/drawing/2014/main" id="{A379F250-D362-4A14-A0D0-EE68FEE24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6" name="Freeform 687">
                <a:extLst>
                  <a:ext uri="{FF2B5EF4-FFF2-40B4-BE49-F238E27FC236}">
                    <a16:creationId xmlns:a16="http://schemas.microsoft.com/office/drawing/2014/main" id="{EB62479C-B108-48AD-9F04-E7588BE9DC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64577" name="Freeform 688">
                <a:extLst>
                  <a:ext uri="{FF2B5EF4-FFF2-40B4-BE49-F238E27FC236}">
                    <a16:creationId xmlns:a16="http://schemas.microsoft.com/office/drawing/2014/main" id="{FF678B7C-495C-4EE2-8990-C2FF23B3A9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64564" name="Freeform 689">
              <a:extLst>
                <a:ext uri="{FF2B5EF4-FFF2-40B4-BE49-F238E27FC236}">
                  <a16:creationId xmlns:a16="http://schemas.microsoft.com/office/drawing/2014/main" id="{8162CB4E-9ED1-4E36-A282-63AB21D6726E}"/>
                </a:ext>
              </a:extLst>
            </p:cNvPr>
            <p:cNvSpPr>
              <a:spLocks/>
            </p:cNvSpPr>
            <p:nvPr/>
          </p:nvSpPr>
          <p:spPr bwMode="auto">
            <a:xfrm>
              <a:off x="3280" y="2781"/>
              <a:ext cx="67" cy="51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5" name="Freeform 690">
              <a:extLst>
                <a:ext uri="{FF2B5EF4-FFF2-40B4-BE49-F238E27FC236}">
                  <a16:creationId xmlns:a16="http://schemas.microsoft.com/office/drawing/2014/main" id="{4152613E-BB45-4C83-B8D7-46C1AD2B8D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9" y="2785"/>
              <a:ext cx="171" cy="4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6" name="Freeform 691">
              <a:extLst>
                <a:ext uri="{FF2B5EF4-FFF2-40B4-BE49-F238E27FC236}">
                  <a16:creationId xmlns:a16="http://schemas.microsoft.com/office/drawing/2014/main" id="{5870C425-84AE-4166-B539-E98CDDA38E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7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7" name="Freeform 692">
              <a:extLst>
                <a:ext uri="{FF2B5EF4-FFF2-40B4-BE49-F238E27FC236}">
                  <a16:creationId xmlns:a16="http://schemas.microsoft.com/office/drawing/2014/main" id="{198A25D5-517F-4A11-8682-C6ECC1B3EC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0" y="273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8" name="Freeform 693">
              <a:extLst>
                <a:ext uri="{FF2B5EF4-FFF2-40B4-BE49-F238E27FC236}">
                  <a16:creationId xmlns:a16="http://schemas.microsoft.com/office/drawing/2014/main" id="{93E8C610-6427-4CFF-AAFC-98883175FF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5" y="2778"/>
              <a:ext cx="162" cy="4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69" name="Freeform 694">
              <a:extLst>
                <a:ext uri="{FF2B5EF4-FFF2-40B4-BE49-F238E27FC236}">
                  <a16:creationId xmlns:a16="http://schemas.microsoft.com/office/drawing/2014/main" id="{95508490-6395-4213-95FD-A4FC95E7D389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3277" y="2775"/>
              <a:ext cx="66" cy="4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70" name="Freeform 695">
              <a:extLst>
                <a:ext uri="{FF2B5EF4-FFF2-40B4-BE49-F238E27FC236}">
                  <a16:creationId xmlns:a16="http://schemas.microsoft.com/office/drawing/2014/main" id="{189600F8-2A2A-41E6-9706-B95AA597A79B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736"/>
              <a:ext cx="1" cy="10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64571" name="Freeform 696">
              <a:extLst>
                <a:ext uri="{FF2B5EF4-FFF2-40B4-BE49-F238E27FC236}">
                  <a16:creationId xmlns:a16="http://schemas.microsoft.com/office/drawing/2014/main" id="{53744D22-6397-4AD0-BB25-09775F3BDDED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2" y="2698"/>
              <a:ext cx="79" cy="39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64541" name="Group 699">
            <a:extLst>
              <a:ext uri="{FF2B5EF4-FFF2-40B4-BE49-F238E27FC236}">
                <a16:creationId xmlns:a16="http://schemas.microsoft.com/office/drawing/2014/main" id="{E3C8E17A-0C5E-41D6-A8D5-2494B69AE08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1131888" y="4695825"/>
            <a:ext cx="501650" cy="512763"/>
            <a:chOff x="2839" y="3501"/>
            <a:chExt cx="755" cy="803"/>
          </a:xfrm>
        </p:grpSpPr>
        <p:pic>
          <p:nvPicPr>
            <p:cNvPr id="64551" name="Picture 700" descr="desktop_computer_stylized_medium">
              <a:extLst>
                <a:ext uri="{FF2B5EF4-FFF2-40B4-BE49-F238E27FC236}">
                  <a16:creationId xmlns:a16="http://schemas.microsoft.com/office/drawing/2014/main" id="{831B04C5-2705-4D70-8BFB-7C0B7F32C8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52" name="Freeform 701">
              <a:extLst>
                <a:ext uri="{FF2B5EF4-FFF2-40B4-BE49-F238E27FC236}">
                  <a16:creationId xmlns:a16="http://schemas.microsoft.com/office/drawing/2014/main" id="{C7E02972-18DD-4754-BC5E-BE90DCC2C7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4542" name="Group 702">
            <a:extLst>
              <a:ext uri="{FF2B5EF4-FFF2-40B4-BE49-F238E27FC236}">
                <a16:creationId xmlns:a16="http://schemas.microsoft.com/office/drawing/2014/main" id="{56A1C123-4B18-443F-BF11-478B3B633E7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1282700" y="4268788"/>
            <a:ext cx="501650" cy="512762"/>
            <a:chOff x="2839" y="3501"/>
            <a:chExt cx="755" cy="803"/>
          </a:xfrm>
        </p:grpSpPr>
        <p:pic>
          <p:nvPicPr>
            <p:cNvPr id="64549" name="Picture 703" descr="desktop_computer_stylized_medium">
              <a:extLst>
                <a:ext uri="{FF2B5EF4-FFF2-40B4-BE49-F238E27FC236}">
                  <a16:creationId xmlns:a16="http://schemas.microsoft.com/office/drawing/2014/main" id="{64389E4C-D59E-41AD-93EE-C43BDA41A2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50" name="Freeform 704">
              <a:extLst>
                <a:ext uri="{FF2B5EF4-FFF2-40B4-BE49-F238E27FC236}">
                  <a16:creationId xmlns:a16="http://schemas.microsoft.com/office/drawing/2014/main" id="{B43CBDEB-65FA-40CF-9B0A-D139AEA0D38B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4543" name="Group 705">
            <a:extLst>
              <a:ext uri="{FF2B5EF4-FFF2-40B4-BE49-F238E27FC236}">
                <a16:creationId xmlns:a16="http://schemas.microsoft.com/office/drawing/2014/main" id="{890F5BDC-7A68-47E5-AA8F-477A68B0C935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4656138"/>
            <a:ext cx="501650" cy="512762"/>
            <a:chOff x="2839" y="3501"/>
            <a:chExt cx="755" cy="803"/>
          </a:xfrm>
        </p:grpSpPr>
        <p:pic>
          <p:nvPicPr>
            <p:cNvPr id="64547" name="Picture 706" descr="desktop_computer_stylized_medium">
              <a:extLst>
                <a:ext uri="{FF2B5EF4-FFF2-40B4-BE49-F238E27FC236}">
                  <a16:creationId xmlns:a16="http://schemas.microsoft.com/office/drawing/2014/main" id="{E1B436F5-E560-479D-AE6F-79A456CE5E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48" name="Freeform 707">
              <a:extLst>
                <a:ext uri="{FF2B5EF4-FFF2-40B4-BE49-F238E27FC236}">
                  <a16:creationId xmlns:a16="http://schemas.microsoft.com/office/drawing/2014/main" id="{4EFC8CFF-182A-430A-B9E6-DF56A55E5E3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64544" name="Group 708">
            <a:extLst>
              <a:ext uri="{FF2B5EF4-FFF2-40B4-BE49-F238E27FC236}">
                <a16:creationId xmlns:a16="http://schemas.microsoft.com/office/drawing/2014/main" id="{67553A4F-07B4-4166-B223-E14D28D9C81F}"/>
              </a:ext>
            </a:extLst>
          </p:cNvPr>
          <p:cNvGrpSpPr>
            <a:grpSpLocks/>
          </p:cNvGrpSpPr>
          <p:nvPr/>
        </p:nvGrpSpPr>
        <p:grpSpPr bwMode="auto">
          <a:xfrm>
            <a:off x="1757363" y="5095875"/>
            <a:ext cx="501650" cy="512763"/>
            <a:chOff x="2839" y="3501"/>
            <a:chExt cx="755" cy="803"/>
          </a:xfrm>
        </p:grpSpPr>
        <p:pic>
          <p:nvPicPr>
            <p:cNvPr id="64545" name="Picture 709" descr="desktop_computer_stylized_medium">
              <a:extLst>
                <a:ext uri="{FF2B5EF4-FFF2-40B4-BE49-F238E27FC236}">
                  <a16:creationId xmlns:a16="http://schemas.microsoft.com/office/drawing/2014/main" id="{9601CA5B-8FAC-4F3E-88EB-97D7E4600B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546" name="Freeform 710">
              <a:extLst>
                <a:ext uri="{FF2B5EF4-FFF2-40B4-BE49-F238E27FC236}">
                  <a16:creationId xmlns:a16="http://schemas.microsoft.com/office/drawing/2014/main" id="{71557292-CCAF-4E10-BF48-83B58E0DB9E2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  <p:bldP spid="64526" grpId="0" animBg="1"/>
      <p:bldP spid="64532" grpId="0" animBg="1"/>
      <p:bldP spid="64533" grpId="0" animBg="1"/>
      <p:bldP spid="6453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Footer Placeholder 4">
            <a:extLst>
              <a:ext uri="{FF2B5EF4-FFF2-40B4-BE49-F238E27FC236}">
                <a16:creationId xmlns:a16="http://schemas.microsoft.com/office/drawing/2014/main" id="{8D43E592-4648-42AE-A1AE-7E31D228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66563" name="Slide Number Placeholder 5">
            <a:extLst>
              <a:ext uri="{FF2B5EF4-FFF2-40B4-BE49-F238E27FC236}">
                <a16:creationId xmlns:a16="http://schemas.microsoft.com/office/drawing/2014/main" id="{E4C47265-1B5F-474A-9091-FC8C98A3C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4017ACFA-5C84-41D0-BC3D-DDE1D7630053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66564" name="Picture 5" descr="underline_base">
            <a:extLst>
              <a:ext uri="{FF2B5EF4-FFF2-40B4-BE49-F238E27FC236}">
                <a16:creationId xmlns:a16="http://schemas.microsoft.com/office/drawing/2014/main" id="{4B7724FF-049D-461C-B5C7-4C1BDE56603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300" y="1041400"/>
            <a:ext cx="5942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7" name="Rectangle 2">
            <a:extLst>
              <a:ext uri="{FF2B5EF4-FFF2-40B4-BE49-F238E27FC236}">
                <a16:creationId xmlns:a16="http://schemas.microsoft.com/office/drawing/2014/main" id="{BBF7D5F1-7999-47A6-871C-CB5BCB6314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Multiple access protocols</a:t>
            </a:r>
          </a:p>
        </p:txBody>
      </p:sp>
      <p:sp>
        <p:nvSpPr>
          <p:cNvPr id="66566" name="Rectangle 3">
            <a:extLst>
              <a:ext uri="{FF2B5EF4-FFF2-40B4-BE49-F238E27FC236}">
                <a16:creationId xmlns:a16="http://schemas.microsoft.com/office/drawing/2014/main" id="{3F0BF9AB-A2D0-413F-B748-A79C067791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0063" y="1395413"/>
            <a:ext cx="8396287" cy="4648200"/>
          </a:xfrm>
        </p:spPr>
        <p:txBody>
          <a:bodyPr/>
          <a:lstStyle/>
          <a:p>
            <a:r>
              <a:rPr lang="en-US" altLang="zh-TW" sz="2400" dirty="0"/>
              <a:t>single shared </a:t>
            </a:r>
            <a:r>
              <a:rPr lang="en-US" altLang="zh-TW" sz="2400" dirty="0">
                <a:solidFill>
                  <a:srgbClr val="0070C0"/>
                </a:solidFill>
              </a:rPr>
              <a:t>broadcast channel </a:t>
            </a:r>
          </a:p>
          <a:p>
            <a:r>
              <a:rPr lang="en-US" altLang="zh-TW" sz="2400" dirty="0"/>
              <a:t>two or more </a:t>
            </a:r>
            <a:r>
              <a:rPr lang="en-US" altLang="zh-TW" sz="2400" dirty="0">
                <a:solidFill>
                  <a:srgbClr val="0070C0"/>
                </a:solidFill>
              </a:rPr>
              <a:t>simultaneous transmissions</a:t>
            </a:r>
            <a:r>
              <a:rPr lang="en-US" altLang="zh-TW" sz="2400" dirty="0"/>
              <a:t> by nodes:</a:t>
            </a:r>
          </a:p>
          <a:p>
            <a:pPr lvl="1"/>
            <a:r>
              <a:rPr lang="en-US" altLang="zh-TW" i="1">
                <a:solidFill>
                  <a:srgbClr val="CC0000"/>
                </a:solidFill>
              </a:rPr>
              <a:t>collision</a:t>
            </a:r>
            <a:r>
              <a:rPr lang="en-US" altLang="zh-TW"/>
              <a:t> </a:t>
            </a:r>
            <a:r>
              <a:rPr lang="en-US" altLang="zh-TW" dirty="0"/>
              <a:t>if node receives two or more signals at the same time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sz="2400" i="1" u="sng" dirty="0">
              <a:solidFill>
                <a:srgbClr val="FF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multiple access protocol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distributed</a:t>
            </a:r>
            <a:r>
              <a:rPr lang="en-US" altLang="zh-TW" sz="2400" dirty="0"/>
              <a:t> algorithm that determines how nodes share channel, i.e., </a:t>
            </a:r>
            <a:r>
              <a:rPr lang="en-US" altLang="zh-TW" sz="2400" dirty="0">
                <a:solidFill>
                  <a:srgbClr val="0070C0"/>
                </a:solidFill>
              </a:rPr>
              <a:t>determine when node can transmit</a:t>
            </a:r>
          </a:p>
          <a:p>
            <a:r>
              <a:rPr lang="en-US" altLang="zh-TW" sz="2400" dirty="0"/>
              <a:t>communication about channel sharing must use channel itself! 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no out-of-band channel for coordination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Footer Placeholder 4">
            <a:extLst>
              <a:ext uri="{FF2B5EF4-FFF2-40B4-BE49-F238E27FC236}">
                <a16:creationId xmlns:a16="http://schemas.microsoft.com/office/drawing/2014/main" id="{D8D4C98A-E9AD-4CB9-90F3-6A7F80B1F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68611" name="Slide Number Placeholder 5">
            <a:extLst>
              <a:ext uri="{FF2B5EF4-FFF2-40B4-BE49-F238E27FC236}">
                <a16:creationId xmlns:a16="http://schemas.microsoft.com/office/drawing/2014/main" id="{4C17789D-5FAC-4B7F-B3A3-3C48655E2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17BEDEB9-8597-47BB-8EB9-B8F634528009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68612" name="Picture 4" descr="underline_base">
            <a:extLst>
              <a:ext uri="{FF2B5EF4-FFF2-40B4-BE49-F238E27FC236}">
                <a16:creationId xmlns:a16="http://schemas.microsoft.com/office/drawing/2014/main" id="{DBFB6229-A6B1-46BC-9C06-1B33A699B89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3" y="103981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Rectangle 2">
            <a:extLst>
              <a:ext uri="{FF2B5EF4-FFF2-40B4-BE49-F238E27FC236}">
                <a16:creationId xmlns:a16="http://schemas.microsoft.com/office/drawing/2014/main" id="{59665F5D-2793-4F3C-84DB-A0F05E0DD6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An ideal multiple access protocol</a:t>
            </a:r>
          </a:p>
        </p:txBody>
      </p:sp>
      <p:sp>
        <p:nvSpPr>
          <p:cNvPr id="19462" name="Rectangle 3">
            <a:extLst>
              <a:ext uri="{FF2B5EF4-FFF2-40B4-BE49-F238E27FC236}">
                <a16:creationId xmlns:a16="http://schemas.microsoft.com/office/drawing/2014/main" id="{A6AA59B5-8BF4-4255-B596-EA9B7860AA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8229600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given:</a:t>
            </a:r>
            <a:r>
              <a:rPr lang="en-US" dirty="0">
                <a:solidFill>
                  <a:srgbClr val="CC0000"/>
                </a:solidFill>
                <a:ea typeface="ＭＳ Ｐゴシック" charset="0"/>
                <a:cs typeface="+mn-cs"/>
              </a:rPr>
              <a:t> </a:t>
            </a:r>
            <a:r>
              <a:rPr lang="en-US" dirty="0">
                <a:ea typeface="ＭＳ Ｐゴシック" charset="0"/>
                <a:cs typeface="+mn-cs"/>
              </a:rPr>
              <a:t>broadcast channel of rate R bps</a:t>
            </a:r>
          </a:p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Desirable characteristics:</a:t>
            </a:r>
          </a:p>
          <a:p>
            <a:pPr lvl="1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</a:rPr>
              <a:t>1. when one node wants to transmit, it can send at rate R.</a:t>
            </a:r>
          </a:p>
          <a:p>
            <a:pPr lvl="1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</a:rPr>
              <a:t>2. when M nodes want to transmit, each can send at average rate R/M</a:t>
            </a:r>
          </a:p>
          <a:p>
            <a:pPr lvl="1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</a:rPr>
              <a:t>3. fully decentralized:</a:t>
            </a:r>
          </a:p>
          <a:p>
            <a:pPr lvl="2">
              <a:defRPr/>
            </a:pPr>
            <a:r>
              <a:rPr lang="en-US" sz="2400" dirty="0">
                <a:ea typeface="ＭＳ Ｐゴシック" charset="0"/>
              </a:rPr>
              <a:t>no special node to coordinate transmissions</a:t>
            </a:r>
          </a:p>
          <a:p>
            <a:pPr lvl="2">
              <a:defRPr/>
            </a:pPr>
            <a:r>
              <a:rPr lang="en-US" sz="2400" dirty="0">
                <a:ea typeface="ＭＳ Ｐゴシック" charset="0"/>
              </a:rPr>
              <a:t>no synchronization of clocks, slots</a:t>
            </a:r>
          </a:p>
          <a:p>
            <a:pPr lvl="1">
              <a:buFont typeface="Wingdings" charset="0"/>
              <a:buNone/>
              <a:defRPr/>
            </a:pPr>
            <a:r>
              <a:rPr lang="en-US" dirty="0">
                <a:ea typeface="ＭＳ Ｐゴシック" charset="0"/>
              </a:rPr>
              <a:t>4. simple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Footer Placeholder 4">
            <a:extLst>
              <a:ext uri="{FF2B5EF4-FFF2-40B4-BE49-F238E27FC236}">
                <a16:creationId xmlns:a16="http://schemas.microsoft.com/office/drawing/2014/main" id="{BB7B07BE-60A0-4057-9481-13401A78E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70659" name="Slide Number Placeholder 5">
            <a:extLst>
              <a:ext uri="{FF2B5EF4-FFF2-40B4-BE49-F238E27FC236}">
                <a16:creationId xmlns:a16="http://schemas.microsoft.com/office/drawing/2014/main" id="{FB09D0A1-DF2A-4D41-AA4B-5DBC55DD6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FED113AC-4116-4620-852D-A420F6C71042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70660" name="Picture 6" descr="underline_base">
            <a:extLst>
              <a:ext uri="{FF2B5EF4-FFF2-40B4-BE49-F238E27FC236}">
                <a16:creationId xmlns:a16="http://schemas.microsoft.com/office/drawing/2014/main" id="{A13A5E93-EB64-4657-B7D3-84DB244D0C5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63" y="944563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5" name="Rectangle 2">
            <a:extLst>
              <a:ext uri="{FF2B5EF4-FFF2-40B4-BE49-F238E27FC236}">
                <a16:creationId xmlns:a16="http://schemas.microsoft.com/office/drawing/2014/main" id="{256A4626-DF30-4DCB-BFA3-19EE175F56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61925"/>
            <a:ext cx="8101013" cy="11430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ea typeface="ＭＳ Ｐゴシック" charset="0"/>
                <a:cs typeface="+mj-cs"/>
              </a:rPr>
              <a:t>MAC protocols: taxonomy</a:t>
            </a:r>
          </a:p>
        </p:txBody>
      </p:sp>
      <p:sp>
        <p:nvSpPr>
          <p:cNvPr id="70662" name="Rectangle 3">
            <a:extLst>
              <a:ext uri="{FF2B5EF4-FFF2-40B4-BE49-F238E27FC236}">
                <a16:creationId xmlns:a16="http://schemas.microsoft.com/office/drawing/2014/main" id="{9D07634C-7538-4E95-AF3E-407EA86DB1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82713"/>
            <a:ext cx="77724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/>
              <a:t>three broad classes:</a:t>
            </a:r>
          </a:p>
          <a:p>
            <a:r>
              <a:rPr lang="en-US" altLang="zh-TW" i="1" dirty="0">
                <a:solidFill>
                  <a:srgbClr val="CC0000"/>
                </a:solidFill>
              </a:rPr>
              <a:t>channel partitioning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divide channel into smaller </a:t>
            </a:r>
            <a:r>
              <a:rPr lang="ja-JP" altLang="en-US" sz="2000" dirty="0">
                <a:solidFill>
                  <a:srgbClr val="0070C0"/>
                </a:solidFill>
              </a:rPr>
              <a:t>“</a:t>
            </a:r>
            <a:r>
              <a:rPr lang="en-US" altLang="ja-JP" sz="2000" dirty="0">
                <a:solidFill>
                  <a:srgbClr val="0070C0"/>
                </a:solidFill>
              </a:rPr>
              <a:t>pieces</a:t>
            </a:r>
            <a:r>
              <a:rPr lang="ja-JP" altLang="en-US" sz="2000" dirty="0">
                <a:solidFill>
                  <a:srgbClr val="0070C0"/>
                </a:solidFill>
              </a:rPr>
              <a:t>”</a:t>
            </a:r>
            <a:r>
              <a:rPr lang="en-US" altLang="ja-JP" sz="2000" dirty="0">
                <a:solidFill>
                  <a:srgbClr val="0070C0"/>
                </a:solidFill>
              </a:rPr>
              <a:t> </a:t>
            </a:r>
            <a:r>
              <a:rPr lang="en-US" altLang="ja-JP" sz="2000" dirty="0"/>
              <a:t>(time slots, frequency, code)</a:t>
            </a:r>
          </a:p>
          <a:p>
            <a:pPr lvl="1"/>
            <a:r>
              <a:rPr lang="en-US" altLang="zh-TW" sz="2000" dirty="0"/>
              <a:t>allocate piece to node for exclusive use</a:t>
            </a:r>
            <a:endParaRPr lang="en-US" altLang="zh-TW" dirty="0"/>
          </a:p>
          <a:p>
            <a:r>
              <a:rPr lang="en-US" altLang="zh-TW" i="1" dirty="0">
                <a:solidFill>
                  <a:srgbClr val="CC0000"/>
                </a:solidFill>
              </a:rPr>
              <a:t>random access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</a:rPr>
              <a:t>channel not divided, allow collisions</a:t>
            </a:r>
          </a:p>
          <a:p>
            <a:pPr lvl="1"/>
            <a:r>
              <a:rPr lang="ja-JP" altLang="en-US" sz="2000" dirty="0"/>
              <a:t>“</a:t>
            </a:r>
            <a:r>
              <a:rPr lang="en-US" altLang="ja-JP" sz="2000" dirty="0"/>
              <a:t>recover</a:t>
            </a:r>
            <a:r>
              <a:rPr lang="ja-JP" altLang="en-US" sz="2000" dirty="0"/>
              <a:t>”</a:t>
            </a:r>
            <a:r>
              <a:rPr lang="en-US" altLang="ja-JP" sz="2000" dirty="0"/>
              <a:t> from collisions</a:t>
            </a:r>
            <a:endParaRPr lang="en-US" altLang="ja-JP" dirty="0"/>
          </a:p>
          <a:p>
            <a:r>
              <a:rPr lang="ja-JP" altLang="en-US" i="1" dirty="0">
                <a:solidFill>
                  <a:srgbClr val="CC0000"/>
                </a:solidFill>
              </a:rPr>
              <a:t>“</a:t>
            </a:r>
            <a:r>
              <a:rPr lang="en-US" altLang="ja-JP" i="1" dirty="0">
                <a:solidFill>
                  <a:srgbClr val="CC0000"/>
                </a:solidFill>
              </a:rPr>
              <a:t>taking turns</a:t>
            </a:r>
            <a:r>
              <a:rPr lang="ja-JP" altLang="en-US" i="1" dirty="0">
                <a:solidFill>
                  <a:srgbClr val="CC0000"/>
                </a:solidFill>
              </a:rPr>
              <a:t>”</a:t>
            </a:r>
            <a:endParaRPr lang="en-US" altLang="ja-JP" i="1" dirty="0">
              <a:solidFill>
                <a:srgbClr val="CC0000"/>
              </a:solidFill>
            </a:endParaRPr>
          </a:p>
          <a:p>
            <a:pPr lvl="1"/>
            <a:r>
              <a:rPr lang="en-US" altLang="zh-TW" sz="2000" dirty="0"/>
              <a:t>nodes take turns, but nodes with more to send can take longer turns</a:t>
            </a: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Footer Placeholder 4">
            <a:extLst>
              <a:ext uri="{FF2B5EF4-FFF2-40B4-BE49-F238E27FC236}">
                <a16:creationId xmlns:a16="http://schemas.microsoft.com/office/drawing/2014/main" id="{0D4F3366-517E-4D4C-8B1F-19636D1BB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72707" name="Slide Number Placeholder 5">
            <a:extLst>
              <a:ext uri="{FF2B5EF4-FFF2-40B4-BE49-F238E27FC236}">
                <a16:creationId xmlns:a16="http://schemas.microsoft.com/office/drawing/2014/main" id="{8975A4E1-54F1-45D9-8524-96CDB7687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5611ACEC-0975-4DA1-A9DA-0BB27033404D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72708" name="Picture 50" descr="underline_base">
            <a:extLst>
              <a:ext uri="{FF2B5EF4-FFF2-40B4-BE49-F238E27FC236}">
                <a16:creationId xmlns:a16="http://schemas.microsoft.com/office/drawing/2014/main" id="{2AA730DF-5859-4BA8-B609-CE67937A2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1003300"/>
            <a:ext cx="8228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709" name="Rectangle 2">
            <a:extLst>
              <a:ext uri="{FF2B5EF4-FFF2-40B4-BE49-F238E27FC236}">
                <a16:creationId xmlns:a16="http://schemas.microsoft.com/office/drawing/2014/main" id="{52BA9B33-9586-4D5A-BABA-3ADC84482D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0188" y="206375"/>
            <a:ext cx="8629650" cy="1143000"/>
          </a:xfrm>
        </p:spPr>
        <p:txBody>
          <a:bodyPr/>
          <a:lstStyle/>
          <a:p>
            <a:r>
              <a:rPr lang="en-US" altLang="zh-TW" sz="3600"/>
              <a:t>Channel partitioning MAC protocols: TDMA</a:t>
            </a:r>
            <a:endParaRPr lang="en-US" altLang="zh-TW"/>
          </a:p>
        </p:txBody>
      </p:sp>
      <p:sp>
        <p:nvSpPr>
          <p:cNvPr id="72710" name="Rectangle 3">
            <a:extLst>
              <a:ext uri="{FF2B5EF4-FFF2-40B4-BE49-F238E27FC236}">
                <a16:creationId xmlns:a16="http://schemas.microsoft.com/office/drawing/2014/main" id="{F2157D02-0552-463C-A931-56CDF68118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90538" y="1379538"/>
            <a:ext cx="7772400" cy="2930525"/>
          </a:xfrm>
        </p:spPr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sz="3200" dirty="0">
                <a:solidFill>
                  <a:srgbClr val="CC0000"/>
                </a:solidFill>
              </a:rPr>
              <a:t>TDMA: time division multiple access</a:t>
            </a:r>
            <a:r>
              <a:rPr lang="en-US" altLang="zh-TW" sz="3200" dirty="0"/>
              <a:t> </a:t>
            </a:r>
          </a:p>
          <a:p>
            <a:pPr>
              <a:lnSpc>
                <a:spcPct val="75000"/>
              </a:lnSpc>
            </a:pPr>
            <a:r>
              <a:rPr lang="en-US" altLang="zh-TW" dirty="0"/>
              <a:t>access to channel in "rounds" </a:t>
            </a:r>
          </a:p>
          <a:p>
            <a:pPr>
              <a:lnSpc>
                <a:spcPct val="75000"/>
              </a:lnSpc>
            </a:pPr>
            <a:r>
              <a:rPr lang="en-US" altLang="zh-TW" dirty="0"/>
              <a:t>each station gets fixed length slot (length = pkt trans time) in each round </a:t>
            </a:r>
          </a:p>
          <a:p>
            <a:pPr>
              <a:lnSpc>
                <a:spcPct val="75000"/>
              </a:lnSpc>
            </a:pPr>
            <a:r>
              <a:rPr lang="en-US" altLang="zh-TW" dirty="0"/>
              <a:t>unused slots go idle </a:t>
            </a:r>
          </a:p>
          <a:p>
            <a:pPr>
              <a:lnSpc>
                <a:spcPct val="75000"/>
              </a:lnSpc>
            </a:pPr>
            <a:r>
              <a:rPr lang="en-US" altLang="zh-TW" dirty="0"/>
              <a:t>example: 6-station LAN, 1,3,4 have pkt, slots 2,5,6 idle </a:t>
            </a:r>
            <a:endParaRPr lang="en-US" altLang="zh-TW" sz="3200" dirty="0"/>
          </a:p>
        </p:txBody>
      </p:sp>
      <p:sp>
        <p:nvSpPr>
          <p:cNvPr id="72711" name="Line 7">
            <a:extLst>
              <a:ext uri="{FF2B5EF4-FFF2-40B4-BE49-F238E27FC236}">
                <a16:creationId xmlns:a16="http://schemas.microsoft.com/office/drawing/2014/main" id="{202A2945-4A21-4AE1-87FD-8E381AE6E1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2513" y="5440363"/>
            <a:ext cx="60848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12" name="Rectangle 8">
            <a:extLst>
              <a:ext uri="{FF2B5EF4-FFF2-40B4-BE49-F238E27FC236}">
                <a16:creationId xmlns:a16="http://schemas.microsoft.com/office/drawing/2014/main" id="{8A694FBC-EDC2-4C18-9CDB-A1E7AB39A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4763" y="5213350"/>
            <a:ext cx="479425" cy="230188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13" name="Rectangle 10">
            <a:extLst>
              <a:ext uri="{FF2B5EF4-FFF2-40B4-BE49-F238E27FC236}">
                <a16:creationId xmlns:a16="http://schemas.microsoft.com/office/drawing/2014/main" id="{A53F1C91-BA7C-4ED5-8F69-3ADA9C9AF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3613" y="5213350"/>
            <a:ext cx="479425" cy="230188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14" name="Rectangle 11">
            <a:extLst>
              <a:ext uri="{FF2B5EF4-FFF2-40B4-BE49-F238E27FC236}">
                <a16:creationId xmlns:a16="http://schemas.microsoft.com/office/drawing/2014/main" id="{79FD045C-7F41-49F1-A5F1-B5C321F4E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8275" y="5213350"/>
            <a:ext cx="479425" cy="23018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15" name="Line 13">
            <a:extLst>
              <a:ext uri="{FF2B5EF4-FFF2-40B4-BE49-F238E27FC236}">
                <a16:creationId xmlns:a16="http://schemas.microsoft.com/office/drawing/2014/main" id="{6D9048CF-65DD-4266-984F-926F82487E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76350" y="5100638"/>
            <a:ext cx="0" cy="3381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16" name="Line 16">
            <a:extLst>
              <a:ext uri="{FF2B5EF4-FFF2-40B4-BE49-F238E27FC236}">
                <a16:creationId xmlns:a16="http://schemas.microsoft.com/office/drawing/2014/main" id="{9110EDFA-1AEC-40E2-96E0-9D752ECED0C6}"/>
              </a:ext>
            </a:extLst>
          </p:cNvPr>
          <p:cNvSpPr>
            <a:spLocks noChangeShapeType="1"/>
          </p:cNvSpPr>
          <p:nvPr/>
        </p:nvSpPr>
        <p:spPr bwMode="auto">
          <a:xfrm>
            <a:off x="4141788" y="5103813"/>
            <a:ext cx="0" cy="3381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17" name="Text Box 23">
            <a:extLst>
              <a:ext uri="{FF2B5EF4-FFF2-40B4-BE49-F238E27FC236}">
                <a16:creationId xmlns:a16="http://schemas.microsoft.com/office/drawing/2014/main" id="{2BD549AA-9FA5-4C17-96AE-420AE68EB4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4775" y="5180013"/>
            <a:ext cx="2968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2718" name="Text Box 24">
            <a:extLst>
              <a:ext uri="{FF2B5EF4-FFF2-40B4-BE49-F238E27FC236}">
                <a16:creationId xmlns:a16="http://schemas.microsoft.com/office/drawing/2014/main" id="{76F0591C-063D-465B-94C5-42D9689F63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0925" y="5165725"/>
            <a:ext cx="2968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72719" name="Text Box 25">
            <a:extLst>
              <a:ext uri="{FF2B5EF4-FFF2-40B4-BE49-F238E27FC236}">
                <a16:creationId xmlns:a16="http://schemas.microsoft.com/office/drawing/2014/main" id="{D4BC559D-12F2-49C7-A941-5C0156EB3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6063" y="5172075"/>
            <a:ext cx="2968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72720" name="Rectangle 26">
            <a:extLst>
              <a:ext uri="{FF2B5EF4-FFF2-40B4-BE49-F238E27FC236}">
                <a16:creationId xmlns:a16="http://schemas.microsoft.com/office/drawing/2014/main" id="{589E141F-6A71-4263-A162-003C563E8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2263" y="5208588"/>
            <a:ext cx="479425" cy="2301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21" name="Rectangle 27">
            <a:extLst>
              <a:ext uri="{FF2B5EF4-FFF2-40B4-BE49-F238E27FC236}">
                <a16:creationId xmlns:a16="http://schemas.microsoft.com/office/drawing/2014/main" id="{ED69EBEA-77DF-46B6-93D4-EF33F68BE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1113" y="5208588"/>
            <a:ext cx="479425" cy="230187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22" name="Rectangle 28">
            <a:extLst>
              <a:ext uri="{FF2B5EF4-FFF2-40B4-BE49-F238E27FC236}">
                <a16:creationId xmlns:a16="http://schemas.microsoft.com/office/drawing/2014/main" id="{4D5AA478-71BF-4881-9A32-2D02DD1C7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5775" y="5208588"/>
            <a:ext cx="479425" cy="230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2723" name="Line 29">
            <a:extLst>
              <a:ext uri="{FF2B5EF4-FFF2-40B4-BE49-F238E27FC236}">
                <a16:creationId xmlns:a16="http://schemas.microsoft.com/office/drawing/2014/main" id="{2E9D6E8D-FC69-4E80-AD54-43A17942B05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3850" y="5095875"/>
            <a:ext cx="0" cy="3381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24" name="Text Box 30">
            <a:extLst>
              <a:ext uri="{FF2B5EF4-FFF2-40B4-BE49-F238E27FC236}">
                <a16:creationId xmlns:a16="http://schemas.microsoft.com/office/drawing/2014/main" id="{BE01829D-FFD0-4294-B54E-4B362C8ED5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2275" y="5175250"/>
            <a:ext cx="2968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2725" name="Text Box 31">
            <a:extLst>
              <a:ext uri="{FF2B5EF4-FFF2-40B4-BE49-F238E27FC236}">
                <a16:creationId xmlns:a16="http://schemas.microsoft.com/office/drawing/2014/main" id="{648BCB36-2978-4CAE-B9D2-7E6B240BBC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78425" y="5160963"/>
            <a:ext cx="2968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72726" name="Text Box 32">
            <a:extLst>
              <a:ext uri="{FF2B5EF4-FFF2-40B4-BE49-F238E27FC236}">
                <a16:creationId xmlns:a16="http://schemas.microsoft.com/office/drawing/2014/main" id="{F865B54C-3881-48EF-B7D9-167ED0936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3563" y="5167313"/>
            <a:ext cx="2968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0">
                <a:solidFill>
                  <a:schemeClr val="bg1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72727" name="Line 34">
            <a:extLst>
              <a:ext uri="{FF2B5EF4-FFF2-40B4-BE49-F238E27FC236}">
                <a16:creationId xmlns:a16="http://schemas.microsoft.com/office/drawing/2014/main" id="{BC487AB5-C278-47CC-AC31-27E729103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57363" y="5205413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28" name="Line 35">
            <a:extLst>
              <a:ext uri="{FF2B5EF4-FFF2-40B4-BE49-F238E27FC236}">
                <a16:creationId xmlns:a16="http://schemas.microsoft.com/office/drawing/2014/main" id="{AABE8338-87FF-432C-BCA3-AEA9FDE28ECF}"/>
              </a:ext>
            </a:extLst>
          </p:cNvPr>
          <p:cNvSpPr>
            <a:spLocks noChangeShapeType="1"/>
          </p:cNvSpPr>
          <p:nvPr/>
        </p:nvSpPr>
        <p:spPr bwMode="auto">
          <a:xfrm>
            <a:off x="2233613" y="5210175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29" name="Line 36">
            <a:extLst>
              <a:ext uri="{FF2B5EF4-FFF2-40B4-BE49-F238E27FC236}">
                <a16:creationId xmlns:a16="http://schemas.microsoft.com/office/drawing/2014/main" id="{BF38AFF2-25F8-4E47-8B3A-CEC4DE9E1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9863" y="5210175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0" name="Line 37">
            <a:extLst>
              <a:ext uri="{FF2B5EF4-FFF2-40B4-BE49-F238E27FC236}">
                <a16:creationId xmlns:a16="http://schemas.microsoft.com/office/drawing/2014/main" id="{79F5D461-DFC6-48D2-9772-C7D7E18FD7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6113" y="5210175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1" name="Line 38">
            <a:extLst>
              <a:ext uri="{FF2B5EF4-FFF2-40B4-BE49-F238E27FC236}">
                <a16:creationId xmlns:a16="http://schemas.microsoft.com/office/drawing/2014/main" id="{FF56A6DB-3D14-497A-90F0-F26911FEE295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7125" y="5200650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2" name="Line 39">
            <a:extLst>
              <a:ext uri="{FF2B5EF4-FFF2-40B4-BE49-F238E27FC236}">
                <a16:creationId xmlns:a16="http://schemas.microsoft.com/office/drawing/2014/main" id="{4F75D803-ABE9-4311-8B22-DD047DB8A2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614863" y="5205413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3" name="Line 40">
            <a:extLst>
              <a:ext uri="{FF2B5EF4-FFF2-40B4-BE49-F238E27FC236}">
                <a16:creationId xmlns:a16="http://schemas.microsoft.com/office/drawing/2014/main" id="{2ED1D50F-CF9C-4395-A66F-8EC8204EA521}"/>
              </a:ext>
            </a:extLst>
          </p:cNvPr>
          <p:cNvSpPr>
            <a:spLocks noChangeShapeType="1"/>
          </p:cNvSpPr>
          <p:nvPr/>
        </p:nvSpPr>
        <p:spPr bwMode="auto">
          <a:xfrm>
            <a:off x="5562600" y="5200650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4" name="Line 41">
            <a:extLst>
              <a:ext uri="{FF2B5EF4-FFF2-40B4-BE49-F238E27FC236}">
                <a16:creationId xmlns:a16="http://schemas.microsoft.com/office/drawing/2014/main" id="{4910C8F1-D9EA-440E-BE0B-82D53C828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6510338" y="5195888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5" name="Line 42">
            <a:extLst>
              <a:ext uri="{FF2B5EF4-FFF2-40B4-BE49-F238E27FC236}">
                <a16:creationId xmlns:a16="http://schemas.microsoft.com/office/drawing/2014/main" id="{07AAD3DE-96FF-45C7-89C8-02755ECCFCB2}"/>
              </a:ext>
            </a:extLst>
          </p:cNvPr>
          <p:cNvSpPr>
            <a:spLocks noChangeShapeType="1"/>
          </p:cNvSpPr>
          <p:nvPr/>
        </p:nvSpPr>
        <p:spPr bwMode="auto">
          <a:xfrm>
            <a:off x="6043613" y="5205413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6" name="Line 43">
            <a:extLst>
              <a:ext uri="{FF2B5EF4-FFF2-40B4-BE49-F238E27FC236}">
                <a16:creationId xmlns:a16="http://schemas.microsoft.com/office/drawing/2014/main" id="{3A452C3A-A245-4213-B17E-E90F18B0D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6991350" y="5110163"/>
            <a:ext cx="0" cy="3381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7" name="Line 44">
            <a:extLst>
              <a:ext uri="{FF2B5EF4-FFF2-40B4-BE49-F238E27FC236}">
                <a16:creationId xmlns:a16="http://schemas.microsoft.com/office/drawing/2014/main" id="{F45F53DE-24B9-4791-9100-D7DF9793BC97}"/>
              </a:ext>
            </a:extLst>
          </p:cNvPr>
          <p:cNvSpPr>
            <a:spLocks noChangeShapeType="1"/>
          </p:cNvSpPr>
          <p:nvPr/>
        </p:nvSpPr>
        <p:spPr bwMode="auto">
          <a:xfrm>
            <a:off x="5091113" y="5205413"/>
            <a:ext cx="0" cy="2381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38" name="Text Box 45">
            <a:extLst>
              <a:ext uri="{FF2B5EF4-FFF2-40B4-BE49-F238E27FC236}">
                <a16:creationId xmlns:a16="http://schemas.microsoft.com/office/drawing/2014/main" id="{E7B218F5-64C8-4B80-9163-AC9A81E3C2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0925" y="4581525"/>
            <a:ext cx="7048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Arial" panose="020B0604020202020204" pitchFamily="34" charset="0"/>
              </a:rPr>
              <a:t>6-slot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Arial" panose="020B0604020202020204" pitchFamily="34" charset="0"/>
              </a:rPr>
              <a:t>frame</a:t>
            </a:r>
          </a:p>
        </p:txBody>
      </p:sp>
      <p:sp>
        <p:nvSpPr>
          <p:cNvPr id="72739" name="Line 46">
            <a:extLst>
              <a:ext uri="{FF2B5EF4-FFF2-40B4-BE49-F238E27FC236}">
                <a16:creationId xmlns:a16="http://schemas.microsoft.com/office/drawing/2014/main" id="{B5EAA2D7-7876-4207-B012-27D259AE3F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4918075"/>
            <a:ext cx="989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0" name="Line 47">
            <a:extLst>
              <a:ext uri="{FF2B5EF4-FFF2-40B4-BE49-F238E27FC236}">
                <a16:creationId xmlns:a16="http://schemas.microsoft.com/office/drawing/2014/main" id="{034F3A1F-9BEA-47F2-99EB-12D79486403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87463" y="4913313"/>
            <a:ext cx="989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1" name="Line 48">
            <a:extLst>
              <a:ext uri="{FF2B5EF4-FFF2-40B4-BE49-F238E27FC236}">
                <a16:creationId xmlns:a16="http://schemas.microsoft.com/office/drawing/2014/main" id="{66B90E3D-54C4-4015-AFF0-978473F0D5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66825" y="4826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2" name="Line 49">
            <a:extLst>
              <a:ext uri="{FF2B5EF4-FFF2-40B4-BE49-F238E27FC236}">
                <a16:creationId xmlns:a16="http://schemas.microsoft.com/office/drawing/2014/main" id="{5F6E9AD0-DA8E-47FE-9891-BC36BF773FEA}"/>
              </a:ext>
            </a:extLst>
          </p:cNvPr>
          <p:cNvSpPr>
            <a:spLocks noChangeShapeType="1"/>
          </p:cNvSpPr>
          <p:nvPr/>
        </p:nvSpPr>
        <p:spPr bwMode="auto">
          <a:xfrm>
            <a:off x="4125913" y="4816475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3" name="Text Box 51">
            <a:extLst>
              <a:ext uri="{FF2B5EF4-FFF2-40B4-BE49-F238E27FC236}">
                <a16:creationId xmlns:a16="http://schemas.microsoft.com/office/drawing/2014/main" id="{F2754E9B-D062-4B13-84AC-BBC28D7EE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4775" y="4554538"/>
            <a:ext cx="7048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Arial" panose="020B0604020202020204" pitchFamily="34" charset="0"/>
              </a:rPr>
              <a:t>6-slot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0">
                <a:latin typeface="Arial" panose="020B0604020202020204" pitchFamily="34" charset="0"/>
              </a:rPr>
              <a:t>frame</a:t>
            </a:r>
          </a:p>
        </p:txBody>
      </p:sp>
      <p:sp>
        <p:nvSpPr>
          <p:cNvPr id="72744" name="Line 52">
            <a:extLst>
              <a:ext uri="{FF2B5EF4-FFF2-40B4-BE49-F238E27FC236}">
                <a16:creationId xmlns:a16="http://schemas.microsoft.com/office/drawing/2014/main" id="{CB820668-2C61-41EE-9C7C-8D43775081F1}"/>
              </a:ext>
            </a:extLst>
          </p:cNvPr>
          <p:cNvSpPr>
            <a:spLocks noChangeShapeType="1"/>
          </p:cNvSpPr>
          <p:nvPr/>
        </p:nvSpPr>
        <p:spPr bwMode="auto">
          <a:xfrm>
            <a:off x="5995988" y="4924425"/>
            <a:ext cx="989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5" name="Line 53">
            <a:extLst>
              <a:ext uri="{FF2B5EF4-FFF2-40B4-BE49-F238E27FC236}">
                <a16:creationId xmlns:a16="http://schemas.microsoft.com/office/drawing/2014/main" id="{B779C5D8-3E98-4A83-99FA-B357567B34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51313" y="4919663"/>
            <a:ext cx="989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72746" name="Line 55">
            <a:extLst>
              <a:ext uri="{FF2B5EF4-FFF2-40B4-BE49-F238E27FC236}">
                <a16:creationId xmlns:a16="http://schemas.microsoft.com/office/drawing/2014/main" id="{29C99540-9B72-48C3-8E8C-685E0A903AF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89763" y="4789488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711" grpId="0" animBg="1"/>
      <p:bldP spid="72712" grpId="0" animBg="1"/>
      <p:bldP spid="72713" grpId="0" animBg="1"/>
      <p:bldP spid="72714" grpId="0" animBg="1"/>
      <p:bldP spid="72715" grpId="0" animBg="1"/>
      <p:bldP spid="72716" grpId="0" animBg="1"/>
      <p:bldP spid="72717" grpId="0"/>
      <p:bldP spid="72718" grpId="0"/>
      <p:bldP spid="72719" grpId="0"/>
      <p:bldP spid="72720" grpId="0" animBg="1"/>
      <p:bldP spid="72721" grpId="0" animBg="1"/>
      <p:bldP spid="72722" grpId="0" animBg="1"/>
      <p:bldP spid="72723" grpId="0" animBg="1"/>
      <p:bldP spid="72724" grpId="0"/>
      <p:bldP spid="72725" grpId="0"/>
      <p:bldP spid="72726" grpId="0"/>
      <p:bldP spid="72727" grpId="0" animBg="1"/>
      <p:bldP spid="72728" grpId="0" animBg="1"/>
      <p:bldP spid="72729" grpId="0" animBg="1"/>
      <p:bldP spid="72730" grpId="0" animBg="1"/>
      <p:bldP spid="72731" grpId="0" animBg="1"/>
      <p:bldP spid="72732" grpId="0" animBg="1"/>
      <p:bldP spid="72733" grpId="0" animBg="1"/>
      <p:bldP spid="72734" grpId="0" animBg="1"/>
      <p:bldP spid="72735" grpId="0" animBg="1"/>
      <p:bldP spid="72736" grpId="0" animBg="1"/>
      <p:bldP spid="72737" grpId="0" animBg="1"/>
      <p:bldP spid="72738" grpId="0"/>
      <p:bldP spid="72739" grpId="0" animBg="1"/>
      <p:bldP spid="72740" grpId="0" animBg="1"/>
      <p:bldP spid="72741" grpId="0" animBg="1"/>
      <p:bldP spid="72742" grpId="0" animBg="1"/>
      <p:bldP spid="72743" grpId="0"/>
      <p:bldP spid="72744" grpId="0" animBg="1"/>
      <p:bldP spid="72745" grpId="0" animBg="1"/>
      <p:bldP spid="7274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Footer Placeholder 4">
            <a:extLst>
              <a:ext uri="{FF2B5EF4-FFF2-40B4-BE49-F238E27FC236}">
                <a16:creationId xmlns:a16="http://schemas.microsoft.com/office/drawing/2014/main" id="{B2632B27-A1BD-44A4-95D7-F8D157BCA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74755" name="Slide Number Placeholder 5">
            <a:extLst>
              <a:ext uri="{FF2B5EF4-FFF2-40B4-BE49-F238E27FC236}">
                <a16:creationId xmlns:a16="http://schemas.microsoft.com/office/drawing/2014/main" id="{6C0C68CC-9734-4254-BD33-E65E54E4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C26C876F-21CB-4CE9-82FA-4C1C8630F1B8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25F8A0EF-7531-4305-81D1-648BA6D03E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1650" y="1370013"/>
            <a:ext cx="82232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>
                <a:solidFill>
                  <a:srgbClr val="CC0000"/>
                </a:solidFill>
              </a:rPr>
              <a:t>FDMA: frequency division multiple access </a:t>
            </a:r>
          </a:p>
          <a:p>
            <a:r>
              <a:rPr lang="en-US" altLang="zh-TW" sz="2400"/>
              <a:t>channel spectrum divided into frequency bands</a:t>
            </a:r>
          </a:p>
          <a:p>
            <a:r>
              <a:rPr lang="en-US" altLang="zh-TW" sz="2400"/>
              <a:t>each station assigned fixed frequency band</a:t>
            </a:r>
          </a:p>
          <a:p>
            <a:r>
              <a:rPr lang="en-US" altLang="zh-TW" sz="2400"/>
              <a:t>unused transmission time in frequency bands go idle </a:t>
            </a:r>
          </a:p>
          <a:p>
            <a:r>
              <a:rPr lang="en-US" altLang="zh-TW" sz="2400"/>
              <a:t>example: 6-station LAN, 1,3,4 have pkt, frequency bands 2,5,6 idle </a:t>
            </a:r>
            <a:endParaRPr lang="en-US" altLang="zh-TW"/>
          </a:p>
        </p:txBody>
      </p:sp>
      <p:sp>
        <p:nvSpPr>
          <p:cNvPr id="74757" name="Rectangle 4">
            <a:extLst>
              <a:ext uri="{FF2B5EF4-FFF2-40B4-BE49-F238E27FC236}">
                <a16:creationId xmlns:a16="http://schemas.microsoft.com/office/drawing/2014/main" id="{8B44C96E-D593-4B14-B65D-E715242F2F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7563" y="4138613"/>
            <a:ext cx="627062" cy="2251075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Comic Sans MS" panose="030F0702030302020204" pitchFamily="66" charset="0"/>
            </a:endParaRPr>
          </a:p>
        </p:txBody>
      </p:sp>
      <p:sp>
        <p:nvSpPr>
          <p:cNvPr id="74758" name="Line 5">
            <a:extLst>
              <a:ext uri="{FF2B5EF4-FFF2-40B4-BE49-F238E27FC236}">
                <a16:creationId xmlns:a16="http://schemas.microsoft.com/office/drawing/2014/main" id="{A0CEDDE6-E9B3-4327-9E3D-6FBF7F67F1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25975" y="5243513"/>
            <a:ext cx="622300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59" name="Line 6">
            <a:extLst>
              <a:ext uri="{FF2B5EF4-FFF2-40B4-BE49-F238E27FC236}">
                <a16:creationId xmlns:a16="http://schemas.microsoft.com/office/drawing/2014/main" id="{9979E026-1085-43B4-9F6E-51954E7521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21213" y="5635625"/>
            <a:ext cx="631825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0" name="Line 7">
            <a:extLst>
              <a:ext uri="{FF2B5EF4-FFF2-40B4-BE49-F238E27FC236}">
                <a16:creationId xmlns:a16="http://schemas.microsoft.com/office/drawing/2014/main" id="{458BF12B-71A1-4763-856F-64624464E5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25975" y="6021388"/>
            <a:ext cx="627063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1" name="Line 8">
            <a:extLst>
              <a:ext uri="{FF2B5EF4-FFF2-40B4-BE49-F238E27FC236}">
                <a16:creationId xmlns:a16="http://schemas.microsoft.com/office/drawing/2014/main" id="{57F00EE4-3F20-4F85-A2A1-F71DA484D1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21213" y="4857750"/>
            <a:ext cx="631825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2" name="Line 9">
            <a:extLst>
              <a:ext uri="{FF2B5EF4-FFF2-40B4-BE49-F238E27FC236}">
                <a16:creationId xmlns:a16="http://schemas.microsoft.com/office/drawing/2014/main" id="{74A82322-C914-4847-A4AE-366A642749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25975" y="4471988"/>
            <a:ext cx="631825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3" name="Line 11">
            <a:extLst>
              <a:ext uri="{FF2B5EF4-FFF2-40B4-BE49-F238E27FC236}">
                <a16:creationId xmlns:a16="http://schemas.microsoft.com/office/drawing/2014/main" id="{31B48E71-F42D-4567-9B99-DC9C31580928}"/>
              </a:ext>
            </a:extLst>
          </p:cNvPr>
          <p:cNvSpPr>
            <a:spLocks noChangeShapeType="1"/>
          </p:cNvSpPr>
          <p:nvPr/>
        </p:nvSpPr>
        <p:spPr bwMode="auto">
          <a:xfrm>
            <a:off x="5346700" y="4411663"/>
            <a:ext cx="2228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4" name="Freeform 12">
            <a:extLst>
              <a:ext uri="{FF2B5EF4-FFF2-40B4-BE49-F238E27FC236}">
                <a16:creationId xmlns:a16="http://schemas.microsoft.com/office/drawing/2014/main" id="{FF56F0AF-5164-4A8D-896E-39F0FDB66663}"/>
              </a:ext>
            </a:extLst>
          </p:cNvPr>
          <p:cNvSpPr>
            <a:spLocks/>
          </p:cNvSpPr>
          <p:nvPr/>
        </p:nvSpPr>
        <p:spPr bwMode="auto">
          <a:xfrm>
            <a:off x="5494338" y="4292600"/>
            <a:ext cx="1728787" cy="114300"/>
          </a:xfrm>
          <a:custGeom>
            <a:avLst/>
            <a:gdLst>
              <a:gd name="T0" fmla="*/ 0 w 1089"/>
              <a:gd name="T1" fmla="*/ 2147483646 h 72"/>
              <a:gd name="T2" fmla="*/ 0 w 1089"/>
              <a:gd name="T3" fmla="*/ 2147483646 h 72"/>
              <a:gd name="T4" fmla="*/ 2147483646 w 1089"/>
              <a:gd name="T5" fmla="*/ 0 h 72"/>
              <a:gd name="T6" fmla="*/ 2147483646 w 1089"/>
              <a:gd name="T7" fmla="*/ 2147483646 h 72"/>
              <a:gd name="T8" fmla="*/ 0 60000 65536"/>
              <a:gd name="T9" fmla="*/ 0 60000 65536"/>
              <a:gd name="T10" fmla="*/ 0 60000 65536"/>
              <a:gd name="T11" fmla="*/ 0 60000 65536"/>
              <a:gd name="T12" fmla="*/ 0 w 1089"/>
              <a:gd name="T13" fmla="*/ 0 h 72"/>
              <a:gd name="T14" fmla="*/ 1089 w 1089"/>
              <a:gd name="T15" fmla="*/ 72 h 7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89" h="72">
                <a:moveTo>
                  <a:pt x="0" y="72"/>
                </a:moveTo>
                <a:lnTo>
                  <a:pt x="0" y="3"/>
                </a:lnTo>
                <a:lnTo>
                  <a:pt x="1089" y="0"/>
                </a:lnTo>
                <a:lnTo>
                  <a:pt x="1089" y="72"/>
                </a:lnTo>
              </a:path>
            </a:pathLst>
          </a:custGeom>
          <a:solidFill>
            <a:schemeClr val="accent2"/>
          </a:solidFill>
          <a:ln w="19050" cap="flat" cmpd="sng">
            <a:solidFill>
              <a:schemeClr val="tx1"/>
            </a:solidFill>
            <a:prstDash val="solid"/>
            <a:round/>
            <a:headEnd/>
            <a:tailEnd/>
          </a:ln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5" name="Line 13">
            <a:extLst>
              <a:ext uri="{FF2B5EF4-FFF2-40B4-BE49-F238E27FC236}">
                <a16:creationId xmlns:a16="http://schemas.microsoft.com/office/drawing/2014/main" id="{7E64A025-ABC0-48E7-B382-A41EF37B5673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325" y="4814888"/>
            <a:ext cx="2228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6" name="Line 15">
            <a:extLst>
              <a:ext uri="{FF2B5EF4-FFF2-40B4-BE49-F238E27FC236}">
                <a16:creationId xmlns:a16="http://schemas.microsoft.com/office/drawing/2014/main" id="{C94545ED-634B-4D86-89BD-EE78F20665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325" y="5213350"/>
            <a:ext cx="2228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67" name="Freeform 16">
            <a:extLst>
              <a:ext uri="{FF2B5EF4-FFF2-40B4-BE49-F238E27FC236}">
                <a16:creationId xmlns:a16="http://schemas.microsoft.com/office/drawing/2014/main" id="{D6AE1212-712B-4E8B-A3D8-445976E66C94}"/>
              </a:ext>
            </a:extLst>
          </p:cNvPr>
          <p:cNvSpPr>
            <a:spLocks/>
          </p:cNvSpPr>
          <p:nvPr/>
        </p:nvSpPr>
        <p:spPr bwMode="auto">
          <a:xfrm>
            <a:off x="5541963" y="5094288"/>
            <a:ext cx="1728787" cy="114300"/>
          </a:xfrm>
          <a:custGeom>
            <a:avLst/>
            <a:gdLst>
              <a:gd name="T0" fmla="*/ 0 w 1089"/>
              <a:gd name="T1" fmla="*/ 2147483646 h 72"/>
              <a:gd name="T2" fmla="*/ 0 w 1089"/>
              <a:gd name="T3" fmla="*/ 2147483646 h 72"/>
              <a:gd name="T4" fmla="*/ 2147483646 w 1089"/>
              <a:gd name="T5" fmla="*/ 0 h 72"/>
              <a:gd name="T6" fmla="*/ 2147483646 w 1089"/>
              <a:gd name="T7" fmla="*/ 2147483646 h 72"/>
              <a:gd name="T8" fmla="*/ 0 60000 65536"/>
              <a:gd name="T9" fmla="*/ 0 60000 65536"/>
              <a:gd name="T10" fmla="*/ 0 60000 65536"/>
              <a:gd name="T11" fmla="*/ 0 60000 65536"/>
              <a:gd name="T12" fmla="*/ 0 w 1089"/>
              <a:gd name="T13" fmla="*/ 0 h 72"/>
              <a:gd name="T14" fmla="*/ 1089 w 1089"/>
              <a:gd name="T15" fmla="*/ 72 h 7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89" h="72">
                <a:moveTo>
                  <a:pt x="0" y="72"/>
                </a:moveTo>
                <a:lnTo>
                  <a:pt x="0" y="3"/>
                </a:lnTo>
                <a:lnTo>
                  <a:pt x="1089" y="0"/>
                </a:lnTo>
                <a:lnTo>
                  <a:pt x="1089" y="72"/>
                </a:lnTo>
              </a:path>
            </a:pathLst>
          </a:custGeom>
          <a:solidFill>
            <a:srgbClr val="FF0000"/>
          </a:solidFill>
          <a:ln w="19050" cap="flat" cmpd="sng">
            <a:solidFill>
              <a:schemeClr val="tx1"/>
            </a:solidFill>
            <a:prstDash val="solid"/>
            <a:round/>
            <a:headEnd/>
            <a:tailEnd/>
          </a:ln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74768" name="Group 17">
            <a:extLst>
              <a:ext uri="{FF2B5EF4-FFF2-40B4-BE49-F238E27FC236}">
                <a16:creationId xmlns:a16="http://schemas.microsoft.com/office/drawing/2014/main" id="{47E7560C-0FF5-4B81-B36E-37F5B7545C09}"/>
              </a:ext>
            </a:extLst>
          </p:cNvPr>
          <p:cNvGrpSpPr>
            <a:grpSpLocks/>
          </p:cNvGrpSpPr>
          <p:nvPr/>
        </p:nvGrpSpPr>
        <p:grpSpPr bwMode="auto">
          <a:xfrm>
            <a:off x="5411788" y="5499100"/>
            <a:ext cx="2228850" cy="119063"/>
            <a:chOff x="1884" y="2826"/>
            <a:chExt cx="1404" cy="75"/>
          </a:xfrm>
        </p:grpSpPr>
        <p:sp>
          <p:nvSpPr>
            <p:cNvPr id="74785" name="Line 18">
              <a:extLst>
                <a:ext uri="{FF2B5EF4-FFF2-40B4-BE49-F238E27FC236}">
                  <a16:creationId xmlns:a16="http://schemas.microsoft.com/office/drawing/2014/main" id="{00DF9F1E-106A-4B89-887F-8EB15A0E54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4" y="2901"/>
              <a:ext cx="140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74786" name="Freeform 19">
              <a:extLst>
                <a:ext uri="{FF2B5EF4-FFF2-40B4-BE49-F238E27FC236}">
                  <a16:creationId xmlns:a16="http://schemas.microsoft.com/office/drawing/2014/main" id="{16369D63-74C9-407D-BEAF-9F47ED171E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7" y="2826"/>
              <a:ext cx="1089" cy="72"/>
            </a:xfrm>
            <a:custGeom>
              <a:avLst/>
              <a:gdLst>
                <a:gd name="T0" fmla="*/ 0 w 1089"/>
                <a:gd name="T1" fmla="*/ 72 h 72"/>
                <a:gd name="T2" fmla="*/ 0 w 1089"/>
                <a:gd name="T3" fmla="*/ 3 h 72"/>
                <a:gd name="T4" fmla="*/ 1089 w 1089"/>
                <a:gd name="T5" fmla="*/ 0 h 72"/>
                <a:gd name="T6" fmla="*/ 1089 w 1089"/>
                <a:gd name="T7" fmla="*/ 72 h 7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89"/>
                <a:gd name="T13" fmla="*/ 0 h 72"/>
                <a:gd name="T14" fmla="*/ 1089 w 1089"/>
                <a:gd name="T15" fmla="*/ 72 h 7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89" h="72">
                  <a:moveTo>
                    <a:pt x="0" y="72"/>
                  </a:moveTo>
                  <a:lnTo>
                    <a:pt x="0" y="3"/>
                  </a:lnTo>
                  <a:lnTo>
                    <a:pt x="1089" y="0"/>
                  </a:lnTo>
                  <a:lnTo>
                    <a:pt x="1089" y="72"/>
                  </a:lnTo>
                </a:path>
              </a:pathLst>
            </a:custGeom>
            <a:solidFill>
              <a:srgbClr val="00CC66"/>
            </a:solidFill>
            <a:ln w="19050" cap="flat" cmpd="sng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74769" name="Line 20">
            <a:extLst>
              <a:ext uri="{FF2B5EF4-FFF2-40B4-BE49-F238E27FC236}">
                <a16:creationId xmlns:a16="http://schemas.microsoft.com/office/drawing/2014/main" id="{4A6DB09B-3F01-45B7-82A6-D303475BD5BE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1950" y="6024563"/>
            <a:ext cx="2228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70" name="Line 21">
            <a:extLst>
              <a:ext uri="{FF2B5EF4-FFF2-40B4-BE49-F238E27FC236}">
                <a16:creationId xmlns:a16="http://schemas.microsoft.com/office/drawing/2014/main" id="{BBB231A5-CCC5-4730-BAB4-394BB22976B2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8300" y="6354763"/>
            <a:ext cx="22288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4771" name="Text Box 22">
            <a:extLst>
              <a:ext uri="{FF2B5EF4-FFF2-40B4-BE49-F238E27FC236}">
                <a16:creationId xmlns:a16="http://schemas.microsoft.com/office/drawing/2014/main" id="{6C0168DF-8710-4E8A-90CF-774E66754B8C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3423444" y="5018882"/>
            <a:ext cx="1873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latin typeface="Arial" panose="020B0604020202020204" pitchFamily="34" charset="0"/>
              </a:rPr>
              <a:t>frequency bands</a:t>
            </a:r>
          </a:p>
        </p:txBody>
      </p:sp>
      <p:sp>
        <p:nvSpPr>
          <p:cNvPr id="74772" name="Text Box 23">
            <a:extLst>
              <a:ext uri="{FF2B5EF4-FFF2-40B4-BE49-F238E27FC236}">
                <a16:creationId xmlns:a16="http://schemas.microsoft.com/office/drawing/2014/main" id="{FF8D83EB-9CED-4A8D-A1B7-B2A6C3F5F5AC}"/>
              </a:ext>
            </a:extLst>
          </p:cNvPr>
          <p:cNvSpPr txBox="1">
            <a:spLocks noChangeArrowheads="1"/>
          </p:cNvSpPr>
          <p:nvPr/>
        </p:nvSpPr>
        <p:spPr bwMode="auto">
          <a:xfrm rot="67766">
            <a:off x="7332663" y="3960813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74773" name="Freeform 54">
            <a:extLst>
              <a:ext uri="{FF2B5EF4-FFF2-40B4-BE49-F238E27FC236}">
                <a16:creationId xmlns:a16="http://schemas.microsoft.com/office/drawing/2014/main" id="{C6C04D9B-69F3-49BD-933F-68444884AAF7}"/>
              </a:ext>
            </a:extLst>
          </p:cNvPr>
          <p:cNvSpPr>
            <a:spLocks/>
          </p:cNvSpPr>
          <p:nvPr/>
        </p:nvSpPr>
        <p:spPr bwMode="auto">
          <a:xfrm>
            <a:off x="2032000" y="4348163"/>
            <a:ext cx="595313" cy="1538287"/>
          </a:xfrm>
          <a:custGeom>
            <a:avLst/>
            <a:gdLst>
              <a:gd name="T0" fmla="*/ 2147483646 w 375"/>
              <a:gd name="T1" fmla="*/ 0 h 969"/>
              <a:gd name="T2" fmla="*/ 0 w 375"/>
              <a:gd name="T3" fmla="*/ 2147483646 h 969"/>
              <a:gd name="T4" fmla="*/ 2147483646 w 375"/>
              <a:gd name="T5" fmla="*/ 2147483646 h 969"/>
              <a:gd name="T6" fmla="*/ 2147483646 w 375"/>
              <a:gd name="T7" fmla="*/ 0 h 969"/>
              <a:gd name="T8" fmla="*/ 0 60000 65536"/>
              <a:gd name="T9" fmla="*/ 0 60000 65536"/>
              <a:gd name="T10" fmla="*/ 0 60000 65536"/>
              <a:gd name="T11" fmla="*/ 0 60000 65536"/>
              <a:gd name="T12" fmla="*/ 0 w 375"/>
              <a:gd name="T13" fmla="*/ 0 h 969"/>
              <a:gd name="T14" fmla="*/ 375 w 375"/>
              <a:gd name="T15" fmla="*/ 969 h 96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75" h="969">
                <a:moveTo>
                  <a:pt x="375" y="0"/>
                </a:moveTo>
                <a:lnTo>
                  <a:pt x="0" y="485"/>
                </a:lnTo>
                <a:lnTo>
                  <a:pt x="375" y="969"/>
                </a:lnTo>
                <a:lnTo>
                  <a:pt x="375" y="0"/>
                </a:lnTo>
                <a:close/>
              </a:path>
            </a:pathLst>
          </a:custGeom>
          <a:gradFill rotWithShape="1">
            <a:gsLst>
              <a:gs pos="0">
                <a:schemeClr val="tx1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31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4774" name="Group 56">
            <a:extLst>
              <a:ext uri="{FF2B5EF4-FFF2-40B4-BE49-F238E27FC236}">
                <a16:creationId xmlns:a16="http://schemas.microsoft.com/office/drawing/2014/main" id="{A463C3A6-982B-459D-A22C-79523B91A398}"/>
              </a:ext>
            </a:extLst>
          </p:cNvPr>
          <p:cNvGrpSpPr>
            <a:grpSpLocks/>
          </p:cNvGrpSpPr>
          <p:nvPr/>
        </p:nvGrpSpPr>
        <p:grpSpPr bwMode="auto">
          <a:xfrm>
            <a:off x="293688" y="4986338"/>
            <a:ext cx="1666875" cy="314325"/>
            <a:chOff x="1614" y="1494"/>
            <a:chExt cx="1050" cy="198"/>
          </a:xfrm>
        </p:grpSpPr>
        <p:sp>
          <p:nvSpPr>
            <p:cNvPr id="74781" name="Rectangle 57">
              <a:extLst>
                <a:ext uri="{FF2B5EF4-FFF2-40B4-BE49-F238E27FC236}">
                  <a16:creationId xmlns:a16="http://schemas.microsoft.com/office/drawing/2014/main" id="{A8B6BC21-9E73-46D6-974E-0174D7E0D1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8" y="1500"/>
              <a:ext cx="168" cy="17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535610" name="Freeform 58">
              <a:extLst>
                <a:ext uri="{FF2B5EF4-FFF2-40B4-BE49-F238E27FC236}">
                  <a16:creationId xmlns:a16="http://schemas.microsoft.com/office/drawing/2014/main" id="{A49EA8E3-DBAC-443F-96C4-D7D0204E5B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" y="1494"/>
              <a:ext cx="896" cy="198"/>
            </a:xfrm>
            <a:custGeom>
              <a:avLst/>
              <a:gdLst>
                <a:gd name="T0" fmla="*/ 18 w 896"/>
                <a:gd name="T1" fmla="*/ 0 h 198"/>
                <a:gd name="T2" fmla="*/ 0 w 896"/>
                <a:gd name="T3" fmla="*/ 96 h 198"/>
                <a:gd name="T4" fmla="*/ 18 w 896"/>
                <a:gd name="T5" fmla="*/ 198 h 198"/>
                <a:gd name="T6" fmla="*/ 774 w 896"/>
                <a:gd name="T7" fmla="*/ 198 h 198"/>
                <a:gd name="T8" fmla="*/ 750 w 896"/>
                <a:gd name="T9" fmla="*/ 90 h 198"/>
                <a:gd name="T10" fmla="*/ 774 w 896"/>
                <a:gd name="T11" fmla="*/ 0 h 198"/>
                <a:gd name="T12" fmla="*/ 18 w 896"/>
                <a:gd name="T13" fmla="*/ 0 h 19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896" h="198">
                  <a:moveTo>
                    <a:pt x="18" y="0"/>
                  </a:moveTo>
                  <a:lnTo>
                    <a:pt x="0" y="96"/>
                  </a:lnTo>
                  <a:lnTo>
                    <a:pt x="18" y="198"/>
                  </a:lnTo>
                  <a:lnTo>
                    <a:pt x="774" y="198"/>
                  </a:lnTo>
                  <a:cubicBezTo>
                    <a:pt x="896" y="180"/>
                    <a:pt x="750" y="123"/>
                    <a:pt x="750" y="90"/>
                  </a:cubicBezTo>
                  <a:cubicBezTo>
                    <a:pt x="750" y="57"/>
                    <a:pt x="896" y="15"/>
                    <a:pt x="774" y="0"/>
                  </a:cubicBezTo>
                  <a:lnTo>
                    <a:pt x="18" y="0"/>
                  </a:lnTo>
                  <a:close/>
                </a:path>
              </a:pathLst>
            </a:custGeom>
            <a:gradFill rotWithShape="1">
              <a:gsLst>
                <a:gs pos="0">
                  <a:schemeClr val="tx1"/>
                </a:gs>
                <a:gs pos="50000">
                  <a:schemeClr val="bg1"/>
                </a:gs>
                <a:gs pos="100000">
                  <a:schemeClr val="tx1"/>
                </a:gs>
              </a:gsLst>
              <a:lin ang="540000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TW" altLang="en-US">
                <a:ea typeface="MS PGothic" panose="020B0600070205080204" pitchFamily="34" charset="-128"/>
              </a:endParaRPr>
            </a:p>
          </p:txBody>
        </p:sp>
        <p:sp>
          <p:nvSpPr>
            <p:cNvPr id="74783" name="Oval 59">
              <a:extLst>
                <a:ext uri="{FF2B5EF4-FFF2-40B4-BE49-F238E27FC236}">
                  <a16:creationId xmlns:a16="http://schemas.microsoft.com/office/drawing/2014/main" id="{74BF61DC-28DA-49E8-8BAC-97FE8FE473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2" y="1506"/>
              <a:ext cx="62" cy="168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74784" name="Line 60">
              <a:extLst>
                <a:ext uri="{FF2B5EF4-FFF2-40B4-BE49-F238E27FC236}">
                  <a16:creationId xmlns:a16="http://schemas.microsoft.com/office/drawing/2014/main" id="{4EB9456B-CAF8-41FC-A256-53DA4D899A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6" y="1584"/>
              <a:ext cx="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74775" name="Freeform 65">
            <a:extLst>
              <a:ext uri="{FF2B5EF4-FFF2-40B4-BE49-F238E27FC236}">
                <a16:creationId xmlns:a16="http://schemas.microsoft.com/office/drawing/2014/main" id="{C2707155-0BA0-4537-A9F9-D4D87A82235D}"/>
              </a:ext>
            </a:extLst>
          </p:cNvPr>
          <p:cNvSpPr>
            <a:spLocks/>
          </p:cNvSpPr>
          <p:nvPr/>
        </p:nvSpPr>
        <p:spPr bwMode="auto">
          <a:xfrm>
            <a:off x="2803525" y="5040313"/>
            <a:ext cx="892175" cy="173037"/>
          </a:xfrm>
          <a:custGeom>
            <a:avLst/>
            <a:gdLst>
              <a:gd name="T0" fmla="*/ 2147483646 w 562"/>
              <a:gd name="T1" fmla="*/ 2147483646 h 266"/>
              <a:gd name="T2" fmla="*/ 2147483646 w 562"/>
              <a:gd name="T3" fmla="*/ 2147483646 h 266"/>
              <a:gd name="T4" fmla="*/ 2147483646 w 562"/>
              <a:gd name="T5" fmla="*/ 2147483646 h 266"/>
              <a:gd name="T6" fmla="*/ 2147483646 w 562"/>
              <a:gd name="T7" fmla="*/ 0 h 266"/>
              <a:gd name="T8" fmla="*/ 2147483646 w 562"/>
              <a:gd name="T9" fmla="*/ 2147483646 h 266"/>
              <a:gd name="T10" fmla="*/ 2147483646 w 562"/>
              <a:gd name="T11" fmla="*/ 2147483646 h 266"/>
              <a:gd name="T12" fmla="*/ 2147483646 w 562"/>
              <a:gd name="T13" fmla="*/ 2147483646 h 266"/>
              <a:gd name="T14" fmla="*/ 2147483646 w 562"/>
              <a:gd name="T15" fmla="*/ 2147483646 h 266"/>
              <a:gd name="T16" fmla="*/ 2147483646 w 562"/>
              <a:gd name="T17" fmla="*/ 2147483646 h 266"/>
              <a:gd name="T18" fmla="*/ 2147483646 w 562"/>
              <a:gd name="T19" fmla="*/ 2147483646 h 266"/>
              <a:gd name="T20" fmla="*/ 2147483646 w 562"/>
              <a:gd name="T21" fmla="*/ 2147483646 h 26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562"/>
              <a:gd name="T34" fmla="*/ 0 h 266"/>
              <a:gd name="T35" fmla="*/ 562 w 562"/>
              <a:gd name="T36" fmla="*/ 266 h 26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562" h="266">
                <a:moveTo>
                  <a:pt x="4" y="264"/>
                </a:moveTo>
                <a:cubicBezTo>
                  <a:pt x="4" y="212"/>
                  <a:pt x="0" y="4"/>
                  <a:pt x="52" y="6"/>
                </a:cubicBezTo>
                <a:cubicBezTo>
                  <a:pt x="106" y="4"/>
                  <a:pt x="58" y="266"/>
                  <a:pt x="108" y="266"/>
                </a:cubicBezTo>
                <a:cubicBezTo>
                  <a:pt x="158" y="266"/>
                  <a:pt x="126" y="0"/>
                  <a:pt x="174" y="0"/>
                </a:cubicBezTo>
                <a:cubicBezTo>
                  <a:pt x="222" y="0"/>
                  <a:pt x="184" y="266"/>
                  <a:pt x="228" y="264"/>
                </a:cubicBezTo>
                <a:cubicBezTo>
                  <a:pt x="272" y="262"/>
                  <a:pt x="244" y="8"/>
                  <a:pt x="288" y="8"/>
                </a:cubicBezTo>
                <a:cubicBezTo>
                  <a:pt x="332" y="8"/>
                  <a:pt x="304" y="266"/>
                  <a:pt x="354" y="266"/>
                </a:cubicBezTo>
                <a:cubicBezTo>
                  <a:pt x="404" y="266"/>
                  <a:pt x="336" y="8"/>
                  <a:pt x="402" y="8"/>
                </a:cubicBezTo>
                <a:cubicBezTo>
                  <a:pt x="468" y="8"/>
                  <a:pt x="416" y="266"/>
                  <a:pt x="464" y="264"/>
                </a:cubicBezTo>
                <a:cubicBezTo>
                  <a:pt x="512" y="262"/>
                  <a:pt x="450" y="4"/>
                  <a:pt x="506" y="6"/>
                </a:cubicBezTo>
                <a:cubicBezTo>
                  <a:pt x="562" y="8"/>
                  <a:pt x="546" y="192"/>
                  <a:pt x="556" y="266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4776" name="Freeform 66">
            <a:extLst>
              <a:ext uri="{FF2B5EF4-FFF2-40B4-BE49-F238E27FC236}">
                <a16:creationId xmlns:a16="http://schemas.microsoft.com/office/drawing/2014/main" id="{80FA007D-B6C8-4CD0-BDFA-5CF013561226}"/>
              </a:ext>
            </a:extLst>
          </p:cNvPr>
          <p:cNvSpPr>
            <a:spLocks/>
          </p:cNvSpPr>
          <p:nvPr/>
        </p:nvSpPr>
        <p:spPr bwMode="auto">
          <a:xfrm>
            <a:off x="2846388" y="4270375"/>
            <a:ext cx="427037" cy="219075"/>
          </a:xfrm>
          <a:custGeom>
            <a:avLst/>
            <a:gdLst>
              <a:gd name="T0" fmla="*/ 2147483646 w 562"/>
              <a:gd name="T1" fmla="*/ 2147483646 h 266"/>
              <a:gd name="T2" fmla="*/ 2147483646 w 562"/>
              <a:gd name="T3" fmla="*/ 2147483646 h 266"/>
              <a:gd name="T4" fmla="*/ 2147483646 w 562"/>
              <a:gd name="T5" fmla="*/ 2147483646 h 266"/>
              <a:gd name="T6" fmla="*/ 2147483646 w 562"/>
              <a:gd name="T7" fmla="*/ 0 h 266"/>
              <a:gd name="T8" fmla="*/ 2147483646 w 562"/>
              <a:gd name="T9" fmla="*/ 2147483646 h 266"/>
              <a:gd name="T10" fmla="*/ 2147483646 w 562"/>
              <a:gd name="T11" fmla="*/ 2147483646 h 266"/>
              <a:gd name="T12" fmla="*/ 2147483646 w 562"/>
              <a:gd name="T13" fmla="*/ 2147483646 h 266"/>
              <a:gd name="T14" fmla="*/ 2147483646 w 562"/>
              <a:gd name="T15" fmla="*/ 2147483646 h 266"/>
              <a:gd name="T16" fmla="*/ 2147483646 w 562"/>
              <a:gd name="T17" fmla="*/ 2147483646 h 266"/>
              <a:gd name="T18" fmla="*/ 2147483646 w 562"/>
              <a:gd name="T19" fmla="*/ 2147483646 h 266"/>
              <a:gd name="T20" fmla="*/ 2147483646 w 562"/>
              <a:gd name="T21" fmla="*/ 2147483646 h 26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562"/>
              <a:gd name="T34" fmla="*/ 0 h 266"/>
              <a:gd name="T35" fmla="*/ 562 w 562"/>
              <a:gd name="T36" fmla="*/ 266 h 26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562" h="266">
                <a:moveTo>
                  <a:pt x="4" y="264"/>
                </a:moveTo>
                <a:cubicBezTo>
                  <a:pt x="4" y="212"/>
                  <a:pt x="0" y="4"/>
                  <a:pt x="52" y="6"/>
                </a:cubicBezTo>
                <a:cubicBezTo>
                  <a:pt x="106" y="4"/>
                  <a:pt x="58" y="266"/>
                  <a:pt x="108" y="266"/>
                </a:cubicBezTo>
                <a:cubicBezTo>
                  <a:pt x="158" y="266"/>
                  <a:pt x="126" y="0"/>
                  <a:pt x="174" y="0"/>
                </a:cubicBezTo>
                <a:cubicBezTo>
                  <a:pt x="222" y="0"/>
                  <a:pt x="184" y="266"/>
                  <a:pt x="228" y="264"/>
                </a:cubicBezTo>
                <a:cubicBezTo>
                  <a:pt x="272" y="262"/>
                  <a:pt x="244" y="8"/>
                  <a:pt x="288" y="8"/>
                </a:cubicBezTo>
                <a:cubicBezTo>
                  <a:pt x="332" y="8"/>
                  <a:pt x="304" y="266"/>
                  <a:pt x="354" y="266"/>
                </a:cubicBezTo>
                <a:cubicBezTo>
                  <a:pt x="404" y="266"/>
                  <a:pt x="336" y="8"/>
                  <a:pt x="402" y="8"/>
                </a:cubicBezTo>
                <a:cubicBezTo>
                  <a:pt x="468" y="8"/>
                  <a:pt x="416" y="266"/>
                  <a:pt x="464" y="264"/>
                </a:cubicBezTo>
                <a:cubicBezTo>
                  <a:pt x="512" y="262"/>
                  <a:pt x="450" y="4"/>
                  <a:pt x="506" y="6"/>
                </a:cubicBezTo>
                <a:cubicBezTo>
                  <a:pt x="562" y="8"/>
                  <a:pt x="546" y="192"/>
                  <a:pt x="556" y="266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4777" name="Freeform 68">
            <a:extLst>
              <a:ext uri="{FF2B5EF4-FFF2-40B4-BE49-F238E27FC236}">
                <a16:creationId xmlns:a16="http://schemas.microsoft.com/office/drawing/2014/main" id="{EF397C56-600B-437F-992A-731FDA31AD15}"/>
              </a:ext>
            </a:extLst>
          </p:cNvPr>
          <p:cNvSpPr>
            <a:spLocks/>
          </p:cNvSpPr>
          <p:nvPr/>
        </p:nvSpPr>
        <p:spPr bwMode="auto">
          <a:xfrm>
            <a:off x="2755900" y="6069013"/>
            <a:ext cx="989013" cy="185737"/>
          </a:xfrm>
          <a:custGeom>
            <a:avLst/>
            <a:gdLst>
              <a:gd name="T0" fmla="*/ 2147483646 w 623"/>
              <a:gd name="T1" fmla="*/ 2147483646 h 117"/>
              <a:gd name="T2" fmla="*/ 2147483646 w 623"/>
              <a:gd name="T3" fmla="*/ 2147483646 h 117"/>
              <a:gd name="T4" fmla="*/ 2147483646 w 623"/>
              <a:gd name="T5" fmla="*/ 2147483646 h 117"/>
              <a:gd name="T6" fmla="*/ 2147483646 w 623"/>
              <a:gd name="T7" fmla="*/ 0 h 117"/>
              <a:gd name="T8" fmla="*/ 2147483646 w 623"/>
              <a:gd name="T9" fmla="*/ 2147483646 h 117"/>
              <a:gd name="T10" fmla="*/ 2147483646 w 623"/>
              <a:gd name="T11" fmla="*/ 2147483646 h 117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623"/>
              <a:gd name="T19" fmla="*/ 0 h 117"/>
              <a:gd name="T20" fmla="*/ 623 w 623"/>
              <a:gd name="T21" fmla="*/ 117 h 117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623" h="117">
                <a:moveTo>
                  <a:pt x="20" y="113"/>
                </a:moveTo>
                <a:cubicBezTo>
                  <a:pt x="44" y="68"/>
                  <a:pt x="0" y="1"/>
                  <a:pt x="114" y="2"/>
                </a:cubicBezTo>
                <a:cubicBezTo>
                  <a:pt x="233" y="1"/>
                  <a:pt x="144" y="114"/>
                  <a:pt x="256" y="114"/>
                </a:cubicBezTo>
                <a:cubicBezTo>
                  <a:pt x="368" y="114"/>
                  <a:pt x="288" y="0"/>
                  <a:pt x="394" y="0"/>
                </a:cubicBezTo>
                <a:cubicBezTo>
                  <a:pt x="500" y="0"/>
                  <a:pt x="421" y="117"/>
                  <a:pt x="522" y="116"/>
                </a:cubicBezTo>
                <a:cubicBezTo>
                  <a:pt x="623" y="115"/>
                  <a:pt x="570" y="64"/>
                  <a:pt x="616" y="1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4778" name="Text Box 69">
            <a:extLst>
              <a:ext uri="{FF2B5EF4-FFF2-40B4-BE49-F238E27FC236}">
                <a16:creationId xmlns:a16="http://schemas.microsoft.com/office/drawing/2014/main" id="{3B2E45AA-FFE1-4590-9608-555BCE4E4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913" y="5699125"/>
            <a:ext cx="1289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0">
                <a:latin typeface="Arial" panose="020B0604020202020204" pitchFamily="34" charset="0"/>
              </a:rPr>
              <a:t>FDM cable</a:t>
            </a:r>
          </a:p>
        </p:txBody>
      </p:sp>
      <p:pic>
        <p:nvPicPr>
          <p:cNvPr id="74779" name="Picture 73" descr="underline_base">
            <a:extLst>
              <a:ext uri="{FF2B5EF4-FFF2-40B4-BE49-F238E27FC236}">
                <a16:creationId xmlns:a16="http://schemas.microsoft.com/office/drawing/2014/main" id="{62A5A582-0449-4593-BED7-F8C5880C0B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1003300"/>
            <a:ext cx="8228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56" name="Rectangle 74">
            <a:extLst>
              <a:ext uri="{FF2B5EF4-FFF2-40B4-BE49-F238E27FC236}">
                <a16:creationId xmlns:a16="http://schemas.microsoft.com/office/drawing/2014/main" id="{E6DA1E0D-C84B-499C-8D7B-235DC2CDEF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0188" y="206375"/>
            <a:ext cx="8629650" cy="11430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ea typeface="ＭＳ Ｐゴシック" charset="0"/>
                <a:cs typeface="+mj-cs"/>
              </a:rPr>
              <a:t>Channel partitioning MAC protocols: FDMA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Footer Placeholder 4">
            <a:extLst>
              <a:ext uri="{FF2B5EF4-FFF2-40B4-BE49-F238E27FC236}">
                <a16:creationId xmlns:a16="http://schemas.microsoft.com/office/drawing/2014/main" id="{E3EA75A5-D580-4F1B-B661-4D45965F4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76803" name="Slide Number Placeholder 5">
            <a:extLst>
              <a:ext uri="{FF2B5EF4-FFF2-40B4-BE49-F238E27FC236}">
                <a16:creationId xmlns:a16="http://schemas.microsoft.com/office/drawing/2014/main" id="{740038B4-DE9C-46D9-BD6D-ABEA1A12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D4BCEFF1-3DDD-4F5C-ACBB-AEFC2987780F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23556" name="Rectangle 2">
            <a:extLst>
              <a:ext uri="{FF2B5EF4-FFF2-40B4-BE49-F238E27FC236}">
                <a16:creationId xmlns:a16="http://schemas.microsoft.com/office/drawing/2014/main" id="{7B931D21-D9D5-4028-9689-5281A55AAF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Random access protocols</a:t>
            </a:r>
          </a:p>
        </p:txBody>
      </p:sp>
      <p:sp>
        <p:nvSpPr>
          <p:cNvPr id="76805" name="Rectangle 3">
            <a:extLst>
              <a:ext uri="{FF2B5EF4-FFF2-40B4-BE49-F238E27FC236}">
                <a16:creationId xmlns:a16="http://schemas.microsoft.com/office/drawing/2014/main" id="{1DF8A6C9-02E7-4241-9D91-CAC1C60D95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544638"/>
            <a:ext cx="7772400" cy="4648200"/>
          </a:xfrm>
        </p:spPr>
        <p:txBody>
          <a:bodyPr/>
          <a:lstStyle/>
          <a:p>
            <a:pPr>
              <a:lnSpc>
                <a:spcPct val="75000"/>
              </a:lnSpc>
            </a:pPr>
            <a:r>
              <a:rPr lang="en-US" altLang="zh-TW" dirty="0"/>
              <a:t>when node has packet to send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transmit at full channel data rate R.</a:t>
            </a:r>
          </a:p>
          <a:p>
            <a:pPr lvl="1">
              <a:lnSpc>
                <a:spcPct val="75000"/>
              </a:lnSpc>
            </a:pPr>
            <a:r>
              <a:rPr lang="en-US" altLang="zh-TW" dirty="0">
                <a:solidFill>
                  <a:srgbClr val="0070C0"/>
                </a:solidFill>
              </a:rPr>
              <a:t>no </a:t>
            </a:r>
            <a:r>
              <a:rPr lang="en-US" altLang="zh-TW" i="1" dirty="0">
                <a:solidFill>
                  <a:srgbClr val="0070C0"/>
                </a:solidFill>
              </a:rPr>
              <a:t>a priori</a:t>
            </a:r>
            <a:r>
              <a:rPr lang="en-US" altLang="zh-TW" dirty="0">
                <a:solidFill>
                  <a:srgbClr val="0070C0"/>
                </a:solidFill>
              </a:rPr>
              <a:t> coordination among nodes</a:t>
            </a:r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0070C0"/>
                </a:solidFill>
              </a:rPr>
              <a:t>two or more transmitting nodes </a:t>
            </a:r>
            <a:r>
              <a:rPr lang="en-US" altLang="zh-TW" dirty="0">
                <a:solidFill>
                  <a:srgbClr val="0070C0"/>
                </a:solidFill>
                <a:latin typeface="MS Mincho" panose="02020609040205080304" pitchFamily="49" charset="-128"/>
                <a:ea typeface="MS Mincho" panose="02020609040205080304" pitchFamily="49" charset="-128"/>
              </a:rPr>
              <a:t>➜</a:t>
            </a:r>
            <a:r>
              <a:rPr lang="en-US" altLang="zh-TW" dirty="0">
                <a:solidFill>
                  <a:srgbClr val="0070C0"/>
                </a:solidFill>
              </a:rPr>
              <a:t> </a:t>
            </a:r>
            <a:r>
              <a:rPr lang="ja-JP" altLang="en-US" dirty="0">
                <a:solidFill>
                  <a:srgbClr val="0070C0"/>
                </a:solidFill>
              </a:rPr>
              <a:t>“</a:t>
            </a:r>
            <a:r>
              <a:rPr lang="en-US" altLang="ja-JP" dirty="0">
                <a:solidFill>
                  <a:srgbClr val="0070C0"/>
                </a:solidFill>
              </a:rPr>
              <a:t>collision</a:t>
            </a:r>
            <a:r>
              <a:rPr lang="ja-JP" altLang="en-US" dirty="0">
                <a:solidFill>
                  <a:srgbClr val="0070C0"/>
                </a:solidFill>
              </a:rPr>
              <a:t>”</a:t>
            </a:r>
            <a:endParaRPr lang="en-US" altLang="ja-JP" dirty="0"/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CC0000"/>
                </a:solidFill>
              </a:rPr>
              <a:t>random access MAC protocol</a:t>
            </a:r>
            <a:r>
              <a:rPr lang="en-US" altLang="zh-TW" dirty="0"/>
              <a:t> specifies: 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how to detect collisions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how to recover from collisions (e.g., via delayed retransmissions)</a:t>
            </a:r>
          </a:p>
          <a:p>
            <a:pPr>
              <a:lnSpc>
                <a:spcPct val="75000"/>
              </a:lnSpc>
            </a:pPr>
            <a:r>
              <a:rPr lang="en-US" altLang="zh-TW" dirty="0"/>
              <a:t>examples of random access MAC protocols: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slotted ALOHA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ALOHA</a:t>
            </a:r>
          </a:p>
          <a:p>
            <a:pPr lvl="1">
              <a:lnSpc>
                <a:spcPct val="75000"/>
              </a:lnSpc>
            </a:pPr>
            <a:r>
              <a:rPr lang="en-US" altLang="zh-TW" dirty="0"/>
              <a:t>CSMA, CSMA/CD, CSMA/CA</a:t>
            </a:r>
          </a:p>
        </p:txBody>
      </p:sp>
      <p:pic>
        <p:nvPicPr>
          <p:cNvPr id="76806" name="Picture 4" descr="underline_base">
            <a:extLst>
              <a:ext uri="{FF2B5EF4-FFF2-40B4-BE49-F238E27FC236}">
                <a16:creationId xmlns:a16="http://schemas.microsoft.com/office/drawing/2014/main" id="{3E9092EB-F648-46C5-AB0B-5D6E92746EA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" y="1039813"/>
            <a:ext cx="5942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Footer Placeholder 5">
            <a:extLst>
              <a:ext uri="{FF2B5EF4-FFF2-40B4-BE49-F238E27FC236}">
                <a16:creationId xmlns:a16="http://schemas.microsoft.com/office/drawing/2014/main" id="{4133CB78-9A98-46A1-AF87-1066F7D46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78851" name="Slide Number Placeholder 6">
            <a:extLst>
              <a:ext uri="{FF2B5EF4-FFF2-40B4-BE49-F238E27FC236}">
                <a16:creationId xmlns:a16="http://schemas.microsoft.com/office/drawing/2014/main" id="{8EF225C4-606A-4F5C-AADA-4EAA5776C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CC2E7755-8A80-419F-8DBF-368AF89923F2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24580" name="Rectangle 2">
            <a:extLst>
              <a:ext uri="{FF2B5EF4-FFF2-40B4-BE49-F238E27FC236}">
                <a16:creationId xmlns:a16="http://schemas.microsoft.com/office/drawing/2014/main" id="{86BD131A-61BA-4B75-AB0F-C7543F5972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6363"/>
            <a:ext cx="4954588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Slotted </a:t>
            </a:r>
            <a:r>
              <a:rPr lang="en-US" sz="4000" dirty="0">
                <a:ea typeface="ＭＳ Ｐゴシック" charset="0"/>
                <a:cs typeface="+mj-cs"/>
              </a:rPr>
              <a:t>ALOHA</a:t>
            </a:r>
          </a:p>
        </p:txBody>
      </p:sp>
      <p:sp>
        <p:nvSpPr>
          <p:cNvPr id="24581" name="Rectangle 3">
            <a:extLst>
              <a:ext uri="{FF2B5EF4-FFF2-40B4-BE49-F238E27FC236}">
                <a16:creationId xmlns:a16="http://schemas.microsoft.com/office/drawing/2014/main" id="{CB3DA35C-8475-4DFB-B46A-98861BBD404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54038" y="1522413"/>
            <a:ext cx="3989387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assumptions: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all frames same size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time divided into equal size slots (time to transmit 1 frame)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nodes start to transmit only slot beginning 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nodes are </a:t>
            </a:r>
            <a:r>
              <a:rPr lang="en-US" sz="2400" dirty="0">
                <a:solidFill>
                  <a:srgbClr val="0070C0"/>
                </a:solidFill>
                <a:ea typeface="ＭＳ Ｐゴシック" charset="0"/>
                <a:cs typeface="+mn-cs"/>
              </a:rPr>
              <a:t>synchronized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if 2 or more nodes transmit in slot, all nodes detect collision</a:t>
            </a:r>
          </a:p>
        </p:txBody>
      </p:sp>
      <p:sp>
        <p:nvSpPr>
          <p:cNvPr id="311300" name="Rectangle 4">
            <a:extLst>
              <a:ext uri="{FF2B5EF4-FFF2-40B4-BE49-F238E27FC236}">
                <a16:creationId xmlns:a16="http://schemas.microsoft.com/office/drawing/2014/main" id="{E561464D-BA79-4160-AF5D-4E854615B22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1500188"/>
            <a:ext cx="4332288" cy="4648200"/>
          </a:xfrm>
        </p:spPr>
        <p:txBody>
          <a:bodyPr/>
          <a:lstStyle/>
          <a:p>
            <a:pPr>
              <a:lnSpc>
                <a:spcPct val="90000"/>
              </a:lnSpc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operation: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when node obtains fresh frame, transmits in next slot</a:t>
            </a:r>
          </a:p>
          <a:p>
            <a:pPr lvl="1">
              <a:lnSpc>
                <a:spcPct val="90000"/>
              </a:lnSpc>
              <a:buFont typeface="Wingdings" charset="0"/>
              <a:buChar char="§"/>
              <a:defRPr/>
            </a:pPr>
            <a:r>
              <a:rPr lang="en-US" i="1" dirty="0">
                <a:solidFill>
                  <a:srgbClr val="0070C0"/>
                </a:solidFill>
                <a:ea typeface="ＭＳ Ｐゴシック" charset="0"/>
              </a:rPr>
              <a:t>if no collision</a:t>
            </a:r>
            <a:r>
              <a:rPr lang="en-US" i="1" dirty="0">
                <a:ea typeface="ＭＳ Ｐゴシック" charset="0"/>
              </a:rPr>
              <a:t>:</a:t>
            </a:r>
            <a:r>
              <a:rPr lang="en-US" dirty="0">
                <a:ea typeface="ＭＳ Ｐゴシック" charset="0"/>
              </a:rPr>
              <a:t> node can send new frame in next slot</a:t>
            </a:r>
          </a:p>
          <a:p>
            <a:pPr lvl="1">
              <a:lnSpc>
                <a:spcPct val="90000"/>
              </a:lnSpc>
              <a:buFont typeface="Wingdings" charset="0"/>
              <a:buChar char="§"/>
              <a:defRPr/>
            </a:pPr>
            <a:r>
              <a:rPr lang="en-US" i="1" dirty="0">
                <a:solidFill>
                  <a:srgbClr val="0070C0"/>
                </a:solidFill>
                <a:ea typeface="ＭＳ Ｐゴシック" charset="0"/>
              </a:rPr>
              <a:t>if collision</a:t>
            </a:r>
            <a:r>
              <a:rPr lang="en-US" i="1" dirty="0">
                <a:ea typeface="ＭＳ Ｐゴシック" charset="0"/>
              </a:rPr>
              <a:t>:</a:t>
            </a:r>
            <a:r>
              <a:rPr lang="en-US" dirty="0">
                <a:ea typeface="ＭＳ Ｐゴシック" charset="0"/>
              </a:rPr>
              <a:t> node retransmits frame in each subsequent slot with </a:t>
            </a:r>
            <a:r>
              <a:rPr lang="en-US" dirty="0">
                <a:solidFill>
                  <a:srgbClr val="FF0000"/>
                </a:solidFill>
                <a:ea typeface="ＭＳ Ｐゴシック" charset="0"/>
              </a:rPr>
              <a:t>probability p </a:t>
            </a:r>
            <a:r>
              <a:rPr lang="en-US" dirty="0">
                <a:ea typeface="ＭＳ Ｐゴシック" charset="0"/>
              </a:rPr>
              <a:t>until success</a:t>
            </a:r>
          </a:p>
        </p:txBody>
      </p:sp>
      <p:pic>
        <p:nvPicPr>
          <p:cNvPr id="78855" name="Picture 7" descr="underline_base">
            <a:extLst>
              <a:ext uri="{FF2B5EF4-FFF2-40B4-BE49-F238E27FC236}">
                <a16:creationId xmlns:a16="http://schemas.microsoft.com/office/drawing/2014/main" id="{A49A5816-D6E9-4499-A4BC-15B4E45408A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00" y="920750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30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Footer Placeholder 5">
            <a:extLst>
              <a:ext uri="{FF2B5EF4-FFF2-40B4-BE49-F238E27FC236}">
                <a16:creationId xmlns:a16="http://schemas.microsoft.com/office/drawing/2014/main" id="{8D52380A-4B54-4A75-A47B-D1C46405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80899" name="Slide Number Placeholder 6">
            <a:extLst>
              <a:ext uri="{FF2B5EF4-FFF2-40B4-BE49-F238E27FC236}">
                <a16:creationId xmlns:a16="http://schemas.microsoft.com/office/drawing/2014/main" id="{E8E82A6D-BC81-4D6D-981C-23E68C6FE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82922082-F04C-43A7-B2C8-4D42566D2A1E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80900" name="Rectangle 3">
            <a:extLst>
              <a:ext uri="{FF2B5EF4-FFF2-40B4-BE49-F238E27FC236}">
                <a16:creationId xmlns:a16="http://schemas.microsoft.com/office/drawing/2014/main" id="{3B25DB24-697F-4C87-B93A-2EC8C58409F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3335338"/>
            <a:ext cx="3810000" cy="32035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Pros:</a:t>
            </a:r>
          </a:p>
          <a:p>
            <a:r>
              <a:rPr lang="en-US" altLang="zh-TW" sz="2400" dirty="0"/>
              <a:t>single active node can continuously transmit at full rate of channel</a:t>
            </a:r>
          </a:p>
          <a:p>
            <a:r>
              <a:rPr lang="en-US" altLang="zh-TW" sz="2400" dirty="0"/>
              <a:t>highly decentralized: only slots in nodes need to be in sync</a:t>
            </a:r>
          </a:p>
          <a:p>
            <a:r>
              <a:rPr lang="en-US" altLang="zh-TW" sz="2400" dirty="0">
                <a:solidFill>
                  <a:srgbClr val="0070C0"/>
                </a:solidFill>
              </a:rPr>
              <a:t>simple</a:t>
            </a:r>
          </a:p>
          <a:p>
            <a:endParaRPr lang="en-US" altLang="zh-TW" sz="2400" dirty="0"/>
          </a:p>
        </p:txBody>
      </p:sp>
      <p:sp>
        <p:nvSpPr>
          <p:cNvPr id="25605" name="Rectangle 4">
            <a:extLst>
              <a:ext uri="{FF2B5EF4-FFF2-40B4-BE49-F238E27FC236}">
                <a16:creationId xmlns:a16="http://schemas.microsoft.com/office/drawing/2014/main" id="{E93E3575-9176-4A99-A36B-777EC2029D6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95800" y="3313113"/>
            <a:ext cx="3810000" cy="3200400"/>
          </a:xfrm>
        </p:spPr>
        <p:txBody>
          <a:bodyPr/>
          <a:lstStyle/>
          <a:p>
            <a:pPr>
              <a:lnSpc>
                <a:spcPct val="90000"/>
              </a:lnSpc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ea typeface="ＭＳ Ｐゴシック" charset="0"/>
                <a:cs typeface="+mn-cs"/>
              </a:rPr>
              <a:t>Cons: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collisions, wasting slots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idle slots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solidFill>
                  <a:srgbClr val="0070C0"/>
                </a:solidFill>
                <a:ea typeface="ＭＳ Ｐゴシック" charset="0"/>
                <a:cs typeface="+mn-cs"/>
              </a:rPr>
              <a:t>clock synchronization</a:t>
            </a:r>
          </a:p>
        </p:txBody>
      </p:sp>
      <p:sp>
        <p:nvSpPr>
          <p:cNvPr id="25606" name="Rectangle 5">
            <a:extLst>
              <a:ext uri="{FF2B5EF4-FFF2-40B4-BE49-F238E27FC236}">
                <a16:creationId xmlns:a16="http://schemas.microsoft.com/office/drawing/2014/main" id="{1AE2B3D6-E758-407D-A4FD-92380D518C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6363"/>
            <a:ext cx="4954588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Slotted </a:t>
            </a:r>
            <a:r>
              <a:rPr lang="en-US" sz="4000" dirty="0">
                <a:ea typeface="ＭＳ Ｐゴシック" charset="0"/>
                <a:cs typeface="+mj-cs"/>
              </a:rPr>
              <a:t>ALOHA</a:t>
            </a:r>
          </a:p>
        </p:txBody>
      </p:sp>
      <p:pic>
        <p:nvPicPr>
          <p:cNvPr id="80903" name="Picture 6" descr="underline_base">
            <a:extLst>
              <a:ext uri="{FF2B5EF4-FFF2-40B4-BE49-F238E27FC236}">
                <a16:creationId xmlns:a16="http://schemas.microsoft.com/office/drawing/2014/main" id="{184F86FD-E50B-41A2-9953-A4DD9063B8F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00" y="920750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0904" name="Group 64">
            <a:extLst>
              <a:ext uri="{FF2B5EF4-FFF2-40B4-BE49-F238E27FC236}">
                <a16:creationId xmlns:a16="http://schemas.microsoft.com/office/drawing/2014/main" id="{7CA39500-BEBA-4139-AAD5-FFCD19A1476E}"/>
              </a:ext>
            </a:extLst>
          </p:cNvPr>
          <p:cNvGrpSpPr>
            <a:grpSpLocks/>
          </p:cNvGrpSpPr>
          <p:nvPr/>
        </p:nvGrpSpPr>
        <p:grpSpPr bwMode="auto">
          <a:xfrm>
            <a:off x="1028700" y="1350963"/>
            <a:ext cx="6053138" cy="1938337"/>
            <a:chOff x="648" y="899"/>
            <a:chExt cx="3813" cy="1221"/>
          </a:xfrm>
        </p:grpSpPr>
        <p:grpSp>
          <p:nvGrpSpPr>
            <p:cNvPr id="80905" name="Group 9">
              <a:extLst>
                <a:ext uri="{FF2B5EF4-FFF2-40B4-BE49-F238E27FC236}">
                  <a16:creationId xmlns:a16="http://schemas.microsoft.com/office/drawing/2014/main" id="{C7563DE2-298D-4917-8A88-E69B90CAD8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3" y="899"/>
              <a:ext cx="283" cy="192"/>
              <a:chOff x="1185" y="903"/>
              <a:chExt cx="283" cy="192"/>
            </a:xfrm>
          </p:grpSpPr>
          <p:sp>
            <p:nvSpPr>
              <p:cNvPr id="80956" name="Rectangle 7">
                <a:extLst>
                  <a:ext uri="{FF2B5EF4-FFF2-40B4-BE49-F238E27FC236}">
                    <a16:creationId xmlns:a16="http://schemas.microsoft.com/office/drawing/2014/main" id="{63139D28-34AF-4D7B-925C-939952F196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5" y="924"/>
                <a:ext cx="283" cy="169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57" name="Text Box 8">
                <a:extLst>
                  <a:ext uri="{FF2B5EF4-FFF2-40B4-BE49-F238E27FC236}">
                    <a16:creationId xmlns:a16="http://schemas.microsoft.com/office/drawing/2014/main" id="{31B2D399-1F02-4BDE-9E85-8815C9AE07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36" y="903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80906" name="Group 10">
              <a:extLst>
                <a:ext uri="{FF2B5EF4-FFF2-40B4-BE49-F238E27FC236}">
                  <a16:creationId xmlns:a16="http://schemas.microsoft.com/office/drawing/2014/main" id="{E40B4E00-AC84-4F76-B7CF-1F123448A2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1" y="901"/>
              <a:ext cx="283" cy="192"/>
              <a:chOff x="1185" y="903"/>
              <a:chExt cx="283" cy="192"/>
            </a:xfrm>
          </p:grpSpPr>
          <p:sp>
            <p:nvSpPr>
              <p:cNvPr id="80954" name="Rectangle 11">
                <a:extLst>
                  <a:ext uri="{FF2B5EF4-FFF2-40B4-BE49-F238E27FC236}">
                    <a16:creationId xmlns:a16="http://schemas.microsoft.com/office/drawing/2014/main" id="{E887E0A1-74DD-47F8-8ACC-262DA9ED91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5" y="924"/>
                <a:ext cx="283" cy="169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55" name="Text Box 12">
                <a:extLst>
                  <a:ext uri="{FF2B5EF4-FFF2-40B4-BE49-F238E27FC236}">
                    <a16:creationId xmlns:a16="http://schemas.microsoft.com/office/drawing/2014/main" id="{6B30B846-6787-4436-BD85-94DC9D4E2B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36" y="903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80907" name="Group 13">
              <a:extLst>
                <a:ext uri="{FF2B5EF4-FFF2-40B4-BE49-F238E27FC236}">
                  <a16:creationId xmlns:a16="http://schemas.microsoft.com/office/drawing/2014/main" id="{EC35FAFF-3662-4104-BBCE-B54E699060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79" y="902"/>
              <a:ext cx="283" cy="192"/>
              <a:chOff x="1185" y="903"/>
              <a:chExt cx="283" cy="192"/>
            </a:xfrm>
          </p:grpSpPr>
          <p:sp>
            <p:nvSpPr>
              <p:cNvPr id="80952" name="Rectangle 14">
                <a:extLst>
                  <a:ext uri="{FF2B5EF4-FFF2-40B4-BE49-F238E27FC236}">
                    <a16:creationId xmlns:a16="http://schemas.microsoft.com/office/drawing/2014/main" id="{CBCDE1A0-A53D-4D6A-9A3F-8B9C8B7E3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5" y="924"/>
                <a:ext cx="283" cy="169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53" name="Text Box 15">
                <a:extLst>
                  <a:ext uri="{FF2B5EF4-FFF2-40B4-BE49-F238E27FC236}">
                    <a16:creationId xmlns:a16="http://schemas.microsoft.com/office/drawing/2014/main" id="{5E8B741C-44B2-4F60-9DAC-BA9B3D6C98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36" y="903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80908" name="Group 16">
              <a:extLst>
                <a:ext uri="{FF2B5EF4-FFF2-40B4-BE49-F238E27FC236}">
                  <a16:creationId xmlns:a16="http://schemas.microsoft.com/office/drawing/2014/main" id="{852A1DAB-5AF6-4C08-9F41-3D01462D7A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19" y="899"/>
              <a:ext cx="283" cy="192"/>
              <a:chOff x="1185" y="903"/>
              <a:chExt cx="283" cy="192"/>
            </a:xfrm>
          </p:grpSpPr>
          <p:sp>
            <p:nvSpPr>
              <p:cNvPr id="80950" name="Rectangle 17">
                <a:extLst>
                  <a:ext uri="{FF2B5EF4-FFF2-40B4-BE49-F238E27FC236}">
                    <a16:creationId xmlns:a16="http://schemas.microsoft.com/office/drawing/2014/main" id="{765101C4-0A89-4C5D-B83F-A8F9E4563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5" y="924"/>
                <a:ext cx="283" cy="169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51" name="Text Box 18">
                <a:extLst>
                  <a:ext uri="{FF2B5EF4-FFF2-40B4-BE49-F238E27FC236}">
                    <a16:creationId xmlns:a16="http://schemas.microsoft.com/office/drawing/2014/main" id="{52799FE7-3016-47F5-AAB6-2DEE6B52DCF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36" y="903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80909" name="Group 24">
              <a:extLst>
                <a:ext uri="{FF2B5EF4-FFF2-40B4-BE49-F238E27FC236}">
                  <a16:creationId xmlns:a16="http://schemas.microsoft.com/office/drawing/2014/main" id="{F854477D-DA89-4EAD-90B6-45C4AF6007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4" y="1225"/>
              <a:ext cx="283" cy="192"/>
              <a:chOff x="4584" y="1229"/>
              <a:chExt cx="283" cy="192"/>
            </a:xfrm>
          </p:grpSpPr>
          <p:sp>
            <p:nvSpPr>
              <p:cNvPr id="80948" name="Rectangle 20">
                <a:extLst>
                  <a:ext uri="{FF2B5EF4-FFF2-40B4-BE49-F238E27FC236}">
                    <a16:creationId xmlns:a16="http://schemas.microsoft.com/office/drawing/2014/main" id="{A93B8BF6-F899-4CDB-A91E-FD6E4F5BDF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84" y="1247"/>
                <a:ext cx="283" cy="169"/>
              </a:xfrm>
              <a:prstGeom prst="rect">
                <a:avLst/>
              </a:prstGeom>
              <a:solidFill>
                <a:srgbClr val="33CC3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49" name="Text Box 21">
                <a:extLst>
                  <a:ext uri="{FF2B5EF4-FFF2-40B4-BE49-F238E27FC236}">
                    <a16:creationId xmlns:a16="http://schemas.microsoft.com/office/drawing/2014/main" id="{DDCE9CB2-F1E1-4676-A066-603CEBCB53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6" y="1229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2</a:t>
                </a:r>
              </a:p>
            </p:txBody>
          </p:sp>
        </p:grpSp>
        <p:grpSp>
          <p:nvGrpSpPr>
            <p:cNvPr id="80910" name="Group 31">
              <a:extLst>
                <a:ext uri="{FF2B5EF4-FFF2-40B4-BE49-F238E27FC236}">
                  <a16:creationId xmlns:a16="http://schemas.microsoft.com/office/drawing/2014/main" id="{CFEE3C5A-D511-4F7F-8EA9-2505E5C31D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5" y="1546"/>
              <a:ext cx="283" cy="192"/>
              <a:chOff x="4827" y="1591"/>
              <a:chExt cx="283" cy="192"/>
            </a:xfrm>
          </p:grpSpPr>
          <p:sp>
            <p:nvSpPr>
              <p:cNvPr id="80946" name="Rectangle 22">
                <a:extLst>
                  <a:ext uri="{FF2B5EF4-FFF2-40B4-BE49-F238E27FC236}">
                    <a16:creationId xmlns:a16="http://schemas.microsoft.com/office/drawing/2014/main" id="{4D8D29B6-BC6F-428A-9BF7-4BEC111FE1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27" y="1609"/>
                <a:ext cx="283" cy="169"/>
              </a:xfrm>
              <a:prstGeom prst="rect">
                <a:avLst/>
              </a:prstGeom>
              <a:solidFill>
                <a:srgbClr val="D6009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47" name="Text Box 23">
                <a:extLst>
                  <a:ext uri="{FF2B5EF4-FFF2-40B4-BE49-F238E27FC236}">
                    <a16:creationId xmlns:a16="http://schemas.microsoft.com/office/drawing/2014/main" id="{7820C4AB-6D42-4A11-A91E-045ECB316E2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72" y="1591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3</a:t>
                </a:r>
              </a:p>
            </p:txBody>
          </p:sp>
        </p:grpSp>
        <p:grpSp>
          <p:nvGrpSpPr>
            <p:cNvPr id="80911" name="Group 25">
              <a:extLst>
                <a:ext uri="{FF2B5EF4-FFF2-40B4-BE49-F238E27FC236}">
                  <a16:creationId xmlns:a16="http://schemas.microsoft.com/office/drawing/2014/main" id="{417BDA20-2D44-4C23-B285-278B63B9E9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17" y="1226"/>
              <a:ext cx="283" cy="192"/>
              <a:chOff x="4584" y="1229"/>
              <a:chExt cx="283" cy="192"/>
            </a:xfrm>
          </p:grpSpPr>
          <p:sp>
            <p:nvSpPr>
              <p:cNvPr id="80944" name="Rectangle 26">
                <a:extLst>
                  <a:ext uri="{FF2B5EF4-FFF2-40B4-BE49-F238E27FC236}">
                    <a16:creationId xmlns:a16="http://schemas.microsoft.com/office/drawing/2014/main" id="{6F266025-8D83-4BE9-894D-514655F96F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84" y="1247"/>
                <a:ext cx="283" cy="169"/>
              </a:xfrm>
              <a:prstGeom prst="rect">
                <a:avLst/>
              </a:prstGeom>
              <a:solidFill>
                <a:srgbClr val="33CC3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45" name="Text Box 27">
                <a:extLst>
                  <a:ext uri="{FF2B5EF4-FFF2-40B4-BE49-F238E27FC236}">
                    <a16:creationId xmlns:a16="http://schemas.microsoft.com/office/drawing/2014/main" id="{1564BE43-F772-4E42-ABE1-CE3B6F19AF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6" y="1229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2</a:t>
                </a:r>
              </a:p>
            </p:txBody>
          </p:sp>
        </p:grpSp>
        <p:grpSp>
          <p:nvGrpSpPr>
            <p:cNvPr id="80912" name="Group 28">
              <a:extLst>
                <a:ext uri="{FF2B5EF4-FFF2-40B4-BE49-F238E27FC236}">
                  <a16:creationId xmlns:a16="http://schemas.microsoft.com/office/drawing/2014/main" id="{47476186-6582-4E44-8684-E21D376FD2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43" y="1227"/>
              <a:ext cx="283" cy="192"/>
              <a:chOff x="4584" y="1229"/>
              <a:chExt cx="283" cy="192"/>
            </a:xfrm>
          </p:grpSpPr>
          <p:sp>
            <p:nvSpPr>
              <p:cNvPr id="80942" name="Rectangle 29">
                <a:extLst>
                  <a:ext uri="{FF2B5EF4-FFF2-40B4-BE49-F238E27FC236}">
                    <a16:creationId xmlns:a16="http://schemas.microsoft.com/office/drawing/2014/main" id="{AF03540A-010A-4B39-BB04-4360B8FB78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84" y="1247"/>
                <a:ext cx="283" cy="169"/>
              </a:xfrm>
              <a:prstGeom prst="rect">
                <a:avLst/>
              </a:prstGeom>
              <a:solidFill>
                <a:srgbClr val="33CC3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43" name="Text Box 30">
                <a:extLst>
                  <a:ext uri="{FF2B5EF4-FFF2-40B4-BE49-F238E27FC236}">
                    <a16:creationId xmlns:a16="http://schemas.microsoft.com/office/drawing/2014/main" id="{2C261A92-00C5-493B-B957-755E8E1F4C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6" y="1229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2</a:t>
                </a:r>
              </a:p>
            </p:txBody>
          </p:sp>
        </p:grpSp>
        <p:grpSp>
          <p:nvGrpSpPr>
            <p:cNvPr id="80913" name="Group 32">
              <a:extLst>
                <a:ext uri="{FF2B5EF4-FFF2-40B4-BE49-F238E27FC236}">
                  <a16:creationId xmlns:a16="http://schemas.microsoft.com/office/drawing/2014/main" id="{B4AAE7A8-24A0-4B17-8F09-B467DE51F1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80" y="1547"/>
              <a:ext cx="283" cy="192"/>
              <a:chOff x="4827" y="1591"/>
              <a:chExt cx="283" cy="192"/>
            </a:xfrm>
          </p:grpSpPr>
          <p:sp>
            <p:nvSpPr>
              <p:cNvPr id="80940" name="Rectangle 33">
                <a:extLst>
                  <a:ext uri="{FF2B5EF4-FFF2-40B4-BE49-F238E27FC236}">
                    <a16:creationId xmlns:a16="http://schemas.microsoft.com/office/drawing/2014/main" id="{626F7372-5112-4262-9B95-57B106B3BD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27" y="1609"/>
                <a:ext cx="283" cy="169"/>
              </a:xfrm>
              <a:prstGeom prst="rect">
                <a:avLst/>
              </a:prstGeom>
              <a:solidFill>
                <a:srgbClr val="D6009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41" name="Text Box 34">
                <a:extLst>
                  <a:ext uri="{FF2B5EF4-FFF2-40B4-BE49-F238E27FC236}">
                    <a16:creationId xmlns:a16="http://schemas.microsoft.com/office/drawing/2014/main" id="{8C5FDBB8-43E4-430F-92A2-4587009E8B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72" y="1591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3</a:t>
                </a:r>
              </a:p>
            </p:txBody>
          </p:sp>
        </p:grpSp>
        <p:grpSp>
          <p:nvGrpSpPr>
            <p:cNvPr id="80914" name="Group 35">
              <a:extLst>
                <a:ext uri="{FF2B5EF4-FFF2-40B4-BE49-F238E27FC236}">
                  <a16:creationId xmlns:a16="http://schemas.microsoft.com/office/drawing/2014/main" id="{A1DEC964-6A2C-4613-A143-5444FFB876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2" y="1548"/>
              <a:ext cx="283" cy="192"/>
              <a:chOff x="4827" y="1591"/>
              <a:chExt cx="283" cy="192"/>
            </a:xfrm>
          </p:grpSpPr>
          <p:sp>
            <p:nvSpPr>
              <p:cNvPr id="80938" name="Rectangle 36">
                <a:extLst>
                  <a:ext uri="{FF2B5EF4-FFF2-40B4-BE49-F238E27FC236}">
                    <a16:creationId xmlns:a16="http://schemas.microsoft.com/office/drawing/2014/main" id="{4C3996C7-07FB-4325-B8E9-0C8D638330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27" y="1609"/>
                <a:ext cx="283" cy="169"/>
              </a:xfrm>
              <a:prstGeom prst="rect">
                <a:avLst/>
              </a:prstGeom>
              <a:solidFill>
                <a:srgbClr val="D6009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Comic Sans MS" panose="030F0702030302020204" pitchFamily="66" charset="0"/>
                </a:endParaRPr>
              </a:p>
            </p:txBody>
          </p:sp>
          <p:sp>
            <p:nvSpPr>
              <p:cNvPr id="80939" name="Text Box 37">
                <a:extLst>
                  <a:ext uri="{FF2B5EF4-FFF2-40B4-BE49-F238E27FC236}">
                    <a16:creationId xmlns:a16="http://schemas.microsoft.com/office/drawing/2014/main" id="{D39E4416-6142-4CBB-BA20-C7242585C1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72" y="1591"/>
                <a:ext cx="178" cy="1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400" b="1" i="0">
                    <a:latin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80915" name="Text Box 38">
              <a:extLst>
                <a:ext uri="{FF2B5EF4-FFF2-40B4-BE49-F238E27FC236}">
                  <a16:creationId xmlns:a16="http://schemas.microsoft.com/office/drawing/2014/main" id="{DCDC5402-C3BC-4D67-BCCD-35CB2347A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9" y="921"/>
              <a:ext cx="45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i="0">
                  <a:latin typeface="Arial" panose="020B0604020202020204" pitchFamily="34" charset="0"/>
                </a:rPr>
                <a:t>node 1</a:t>
              </a:r>
            </a:p>
          </p:txBody>
        </p:sp>
        <p:sp>
          <p:nvSpPr>
            <p:cNvPr id="80916" name="Text Box 39">
              <a:extLst>
                <a:ext uri="{FF2B5EF4-FFF2-40B4-BE49-F238E27FC236}">
                  <a16:creationId xmlns:a16="http://schemas.microsoft.com/office/drawing/2014/main" id="{C0520564-4A28-4446-B58F-DABA553AB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" y="1245"/>
              <a:ext cx="45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i="0">
                  <a:latin typeface="Arial" panose="020B0604020202020204" pitchFamily="34" charset="0"/>
                </a:rPr>
                <a:t>node 2</a:t>
              </a:r>
            </a:p>
          </p:txBody>
        </p:sp>
        <p:sp>
          <p:nvSpPr>
            <p:cNvPr id="80917" name="Text Box 40">
              <a:extLst>
                <a:ext uri="{FF2B5EF4-FFF2-40B4-BE49-F238E27FC236}">
                  <a16:creationId xmlns:a16="http://schemas.microsoft.com/office/drawing/2014/main" id="{A495CC83-3801-4D4B-9A2C-2A1429402F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" y="1562"/>
              <a:ext cx="457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 i="0">
                  <a:latin typeface="Arial" panose="020B0604020202020204" pitchFamily="34" charset="0"/>
                </a:rPr>
                <a:t>node 3</a:t>
              </a:r>
            </a:p>
          </p:txBody>
        </p:sp>
        <p:sp>
          <p:nvSpPr>
            <p:cNvPr id="80918" name="Line 41">
              <a:extLst>
                <a:ext uri="{FF2B5EF4-FFF2-40B4-BE49-F238E27FC236}">
                  <a16:creationId xmlns:a16="http://schemas.microsoft.com/office/drawing/2014/main" id="{6DC1A399-6270-40C1-9C8B-88E77804C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9" y="1882"/>
              <a:ext cx="32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19" name="Line 42">
              <a:extLst>
                <a:ext uri="{FF2B5EF4-FFF2-40B4-BE49-F238E27FC236}">
                  <a16:creationId xmlns:a16="http://schemas.microsoft.com/office/drawing/2014/main" id="{94E67D53-1028-43AA-B96A-22C512C78D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1" y="1819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0" name="Line 43">
              <a:extLst>
                <a:ext uri="{FF2B5EF4-FFF2-40B4-BE49-F238E27FC236}">
                  <a16:creationId xmlns:a16="http://schemas.microsoft.com/office/drawing/2014/main" id="{FC7B1143-C74A-48A1-8F69-29CC2D653A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6" y="1819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1" name="Line 44">
              <a:extLst>
                <a:ext uri="{FF2B5EF4-FFF2-40B4-BE49-F238E27FC236}">
                  <a16:creationId xmlns:a16="http://schemas.microsoft.com/office/drawing/2014/main" id="{E2F548B6-1CF4-4E80-B788-621B34C6B4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13" y="181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2" name="Line 45">
              <a:extLst>
                <a:ext uri="{FF2B5EF4-FFF2-40B4-BE49-F238E27FC236}">
                  <a16:creationId xmlns:a16="http://schemas.microsoft.com/office/drawing/2014/main" id="{52BDA9DA-C3F1-4319-AEB6-B8790FAE1B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2" y="1819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3" name="Line 46">
              <a:extLst>
                <a:ext uri="{FF2B5EF4-FFF2-40B4-BE49-F238E27FC236}">
                  <a16:creationId xmlns:a16="http://schemas.microsoft.com/office/drawing/2014/main" id="{BDE6E149-14F8-4D3B-8B84-A934F973F6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0" y="181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4" name="Line 47">
              <a:extLst>
                <a:ext uri="{FF2B5EF4-FFF2-40B4-BE49-F238E27FC236}">
                  <a16:creationId xmlns:a16="http://schemas.microsoft.com/office/drawing/2014/main" id="{983579F8-3EAD-41B4-B168-DEB52266F0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70" y="1819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5" name="Line 48">
              <a:extLst>
                <a:ext uri="{FF2B5EF4-FFF2-40B4-BE49-F238E27FC236}">
                  <a16:creationId xmlns:a16="http://schemas.microsoft.com/office/drawing/2014/main" id="{3E7687D8-5DBE-4D6A-9E82-82EEAD956A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8" y="1819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6" name="Line 49">
              <a:extLst>
                <a:ext uri="{FF2B5EF4-FFF2-40B4-BE49-F238E27FC236}">
                  <a16:creationId xmlns:a16="http://schemas.microsoft.com/office/drawing/2014/main" id="{6CFD77CA-D8EE-49E7-9DFD-FA800547B2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6" y="1817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7" name="Line 50">
              <a:extLst>
                <a:ext uri="{FF2B5EF4-FFF2-40B4-BE49-F238E27FC236}">
                  <a16:creationId xmlns:a16="http://schemas.microsoft.com/office/drawing/2014/main" id="{FB291EF5-0A14-4354-A946-EBAACFFCC1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6" y="1815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8" name="Line 51">
              <a:extLst>
                <a:ext uri="{FF2B5EF4-FFF2-40B4-BE49-F238E27FC236}">
                  <a16:creationId xmlns:a16="http://schemas.microsoft.com/office/drawing/2014/main" id="{0C6337C2-6775-4BA4-84F8-FF004C3B31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4" y="1813"/>
              <a:ext cx="0" cy="13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0929" name="Text Box 54">
              <a:extLst>
                <a:ext uri="{FF2B5EF4-FFF2-40B4-BE49-F238E27FC236}">
                  <a16:creationId xmlns:a16="http://schemas.microsoft.com/office/drawing/2014/main" id="{AF8C4845-20F3-4BA6-BDF5-C3E4FE4FF3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0" y="1883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C</a:t>
              </a:r>
            </a:p>
          </p:txBody>
        </p:sp>
        <p:sp>
          <p:nvSpPr>
            <p:cNvPr id="80930" name="Text Box 55">
              <a:extLst>
                <a:ext uri="{FF2B5EF4-FFF2-40B4-BE49-F238E27FC236}">
                  <a16:creationId xmlns:a16="http://schemas.microsoft.com/office/drawing/2014/main" id="{37F97E6C-4861-4682-99D2-9E4D3269C0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2" y="188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C</a:t>
              </a:r>
            </a:p>
          </p:txBody>
        </p:sp>
        <p:sp>
          <p:nvSpPr>
            <p:cNvPr id="80931" name="Text Box 56">
              <a:extLst>
                <a:ext uri="{FF2B5EF4-FFF2-40B4-BE49-F238E27FC236}">
                  <a16:creationId xmlns:a16="http://schemas.microsoft.com/office/drawing/2014/main" id="{DBBB8C36-B495-488B-9FB0-22244BF9EB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6" y="188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C</a:t>
              </a:r>
            </a:p>
          </p:txBody>
        </p:sp>
        <p:sp>
          <p:nvSpPr>
            <p:cNvPr id="80932" name="Text Box 58">
              <a:extLst>
                <a:ext uri="{FF2B5EF4-FFF2-40B4-BE49-F238E27FC236}">
                  <a16:creationId xmlns:a16="http://schemas.microsoft.com/office/drawing/2014/main" id="{A23FE007-8128-4AB0-81F2-890435AA8E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6" y="1889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S</a:t>
              </a:r>
            </a:p>
          </p:txBody>
        </p:sp>
        <p:sp>
          <p:nvSpPr>
            <p:cNvPr id="80933" name="Text Box 59">
              <a:extLst>
                <a:ext uri="{FF2B5EF4-FFF2-40B4-BE49-F238E27FC236}">
                  <a16:creationId xmlns:a16="http://schemas.microsoft.com/office/drawing/2014/main" id="{BFAFEB93-81A2-4582-BB21-85E03D9F21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6" y="1889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S</a:t>
              </a:r>
            </a:p>
          </p:txBody>
        </p:sp>
        <p:sp>
          <p:nvSpPr>
            <p:cNvPr id="80934" name="Text Box 60">
              <a:extLst>
                <a:ext uri="{FF2B5EF4-FFF2-40B4-BE49-F238E27FC236}">
                  <a16:creationId xmlns:a16="http://schemas.microsoft.com/office/drawing/2014/main" id="{CCF1A5A2-FCAD-4EB8-B4DD-E40EBDF342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2" y="1883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S</a:t>
              </a:r>
            </a:p>
          </p:txBody>
        </p:sp>
        <p:sp>
          <p:nvSpPr>
            <p:cNvPr id="80935" name="Text Box 61">
              <a:extLst>
                <a:ext uri="{FF2B5EF4-FFF2-40B4-BE49-F238E27FC236}">
                  <a16:creationId xmlns:a16="http://schemas.microsoft.com/office/drawing/2014/main" id="{C554A6B0-4AB9-472D-A7A5-5969E4D0A6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4" y="1883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E</a:t>
              </a:r>
            </a:p>
          </p:txBody>
        </p:sp>
        <p:sp>
          <p:nvSpPr>
            <p:cNvPr id="80936" name="Text Box 62">
              <a:extLst>
                <a:ext uri="{FF2B5EF4-FFF2-40B4-BE49-F238E27FC236}">
                  <a16:creationId xmlns:a16="http://schemas.microsoft.com/office/drawing/2014/main" id="{B3515C0B-2616-49D0-B533-72E1E8742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4" y="1889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E</a:t>
              </a:r>
            </a:p>
          </p:txBody>
        </p:sp>
        <p:sp>
          <p:nvSpPr>
            <p:cNvPr id="80937" name="Text Box 63">
              <a:extLst>
                <a:ext uri="{FF2B5EF4-FFF2-40B4-BE49-F238E27FC236}">
                  <a16:creationId xmlns:a16="http://schemas.microsoft.com/office/drawing/2014/main" id="{F4C7E2AF-9470-4C23-BF8D-2A3DAE972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34" y="1889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b="1" i="0">
                  <a:solidFill>
                    <a:srgbClr val="000099"/>
                  </a:solidFill>
                  <a:latin typeface="Arial" panose="020B0604020202020204" pitchFamily="34" charset="0"/>
                </a:rPr>
                <a:t>E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Footer Placeholder 5">
            <a:extLst>
              <a:ext uri="{FF2B5EF4-FFF2-40B4-BE49-F238E27FC236}">
                <a16:creationId xmlns:a16="http://schemas.microsoft.com/office/drawing/2014/main" id="{6B404AD7-FCB5-4C90-93BB-03EDF4568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82947" name="Slide Number Placeholder 6">
            <a:extLst>
              <a:ext uri="{FF2B5EF4-FFF2-40B4-BE49-F238E27FC236}">
                <a16:creationId xmlns:a16="http://schemas.microsoft.com/office/drawing/2014/main" id="{6D21C4F6-1360-476A-A40E-6DB07ADDF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3AF92193-C202-43C9-B020-ACF30DF0F80F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27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sp>
        <p:nvSpPr>
          <p:cNvPr id="82948" name="Rectangle 3">
            <a:extLst>
              <a:ext uri="{FF2B5EF4-FFF2-40B4-BE49-F238E27FC236}">
                <a16:creationId xmlns:a16="http://schemas.microsoft.com/office/drawing/2014/main" id="{C780E525-5B7C-4996-9E6A-17DD4558F1A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84188" y="3297238"/>
            <a:ext cx="3810000" cy="3128962"/>
          </a:xfrm>
        </p:spPr>
        <p:txBody>
          <a:bodyPr/>
          <a:lstStyle/>
          <a:p>
            <a:r>
              <a:rPr lang="en-US" altLang="zh-TW" sz="2400" i="1" dirty="0"/>
              <a:t>suppose:</a:t>
            </a:r>
            <a:r>
              <a:rPr lang="en-US" altLang="zh-TW" sz="2400" dirty="0"/>
              <a:t> </a:t>
            </a:r>
            <a:r>
              <a:rPr lang="en-US" altLang="zh-TW" sz="2400" i="1" dirty="0"/>
              <a:t>N</a:t>
            </a:r>
            <a:r>
              <a:rPr lang="en-US" altLang="zh-TW" sz="2400" dirty="0"/>
              <a:t> nodes with many frames to send, </a:t>
            </a:r>
            <a:r>
              <a:rPr lang="en-US" altLang="zh-TW" sz="2400" dirty="0">
                <a:solidFill>
                  <a:srgbClr val="0070C0"/>
                </a:solidFill>
              </a:rPr>
              <a:t>each transmits in slot with probability </a:t>
            </a:r>
            <a:r>
              <a:rPr lang="en-US" altLang="zh-TW" sz="2400" i="1" dirty="0">
                <a:solidFill>
                  <a:srgbClr val="0070C0"/>
                </a:solidFill>
              </a:rPr>
              <a:t>p</a:t>
            </a:r>
          </a:p>
          <a:p>
            <a:r>
              <a:rPr lang="en-US" altLang="zh-TW" sz="2400" dirty="0"/>
              <a:t>prob that given node has success in a slot  </a:t>
            </a:r>
          </a:p>
          <a:p>
            <a:pPr marL="0" indent="0">
              <a:buNone/>
            </a:pPr>
            <a:r>
              <a:rPr lang="en-US" altLang="zh-TW" sz="2400" dirty="0"/>
              <a:t>    = </a:t>
            </a:r>
            <a:r>
              <a:rPr lang="en-US" altLang="zh-TW" sz="2400" i="1" dirty="0"/>
              <a:t>p(1-p)</a:t>
            </a:r>
            <a:r>
              <a:rPr lang="en-US" altLang="zh-TW" sz="2400" b="1" i="1" baseline="30000" dirty="0"/>
              <a:t>N-1</a:t>
            </a:r>
          </a:p>
          <a:p>
            <a:r>
              <a:rPr lang="en-US" altLang="zh-TW" sz="2400" dirty="0"/>
              <a:t>prob that </a:t>
            </a:r>
            <a:r>
              <a:rPr lang="en-US" altLang="zh-TW" sz="2400" i="1" dirty="0"/>
              <a:t>any </a:t>
            </a:r>
            <a:r>
              <a:rPr lang="en-US" altLang="zh-TW" sz="2400" dirty="0"/>
              <a:t>one of the </a:t>
            </a:r>
            <a:r>
              <a:rPr lang="en-US" altLang="zh-TW" sz="2400" i="1" dirty="0"/>
              <a:t>N</a:t>
            </a:r>
            <a:r>
              <a:rPr lang="en-US" altLang="zh-TW" sz="2400" dirty="0"/>
              <a:t> nodes has a success = </a:t>
            </a:r>
            <a:r>
              <a:rPr lang="en-US" altLang="zh-TW" sz="2400" i="1" dirty="0"/>
              <a:t>Np(1-p)</a:t>
            </a:r>
            <a:r>
              <a:rPr lang="en-US" altLang="zh-TW" sz="2400" b="1" i="1" baseline="30000" dirty="0"/>
              <a:t>N-1</a:t>
            </a:r>
            <a:endParaRPr lang="en-US" altLang="zh-TW" sz="2400" i="1" dirty="0"/>
          </a:p>
        </p:txBody>
      </p:sp>
      <p:sp>
        <p:nvSpPr>
          <p:cNvPr id="82949" name="Rectangle 7">
            <a:extLst>
              <a:ext uri="{FF2B5EF4-FFF2-40B4-BE49-F238E27FC236}">
                <a16:creationId xmlns:a16="http://schemas.microsoft.com/office/drawing/2014/main" id="{0A362E57-6818-45FC-B2F1-4FCA0EDEABF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78400" y="1647825"/>
            <a:ext cx="3810000" cy="3238500"/>
          </a:xfrm>
        </p:spPr>
        <p:txBody>
          <a:bodyPr/>
          <a:lstStyle/>
          <a:p>
            <a:r>
              <a:rPr lang="en-US" altLang="zh-TW" sz="2400" dirty="0"/>
              <a:t>max efficiency: find p* that maximizes </a:t>
            </a:r>
            <a:br>
              <a:rPr lang="en-US" altLang="zh-TW" sz="2400" dirty="0"/>
            </a:br>
            <a:r>
              <a:rPr lang="en-US" altLang="zh-TW" sz="2400" dirty="0"/>
              <a:t>Np(1-p)</a:t>
            </a:r>
            <a:r>
              <a:rPr lang="en-US" altLang="zh-TW" sz="2400" b="1" baseline="30000" dirty="0"/>
              <a:t>N-1</a:t>
            </a:r>
          </a:p>
          <a:p>
            <a:r>
              <a:rPr lang="en-US" altLang="zh-TW" sz="2400" dirty="0"/>
              <a:t>for many nodes, take limit of Np*(1-p*)</a:t>
            </a:r>
            <a:r>
              <a:rPr lang="en-US" altLang="zh-TW" sz="2400" b="1" baseline="30000" dirty="0"/>
              <a:t>N-1 </a:t>
            </a:r>
            <a:r>
              <a:rPr lang="en-US" altLang="zh-TW" sz="2400" dirty="0"/>
              <a:t>as N goes to infinity, gives: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dirty="0"/>
              <a:t>    </a:t>
            </a:r>
            <a:r>
              <a:rPr lang="en-US" altLang="zh-TW" sz="2400" i="1" dirty="0">
                <a:solidFill>
                  <a:srgbClr val="CC0000"/>
                </a:solidFill>
              </a:rPr>
              <a:t>max efficiency = 1/e = .37</a:t>
            </a:r>
            <a:endParaRPr lang="en-US" altLang="zh-TW" sz="2400" b="1" i="1" baseline="30000" dirty="0">
              <a:solidFill>
                <a:srgbClr val="CC0000"/>
              </a:solidFill>
            </a:endParaRPr>
          </a:p>
        </p:txBody>
      </p:sp>
      <p:sp>
        <p:nvSpPr>
          <p:cNvPr id="82950" name="Text Box 9">
            <a:extLst>
              <a:ext uri="{FF2B5EF4-FFF2-40B4-BE49-F238E27FC236}">
                <a16:creationId xmlns:a16="http://schemas.microsoft.com/office/drawing/2014/main" id="{7131FA77-BE50-4E8B-A6E0-E68CF87CBB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313" y="1687513"/>
            <a:ext cx="3554412" cy="1414462"/>
          </a:xfrm>
          <a:prstGeom prst="rect">
            <a:avLst/>
          </a:prstGeom>
          <a:noFill/>
          <a:ln w="25400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dirty="0">
                <a:solidFill>
                  <a:srgbClr val="CC0000"/>
                </a:solidFill>
              </a:rPr>
              <a:t>efficiency</a:t>
            </a:r>
            <a:r>
              <a:rPr lang="en-US" altLang="zh-TW" sz="2400" i="0" dirty="0"/>
              <a:t>: long-run </a:t>
            </a:r>
            <a:br>
              <a:rPr lang="en-US" altLang="zh-TW" sz="2400" i="0" dirty="0"/>
            </a:br>
            <a:r>
              <a:rPr lang="en-US" altLang="zh-TW" sz="2400" i="0" dirty="0">
                <a:solidFill>
                  <a:srgbClr val="0070C0"/>
                </a:solidFill>
              </a:rPr>
              <a:t>fraction of successful slots </a:t>
            </a:r>
            <a:br>
              <a:rPr lang="en-US" altLang="zh-TW" sz="2400" i="0" dirty="0"/>
            </a:br>
            <a:r>
              <a:rPr lang="en-US" altLang="zh-TW" sz="2400" i="0" dirty="0"/>
              <a:t>(many nodes, all with many frames to send)</a:t>
            </a:r>
          </a:p>
        </p:txBody>
      </p:sp>
      <p:sp>
        <p:nvSpPr>
          <p:cNvPr id="82951" name="Text Box 10">
            <a:extLst>
              <a:ext uri="{FF2B5EF4-FFF2-40B4-BE49-F238E27FC236}">
                <a16:creationId xmlns:a16="http://schemas.microsoft.com/office/drawing/2014/main" id="{049E7C2F-82CB-4EE4-9542-0185538FDB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7025" y="4529138"/>
            <a:ext cx="2568575" cy="141446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dirty="0">
                <a:solidFill>
                  <a:srgbClr val="CC0000"/>
                </a:solidFill>
              </a:rPr>
              <a:t>at best:</a:t>
            </a:r>
            <a:r>
              <a:rPr lang="en-US" altLang="zh-TW" sz="2400" i="0" dirty="0"/>
              <a:t> channel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0" dirty="0"/>
              <a:t>used for useful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0" dirty="0"/>
              <a:t>transmissions 37%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i="0" dirty="0"/>
              <a:t>of time!</a:t>
            </a:r>
          </a:p>
        </p:txBody>
      </p:sp>
      <p:sp>
        <p:nvSpPr>
          <p:cNvPr id="82952" name="Text Box 11">
            <a:extLst>
              <a:ext uri="{FF2B5EF4-FFF2-40B4-BE49-F238E27FC236}">
                <a16:creationId xmlns:a16="http://schemas.microsoft.com/office/drawing/2014/main" id="{63E19F1D-DD27-4D54-A56C-313551302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8625" y="4402138"/>
            <a:ext cx="488950" cy="155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9600" dirty="0">
                <a:solidFill>
                  <a:srgbClr val="CC0000"/>
                </a:solidFill>
              </a:rPr>
              <a:t>!</a:t>
            </a:r>
          </a:p>
        </p:txBody>
      </p:sp>
      <p:sp>
        <p:nvSpPr>
          <p:cNvPr id="26633" name="Rectangle 17">
            <a:extLst>
              <a:ext uri="{FF2B5EF4-FFF2-40B4-BE49-F238E27FC236}">
                <a16:creationId xmlns:a16="http://schemas.microsoft.com/office/drawing/2014/main" id="{7DA51A47-371A-44E9-B0B1-EA09C98205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6363"/>
            <a:ext cx="7602538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Slotted </a:t>
            </a:r>
            <a:r>
              <a:rPr lang="en-US" sz="4000" dirty="0">
                <a:ea typeface="ＭＳ Ｐゴシック" charset="0"/>
                <a:cs typeface="+mj-cs"/>
              </a:rPr>
              <a:t>ALOHA: efficiency</a:t>
            </a:r>
          </a:p>
        </p:txBody>
      </p:sp>
      <p:pic>
        <p:nvPicPr>
          <p:cNvPr id="82954" name="Picture 18" descr="underline_base">
            <a:extLst>
              <a:ext uri="{FF2B5EF4-FFF2-40B4-BE49-F238E27FC236}">
                <a16:creationId xmlns:a16="http://schemas.microsoft.com/office/drawing/2014/main" id="{1DE9A6AA-13B8-41AC-8045-DFF698CCA95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00" y="920750"/>
            <a:ext cx="577056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951" grpId="0" animBg="1"/>
      <p:bldP spid="8295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Footer Placeholder 4">
            <a:extLst>
              <a:ext uri="{FF2B5EF4-FFF2-40B4-BE49-F238E27FC236}">
                <a16:creationId xmlns:a16="http://schemas.microsoft.com/office/drawing/2014/main" id="{3D96F527-4C8D-480A-87AE-75BF6A0C1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84995" name="Slide Number Placeholder 5">
            <a:extLst>
              <a:ext uri="{FF2B5EF4-FFF2-40B4-BE49-F238E27FC236}">
                <a16:creationId xmlns:a16="http://schemas.microsoft.com/office/drawing/2014/main" id="{AD720C1A-5821-4D29-A31C-FD5A960D5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52C30C02-6706-4F9C-93CF-A57934008D83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28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84996" name="Picture 5" descr="underline_base">
            <a:extLst>
              <a:ext uri="{FF2B5EF4-FFF2-40B4-BE49-F238E27FC236}">
                <a16:creationId xmlns:a16="http://schemas.microsoft.com/office/drawing/2014/main" id="{EFD614CD-664D-4753-BC3D-C6B6F411AAB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13" y="95091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3" name="Rectangle 2">
            <a:extLst>
              <a:ext uri="{FF2B5EF4-FFF2-40B4-BE49-F238E27FC236}">
                <a16:creationId xmlns:a16="http://schemas.microsoft.com/office/drawing/2014/main" id="{B4D10124-4B73-49AC-A5CF-EECD7E1A5E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0813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Pure (unslotted) </a:t>
            </a:r>
            <a:r>
              <a:rPr lang="en-US" sz="4000" dirty="0">
                <a:ea typeface="ＭＳ Ｐゴシック" charset="0"/>
                <a:cs typeface="+mj-cs"/>
              </a:rPr>
              <a:t>ALOHA</a:t>
            </a:r>
          </a:p>
        </p:txBody>
      </p:sp>
      <p:sp>
        <p:nvSpPr>
          <p:cNvPr id="27654" name="Rectangle 3">
            <a:extLst>
              <a:ext uri="{FF2B5EF4-FFF2-40B4-BE49-F238E27FC236}">
                <a16:creationId xmlns:a16="http://schemas.microsoft.com/office/drawing/2014/main" id="{2961DCE8-BE0A-41B3-9243-CBE232142D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422400"/>
            <a:ext cx="8343900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solidFill>
                  <a:srgbClr val="FF0000"/>
                </a:solidFill>
                <a:ea typeface="ＭＳ Ｐゴシック" charset="0"/>
                <a:cs typeface="+mn-cs"/>
              </a:rPr>
              <a:t>unslotted Aloha</a:t>
            </a:r>
            <a:r>
              <a:rPr lang="en-US" sz="2400" dirty="0">
                <a:ea typeface="ＭＳ Ｐゴシック" charset="0"/>
                <a:cs typeface="+mn-cs"/>
              </a:rPr>
              <a:t>: simpler, </a:t>
            </a:r>
            <a:r>
              <a:rPr lang="en-US" sz="2400" dirty="0">
                <a:solidFill>
                  <a:srgbClr val="0070C0"/>
                </a:solidFill>
                <a:ea typeface="ＭＳ Ｐゴシック" charset="0"/>
                <a:cs typeface="+mn-cs"/>
              </a:rPr>
              <a:t>no synchronization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ea typeface="ＭＳ Ｐゴシック" charset="0"/>
                <a:cs typeface="+mn-cs"/>
              </a:rPr>
              <a:t>when frame first arrives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 transmit immediately 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solidFill>
                  <a:srgbClr val="0070C0"/>
                </a:solidFill>
                <a:ea typeface="ＭＳ Ｐゴシック" charset="0"/>
                <a:cs typeface="+mn-cs"/>
              </a:rPr>
              <a:t>collision probability increases</a:t>
            </a:r>
            <a:r>
              <a:rPr lang="en-US" sz="2400" dirty="0">
                <a:ea typeface="ＭＳ Ｐゴシック" charset="0"/>
                <a:cs typeface="+mn-cs"/>
              </a:rPr>
              <a:t>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ea typeface="ＭＳ Ｐゴシック" charset="0"/>
              </a:rPr>
              <a:t>frame sent at t</a:t>
            </a:r>
            <a:r>
              <a:rPr lang="en-US" baseline="-25000" dirty="0">
                <a:ea typeface="ＭＳ Ｐゴシック" charset="0"/>
              </a:rPr>
              <a:t>0</a:t>
            </a:r>
            <a:r>
              <a:rPr lang="en-US" dirty="0">
                <a:ea typeface="ＭＳ Ｐゴシック" charset="0"/>
              </a:rPr>
              <a:t> collides with other frames sent in [t</a:t>
            </a:r>
            <a:r>
              <a:rPr lang="en-US" baseline="-25000" dirty="0">
                <a:ea typeface="ＭＳ Ｐゴシック" charset="0"/>
              </a:rPr>
              <a:t>0</a:t>
            </a:r>
            <a:r>
              <a:rPr lang="en-US" dirty="0">
                <a:ea typeface="ＭＳ Ｐゴシック" charset="0"/>
              </a:rPr>
              <a:t>-1,t</a:t>
            </a:r>
            <a:r>
              <a:rPr lang="en-US" baseline="-25000" dirty="0">
                <a:ea typeface="ＭＳ Ｐゴシック" charset="0"/>
              </a:rPr>
              <a:t>0</a:t>
            </a:r>
            <a:r>
              <a:rPr lang="en-US" dirty="0">
                <a:ea typeface="ＭＳ Ｐゴシック" charset="0"/>
              </a:rPr>
              <a:t>+1]</a:t>
            </a:r>
          </a:p>
        </p:txBody>
      </p:sp>
      <p:pic>
        <p:nvPicPr>
          <p:cNvPr id="84999" name="Picture 4" descr="5">
            <a:extLst>
              <a:ext uri="{FF2B5EF4-FFF2-40B4-BE49-F238E27FC236}">
                <a16:creationId xmlns:a16="http://schemas.microsoft.com/office/drawing/2014/main" id="{F3CE8AC4-30FF-464D-8CE1-73757CCB0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738" y="3871913"/>
            <a:ext cx="6280150" cy="2543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Footer Placeholder 4">
            <a:extLst>
              <a:ext uri="{FF2B5EF4-FFF2-40B4-BE49-F238E27FC236}">
                <a16:creationId xmlns:a16="http://schemas.microsoft.com/office/drawing/2014/main" id="{C48AFB3F-9C20-4E51-9C5F-21370E8A6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Arial" panose="020B0604020202020204" pitchFamily="34" charset="0"/>
                <a:cs typeface="Arial" panose="020B0604020202020204" pitchFamily="34" charset="0"/>
              </a:rPr>
              <a:t>Link Layer</a:t>
            </a:r>
          </a:p>
        </p:txBody>
      </p:sp>
      <p:sp>
        <p:nvSpPr>
          <p:cNvPr id="87043" name="Slide Number Placeholder 5">
            <a:extLst>
              <a:ext uri="{FF2B5EF4-FFF2-40B4-BE49-F238E27FC236}">
                <a16:creationId xmlns:a16="http://schemas.microsoft.com/office/drawing/2014/main" id="{98AA484D-3468-4835-9816-157EDFF65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Arial" panose="020B0604020202020204" pitchFamily="34" charset="0"/>
              </a:rPr>
              <a:t>6-</a:t>
            </a:r>
            <a:fld id="{0DC3C6CE-6778-4362-AE76-1C635A9E872E}" type="slidenum">
              <a:rPr lang="en-US" altLang="zh-TW" sz="1200" smtClean="0">
                <a:latin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29</a:t>
            </a:fld>
            <a:endParaRPr lang="en-US" altLang="zh-TW" sz="1200" dirty="0">
              <a:latin typeface="Arial" panose="020B0604020202020204" pitchFamily="34" charset="0"/>
            </a:endParaRPr>
          </a:p>
        </p:txBody>
      </p:sp>
      <p:pic>
        <p:nvPicPr>
          <p:cNvPr id="87044" name="Picture 6" descr="underline_base">
            <a:extLst>
              <a:ext uri="{FF2B5EF4-FFF2-40B4-BE49-F238E27FC236}">
                <a16:creationId xmlns:a16="http://schemas.microsoft.com/office/drawing/2014/main" id="{F462FA24-F5E8-4C50-9965-D59F1AB00EC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88" y="857250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7" name="Rectangle 2">
            <a:extLst>
              <a:ext uri="{FF2B5EF4-FFF2-40B4-BE49-F238E27FC236}">
                <a16:creationId xmlns:a16="http://schemas.microsoft.com/office/drawing/2014/main" id="{A3D02DA2-4F2B-4FA0-97EA-FE6E3086B7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63" y="153988"/>
            <a:ext cx="7772400" cy="962025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Pure </a:t>
            </a:r>
            <a:r>
              <a:rPr lang="en-US" sz="4000" dirty="0">
                <a:ea typeface="ＭＳ Ｐゴシック" charset="0"/>
                <a:cs typeface="+mj-cs"/>
              </a:rPr>
              <a:t>ALOHA</a:t>
            </a:r>
            <a:r>
              <a:rPr lang="en-US" dirty="0">
                <a:ea typeface="ＭＳ Ｐゴシック" charset="0"/>
                <a:cs typeface="+mj-cs"/>
              </a:rPr>
              <a:t> efficiency</a:t>
            </a:r>
          </a:p>
        </p:txBody>
      </p:sp>
      <p:sp>
        <p:nvSpPr>
          <p:cNvPr id="87046" name="Rectangle 3">
            <a:extLst>
              <a:ext uri="{FF2B5EF4-FFF2-40B4-BE49-F238E27FC236}">
                <a16:creationId xmlns:a16="http://schemas.microsoft.com/office/drawing/2014/main" id="{E4449432-19DA-4405-AD79-37226B9CF6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28738"/>
            <a:ext cx="82645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000"/>
              <a:t>P(success by given node) = P(node transmits) </a:t>
            </a:r>
            <a:r>
              <a:rPr lang="en-US" altLang="zh-TW" sz="2000" baseline="16000"/>
              <a:t>.</a:t>
            </a:r>
            <a:endParaRPr lang="en-US" altLang="zh-TW" sz="2000"/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000"/>
              <a:t>                                              P(no other nodes transmit in [t</a:t>
            </a:r>
            <a:r>
              <a:rPr lang="en-US" altLang="zh-TW" sz="2000" baseline="-25000"/>
              <a:t>0</a:t>
            </a:r>
            <a:r>
              <a:rPr lang="en-US" altLang="zh-TW" sz="2000"/>
              <a:t>-1,t</a:t>
            </a:r>
            <a:r>
              <a:rPr lang="en-US" altLang="zh-TW" sz="2000" baseline="-25000"/>
              <a:t>0</a:t>
            </a:r>
            <a:r>
              <a:rPr lang="en-US" altLang="zh-TW" sz="2000"/>
              <a:t>]) </a:t>
            </a:r>
            <a:r>
              <a:rPr lang="en-US" altLang="zh-TW" sz="2000" baseline="16000"/>
              <a:t>.</a:t>
            </a:r>
            <a:endParaRPr lang="en-US" altLang="zh-TW" sz="2000"/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000"/>
              <a:t>                                              P(no other nodes transmit in [t</a:t>
            </a:r>
            <a:r>
              <a:rPr lang="en-US" altLang="zh-TW" sz="2000" baseline="-25000"/>
              <a:t>0</a:t>
            </a:r>
            <a:r>
              <a:rPr lang="en-US" altLang="zh-TW" sz="2000"/>
              <a:t>,t</a:t>
            </a:r>
            <a:r>
              <a:rPr lang="en-US" altLang="zh-TW" sz="2000" baseline="-25000"/>
              <a:t>0</a:t>
            </a:r>
            <a:r>
              <a:rPr lang="en-US" altLang="zh-TW" sz="2000"/>
              <a:t>+1])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000"/>
              <a:t>                                     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/>
              <a:t>                                      = p </a:t>
            </a:r>
            <a:r>
              <a:rPr lang="en-US" altLang="zh-TW" sz="2400" baseline="16000"/>
              <a:t>. </a:t>
            </a:r>
            <a:r>
              <a:rPr lang="en-US" altLang="zh-TW" sz="2400"/>
              <a:t>(1-p)</a:t>
            </a:r>
            <a:r>
              <a:rPr lang="en-US" altLang="zh-TW" sz="2400" b="1" baseline="30000"/>
              <a:t>N-1</a:t>
            </a:r>
            <a:r>
              <a:rPr lang="en-US" altLang="zh-TW" sz="2400" baseline="16000"/>
              <a:t> . </a:t>
            </a:r>
            <a:r>
              <a:rPr lang="en-US" altLang="zh-TW" sz="2400"/>
              <a:t>(1-p)</a:t>
            </a:r>
            <a:r>
              <a:rPr lang="en-US" altLang="zh-TW" sz="2400" b="1" baseline="30000"/>
              <a:t>N-1 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b="1" baseline="30000"/>
              <a:t>                                                         </a:t>
            </a:r>
            <a:r>
              <a:rPr lang="en-US" altLang="zh-TW" sz="2400"/>
              <a:t>=</a:t>
            </a:r>
            <a:r>
              <a:rPr lang="en-US" altLang="zh-TW" sz="2400" b="1"/>
              <a:t> </a:t>
            </a:r>
            <a:r>
              <a:rPr lang="en-US" altLang="zh-TW" sz="2400"/>
              <a:t>p </a:t>
            </a:r>
            <a:r>
              <a:rPr lang="en-US" altLang="zh-TW" sz="2400" baseline="16000"/>
              <a:t>. </a:t>
            </a:r>
            <a:r>
              <a:rPr lang="en-US" altLang="zh-TW" sz="2400"/>
              <a:t>(1-p)</a:t>
            </a:r>
            <a:r>
              <a:rPr lang="en-US" altLang="zh-TW" sz="2400" b="1" baseline="30000"/>
              <a:t>2(N-1)</a:t>
            </a:r>
            <a:r>
              <a:rPr lang="en-US" altLang="zh-TW" baseline="16000"/>
              <a:t> </a:t>
            </a:r>
            <a:endParaRPr lang="en-US" altLang="zh-TW" sz="2000"/>
          </a:p>
          <a:p>
            <a:pPr>
              <a:buFont typeface="Wingdings" panose="05000000000000000000" pitchFamily="2" charset="2"/>
              <a:buNone/>
            </a:pPr>
            <a:endParaRPr lang="en-US" altLang="zh-TW" baseline="16000"/>
          </a:p>
          <a:p>
            <a:pPr>
              <a:buFont typeface="Wingdings" panose="05000000000000000000" pitchFamily="2" charset="2"/>
              <a:buNone/>
            </a:pPr>
            <a:r>
              <a:rPr lang="en-US" altLang="zh-TW" baseline="16000"/>
              <a:t>                              … choosing optimum p and then letting N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baseline="16000"/>
              <a:t>                                                 </a:t>
            </a:r>
            <a:r>
              <a:rPr lang="en-US" altLang="zh-TW" sz="2400"/>
              <a:t>= 1/(2e) = .18</a:t>
            </a:r>
            <a:r>
              <a:rPr lang="en-US" altLang="zh-TW" baseline="16000"/>
              <a:t> </a:t>
            </a:r>
            <a:r>
              <a:rPr lang="en-US" altLang="zh-TW"/>
              <a:t>	</a:t>
            </a:r>
            <a:endParaRPr lang="en-US" altLang="zh-TW" b="1" i="1"/>
          </a:p>
          <a:p>
            <a:endParaRPr lang="en-US" altLang="zh-TW"/>
          </a:p>
        </p:txBody>
      </p:sp>
      <p:sp>
        <p:nvSpPr>
          <p:cNvPr id="87047" name="Text Box 4">
            <a:extLst>
              <a:ext uri="{FF2B5EF4-FFF2-40B4-BE49-F238E27FC236}">
                <a16:creationId xmlns:a16="http://schemas.microsoft.com/office/drawing/2014/main" id="{AE002DF6-2ABA-48FE-94E4-2C0A73B2FC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2500" y="5175250"/>
            <a:ext cx="458628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0">
                <a:solidFill>
                  <a:srgbClr val="CC0000"/>
                </a:solidFill>
              </a:rPr>
              <a:t>even </a:t>
            </a:r>
            <a:r>
              <a:rPr lang="en-US" altLang="zh-TW">
                <a:solidFill>
                  <a:srgbClr val="CC0000"/>
                </a:solidFill>
              </a:rPr>
              <a:t>worse</a:t>
            </a:r>
            <a:r>
              <a:rPr lang="en-US" altLang="zh-TW" i="0">
                <a:solidFill>
                  <a:srgbClr val="CC0000"/>
                </a:solidFill>
              </a:rPr>
              <a:t> than slotted Aloha!</a:t>
            </a:r>
          </a:p>
        </p:txBody>
      </p:sp>
      <p:grpSp>
        <p:nvGrpSpPr>
          <p:cNvPr id="87048" name="Group 10">
            <a:extLst>
              <a:ext uri="{FF2B5EF4-FFF2-40B4-BE49-F238E27FC236}">
                <a16:creationId xmlns:a16="http://schemas.microsoft.com/office/drawing/2014/main" id="{B6AAFF6B-9E89-4CB6-8DC6-3B441A7F9B93}"/>
              </a:ext>
            </a:extLst>
          </p:cNvPr>
          <p:cNvGrpSpPr>
            <a:grpSpLocks/>
          </p:cNvGrpSpPr>
          <p:nvPr/>
        </p:nvGrpSpPr>
        <p:grpSpPr bwMode="auto">
          <a:xfrm>
            <a:off x="6783388" y="3798888"/>
            <a:ext cx="736600" cy="90487"/>
            <a:chOff x="3242" y="3679"/>
            <a:chExt cx="464" cy="57"/>
          </a:xfrm>
        </p:grpSpPr>
        <p:sp>
          <p:nvSpPr>
            <p:cNvPr id="87049" name="Line 7">
              <a:extLst>
                <a:ext uri="{FF2B5EF4-FFF2-40B4-BE49-F238E27FC236}">
                  <a16:creationId xmlns:a16="http://schemas.microsoft.com/office/drawing/2014/main" id="{78FC7527-B4B6-4B85-B6D8-C9E68A10C4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42" y="3711"/>
              <a:ext cx="2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87050" name="Oval 8">
              <a:extLst>
                <a:ext uri="{FF2B5EF4-FFF2-40B4-BE49-F238E27FC236}">
                  <a16:creationId xmlns:a16="http://schemas.microsoft.com/office/drawing/2014/main" id="{F2D20344-1E6B-47F9-8BB4-6B8FD9F88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94" y="3680"/>
              <a:ext cx="107" cy="5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  <p:sp>
          <p:nvSpPr>
            <p:cNvPr id="87051" name="Oval 9">
              <a:extLst>
                <a:ext uri="{FF2B5EF4-FFF2-40B4-BE49-F238E27FC236}">
                  <a16:creationId xmlns:a16="http://schemas.microsoft.com/office/drawing/2014/main" id="{8B8D5FFC-9AC8-46B5-A509-E12874D20F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9" y="3679"/>
              <a:ext cx="107" cy="5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Comic Sans MS" panose="030F0702030302020204" pitchFamily="66" charset="0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i="0" dirty="0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33425</TotalTime>
  <Words>2176</Words>
  <Application>Microsoft Office PowerPoint</Application>
  <PresentationFormat>如螢幕大小 (4:3)</PresentationFormat>
  <Paragraphs>450</Paragraphs>
  <Slides>29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29</vt:i4>
      </vt:variant>
    </vt:vector>
  </HeadingPairs>
  <TitlesOfParts>
    <vt:vector size="42" baseType="lpstr">
      <vt:lpstr>MS Mincho</vt:lpstr>
      <vt:lpstr>ＭＳ Ｐゴシック</vt:lpstr>
      <vt:lpstr>ＭＳ Ｐゴシック</vt:lpstr>
      <vt:lpstr>Arial</vt:lpstr>
      <vt:lpstr>Comic Sans MS</vt:lpstr>
      <vt:lpstr>Courier New</vt:lpstr>
      <vt:lpstr>Garamond</vt:lpstr>
      <vt:lpstr>Gill Sans MT</vt:lpstr>
      <vt:lpstr>Tahoma</vt:lpstr>
      <vt:lpstr>Times New Roman</vt:lpstr>
      <vt:lpstr>Wingdings</vt:lpstr>
      <vt:lpstr>Default Design</vt:lpstr>
      <vt:lpstr>1_Default Design</vt:lpstr>
      <vt:lpstr>PowerPoint 簡報</vt:lpstr>
      <vt:lpstr>Chapter 6: Link layer</vt:lpstr>
      <vt:lpstr>Link layer, LANs: outline</vt:lpstr>
      <vt:lpstr>Link layer: introduction</vt:lpstr>
      <vt:lpstr>Link layer: context</vt:lpstr>
      <vt:lpstr>Link layer services</vt:lpstr>
      <vt:lpstr>Link layer services (more)</vt:lpstr>
      <vt:lpstr>Where is the link layer implemented?</vt:lpstr>
      <vt:lpstr>Adaptors communicating</vt:lpstr>
      <vt:lpstr>Link layer, LANs: outline</vt:lpstr>
      <vt:lpstr>Error detection</vt:lpstr>
      <vt:lpstr>Parity checking</vt:lpstr>
      <vt:lpstr>Internet checksum (review)</vt:lpstr>
      <vt:lpstr>Cyclic redundancy check (CRC)</vt:lpstr>
      <vt:lpstr>CRC example (Encoding)</vt:lpstr>
      <vt:lpstr>CRC example (Decoding)</vt:lpstr>
      <vt:lpstr>Link layer, LANs: outline</vt:lpstr>
      <vt:lpstr>Multiple access links, protocols</vt:lpstr>
      <vt:lpstr>Multiple access protocols</vt:lpstr>
      <vt:lpstr>An ideal multiple access protocol</vt:lpstr>
      <vt:lpstr>MAC protocols: taxonomy</vt:lpstr>
      <vt:lpstr>Channel partitioning MAC protocols: TDMA</vt:lpstr>
      <vt:lpstr>Channel partitioning MAC protocols: FDMA</vt:lpstr>
      <vt:lpstr>Random access protocols</vt:lpstr>
      <vt:lpstr>Slotted ALOHA</vt:lpstr>
      <vt:lpstr>Slotted ALOHA</vt:lpstr>
      <vt:lpstr>Slotted ALOHA: efficiency</vt:lpstr>
      <vt:lpstr>Pure (unslotted) ALOHA</vt:lpstr>
      <vt:lpstr>Pure ALOHA efficiency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Edition, Chapter 5</dc:title>
  <dc:creator>Jim Kurose and Keith Ross</dc:creator>
  <cp:lastModifiedBy>Prof. CHEUNG Man Hon Michael</cp:lastModifiedBy>
  <cp:revision>521</cp:revision>
  <cp:lastPrinted>2011-11-07T02:22:15Z</cp:lastPrinted>
  <dcterms:created xsi:type="dcterms:W3CDTF">1999-10-08T19:08:27Z</dcterms:created>
  <dcterms:modified xsi:type="dcterms:W3CDTF">2025-11-15T09:14:09Z</dcterms:modified>
</cp:coreProperties>
</file>