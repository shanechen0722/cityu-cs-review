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Override2.xml" ContentType="application/vnd.openxmlformats-officedocument.themeOverrid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7"/>
  </p:notesMasterIdLst>
  <p:sldIdLst>
    <p:sldId id="384" r:id="rId2"/>
    <p:sldId id="432" r:id="rId3"/>
    <p:sldId id="464" r:id="rId4"/>
    <p:sldId id="482" r:id="rId5"/>
    <p:sldId id="483" r:id="rId6"/>
    <p:sldId id="472" r:id="rId7"/>
    <p:sldId id="465" r:id="rId8"/>
    <p:sldId id="469" r:id="rId9"/>
    <p:sldId id="468" r:id="rId10"/>
    <p:sldId id="466" r:id="rId11"/>
    <p:sldId id="471" r:id="rId12"/>
    <p:sldId id="480" r:id="rId13"/>
    <p:sldId id="481" r:id="rId14"/>
    <p:sldId id="473" r:id="rId15"/>
    <p:sldId id="484" r:id="rId16"/>
    <p:sldId id="485" r:id="rId17"/>
    <p:sldId id="488" r:id="rId18"/>
    <p:sldId id="487" r:id="rId19"/>
    <p:sldId id="489" r:id="rId20"/>
    <p:sldId id="486" r:id="rId21"/>
    <p:sldId id="475" r:id="rId22"/>
    <p:sldId id="476" r:id="rId23"/>
    <p:sldId id="479" r:id="rId24"/>
    <p:sldId id="477" r:id="rId25"/>
    <p:sldId id="47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0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8D89E5-A44A-A23A-B6B2-11F7095BF1B6}" v="781" dt="2025-11-24T04:50:36.771"/>
    <p1510:client id="{6E944D49-11B9-3E42-A228-D0A00899FB5C}" v="94" dt="2025-11-23T08:13:42.010"/>
    <p1510:client id="{EB13B0BF-6215-4E2A-8724-1041959E8106}" v="7" dt="2025-11-23T08:06:29.3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snapToObjects="1">
      <p:cViewPr varScale="1">
        <p:scale>
          <a:sx n="117" d="100"/>
          <a:sy n="117" d="100"/>
        </p:scale>
        <p:origin x="36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portland-my.sharepoint.com/personal/qlzhou4-c_my_cityu_edu_hk/Documents/cs5351_20252026_quiz2_scor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3600" b="1" i="0" u="none" strike="noStrike" kern="1200" baseline="0">
                <a:solidFill>
                  <a:schemeClr val="tx1">
                    <a:lumMod val="65000"/>
                    <a:lumOff val="35000"/>
                  </a:schemeClr>
                </a:solidFill>
                <a:latin typeface="+mn-lt"/>
                <a:ea typeface="+mn-ea"/>
                <a:cs typeface="+mn-cs"/>
              </a:defRPr>
            </a:pPr>
            <a:r>
              <a:rPr lang="en-HK" sz="3600"/>
              <a:t>Distribution</a:t>
            </a:r>
          </a:p>
        </c:rich>
      </c:tx>
      <c:overlay val="0"/>
      <c:spPr>
        <a:noFill/>
        <a:ln>
          <a:noFill/>
        </a:ln>
        <a:effectLst/>
      </c:spPr>
      <c:txPr>
        <a:bodyPr rot="0" spcFirstLastPara="1" vertOverflow="ellipsis" vert="horz" wrap="square" anchor="ctr" anchorCtr="1"/>
        <a:lstStyle/>
        <a:p>
          <a:pPr>
            <a:defRPr sz="3600" b="1" i="0" u="none" strike="noStrike" kern="120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Distribution!$B$3:$B$11</c:f>
              <c:strCache>
                <c:ptCount val="9"/>
                <c:pt idx="0">
                  <c:v>A+</c:v>
                </c:pt>
                <c:pt idx="1">
                  <c:v>A</c:v>
                </c:pt>
                <c:pt idx="2">
                  <c:v>A-</c:v>
                </c:pt>
                <c:pt idx="3">
                  <c:v>B+</c:v>
                </c:pt>
                <c:pt idx="4">
                  <c:v>B</c:v>
                </c:pt>
                <c:pt idx="5">
                  <c:v>B-</c:v>
                </c:pt>
                <c:pt idx="6">
                  <c:v>C+</c:v>
                </c:pt>
                <c:pt idx="7">
                  <c:v>C</c:v>
                </c:pt>
                <c:pt idx="8">
                  <c:v>F</c:v>
                </c:pt>
              </c:strCache>
            </c:strRef>
          </c:cat>
          <c:val>
            <c:numRef>
              <c:f>Distribution!$D$3:$D$11</c:f>
              <c:numCache>
                <c:formatCode>General</c:formatCode>
                <c:ptCount val="9"/>
                <c:pt idx="0">
                  <c:v>3</c:v>
                </c:pt>
                <c:pt idx="1">
                  <c:v>3</c:v>
                </c:pt>
                <c:pt idx="2">
                  <c:v>10</c:v>
                </c:pt>
                <c:pt idx="3">
                  <c:v>8</c:v>
                </c:pt>
                <c:pt idx="4">
                  <c:v>26</c:v>
                </c:pt>
                <c:pt idx="5">
                  <c:v>29</c:v>
                </c:pt>
                <c:pt idx="6">
                  <c:v>60</c:v>
                </c:pt>
                <c:pt idx="7">
                  <c:v>27</c:v>
                </c:pt>
                <c:pt idx="8">
                  <c:v>18</c:v>
                </c:pt>
              </c:numCache>
            </c:numRef>
          </c:val>
          <c:extLst>
            <c:ext xmlns:c16="http://schemas.microsoft.com/office/drawing/2014/chart" uri="{C3380CC4-5D6E-409C-BE32-E72D297353CC}">
              <c16:uniqueId val="{00000000-E363-44FE-ACA0-0EFF3530E283}"/>
            </c:ext>
          </c:extLst>
        </c:ser>
        <c:dLbls>
          <c:showLegendKey val="0"/>
          <c:showVal val="0"/>
          <c:showCatName val="0"/>
          <c:showSerName val="0"/>
          <c:showPercent val="0"/>
          <c:showBubbleSize val="0"/>
        </c:dLbls>
        <c:gapWidth val="100"/>
        <c:overlap val="-24"/>
        <c:axId val="1197913711"/>
        <c:axId val="1197903311"/>
      </c:barChart>
      <c:catAx>
        <c:axId val="1197913711"/>
        <c:scaling>
          <c:orientation val="minMax"/>
        </c:scaling>
        <c:delete val="1"/>
        <c:axPos val="b"/>
        <c:title>
          <c:tx>
            <c:rich>
              <a:bodyPr rot="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r>
                  <a:rPr lang="en-HK" sz="3000"/>
                  <a:t>Level</a:t>
                </a:r>
              </a:p>
            </c:rich>
          </c:tx>
          <c:overlay val="0"/>
          <c:spPr>
            <a:noFill/>
            <a:ln>
              <a:noFill/>
            </a:ln>
            <a:effectLst/>
          </c:spPr>
          <c:txPr>
            <a:bodyPr rot="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crossAx val="1197903311"/>
        <c:crosses val="autoZero"/>
        <c:auto val="1"/>
        <c:lblAlgn val="ctr"/>
        <c:lblOffset val="100"/>
        <c:noMultiLvlLbl val="0"/>
      </c:catAx>
      <c:valAx>
        <c:axId val="11979033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r>
                  <a:rPr lang="en-HK" sz="3000"/>
                  <a:t>Frequency</a:t>
                </a:r>
              </a:p>
            </c:rich>
          </c:tx>
          <c:overlay val="0"/>
          <c:spPr>
            <a:noFill/>
            <a:ln>
              <a:noFill/>
            </a:ln>
            <a:effectLst/>
          </c:spPr>
          <c:txPr>
            <a:bodyPr rot="-5400000" spcFirstLastPara="1" vertOverflow="ellipsis" vert="horz" wrap="square" anchor="ctr" anchorCtr="1"/>
            <a:lstStyle/>
            <a:p>
              <a:pPr>
                <a:defRPr sz="3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zh-CN"/>
          </a:p>
        </c:txPr>
        <c:crossAx val="119791371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8BB7C6-06CC-4210-8F09-19ACEBF2B0CA}" type="datetimeFigureOut">
              <a:rPr lang="en-HK" smtClean="0"/>
              <a:t>23/11/2025</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097B1C-60C7-45D1-AA95-42ECB37D1A11}" type="slidenum">
              <a:rPr lang="en-HK" smtClean="0"/>
              <a:t>‹#›</a:t>
            </a:fld>
            <a:endParaRPr lang="en-HK"/>
          </a:p>
        </p:txBody>
      </p:sp>
    </p:spTree>
    <p:extLst>
      <p:ext uri="{BB962C8B-B14F-4D97-AF65-F5344CB8AC3E}">
        <p14:creationId xmlns:p14="http://schemas.microsoft.com/office/powerpoint/2010/main" val="2019472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41375">
              <a:defRPr sz="2800">
                <a:solidFill>
                  <a:schemeClr val="tx1"/>
                </a:solidFill>
                <a:latin typeface="Times New Roman" pitchFamily="18" charset="0"/>
              </a:defRPr>
            </a:lvl1pPr>
            <a:lvl2pPr marL="742950" indent="-285750" defTabSz="841375">
              <a:defRPr sz="2800">
                <a:solidFill>
                  <a:schemeClr val="tx1"/>
                </a:solidFill>
                <a:latin typeface="Times New Roman" pitchFamily="18" charset="0"/>
              </a:defRPr>
            </a:lvl2pPr>
            <a:lvl3pPr marL="1143000" indent="-228600" defTabSz="841375">
              <a:defRPr sz="2800">
                <a:solidFill>
                  <a:schemeClr val="tx1"/>
                </a:solidFill>
                <a:latin typeface="Times New Roman" pitchFamily="18" charset="0"/>
              </a:defRPr>
            </a:lvl3pPr>
            <a:lvl4pPr marL="1600200" indent="-228600" defTabSz="841375">
              <a:defRPr sz="2800">
                <a:solidFill>
                  <a:schemeClr val="tx1"/>
                </a:solidFill>
                <a:latin typeface="Times New Roman" pitchFamily="18" charset="0"/>
              </a:defRPr>
            </a:lvl4pPr>
            <a:lvl5pPr marL="2057400" indent="-228600" defTabSz="841375">
              <a:defRPr sz="2800">
                <a:solidFill>
                  <a:schemeClr val="tx1"/>
                </a:solidFill>
                <a:latin typeface="Times New Roman" pitchFamily="18" charset="0"/>
              </a:defRPr>
            </a:lvl5pPr>
            <a:lvl6pPr marL="2514600" indent="-228600" defTabSz="841375" eaLnBrk="0" fontAlgn="base" hangingPunct="0">
              <a:spcBef>
                <a:spcPct val="0"/>
              </a:spcBef>
              <a:spcAft>
                <a:spcPct val="0"/>
              </a:spcAft>
              <a:defRPr sz="2800">
                <a:solidFill>
                  <a:schemeClr val="tx1"/>
                </a:solidFill>
                <a:latin typeface="Times New Roman" pitchFamily="18" charset="0"/>
              </a:defRPr>
            </a:lvl6pPr>
            <a:lvl7pPr marL="2971800" indent="-228600" defTabSz="841375" eaLnBrk="0" fontAlgn="base" hangingPunct="0">
              <a:spcBef>
                <a:spcPct val="0"/>
              </a:spcBef>
              <a:spcAft>
                <a:spcPct val="0"/>
              </a:spcAft>
              <a:defRPr sz="2800">
                <a:solidFill>
                  <a:schemeClr val="tx1"/>
                </a:solidFill>
                <a:latin typeface="Times New Roman" pitchFamily="18" charset="0"/>
              </a:defRPr>
            </a:lvl7pPr>
            <a:lvl8pPr marL="3429000" indent="-228600" defTabSz="841375" eaLnBrk="0" fontAlgn="base" hangingPunct="0">
              <a:spcBef>
                <a:spcPct val="0"/>
              </a:spcBef>
              <a:spcAft>
                <a:spcPct val="0"/>
              </a:spcAft>
              <a:defRPr sz="2800">
                <a:solidFill>
                  <a:schemeClr val="tx1"/>
                </a:solidFill>
                <a:latin typeface="Times New Roman" pitchFamily="18" charset="0"/>
              </a:defRPr>
            </a:lvl8pPr>
            <a:lvl9pPr marL="3886200" indent="-228600" defTabSz="841375" eaLnBrk="0" fontAlgn="base" hangingPunct="0">
              <a:spcBef>
                <a:spcPct val="0"/>
              </a:spcBef>
              <a:spcAft>
                <a:spcPct val="0"/>
              </a:spcAft>
              <a:defRPr sz="2800">
                <a:solidFill>
                  <a:schemeClr val="tx1"/>
                </a:solidFill>
                <a:latin typeface="Times New Roman" pitchFamily="18" charset="0"/>
              </a:defRPr>
            </a:lvl9pPr>
          </a:lstStyle>
          <a:p>
            <a:pPr marL="0" marR="0" lvl="0" indent="0" algn="l" defTabSz="841375"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Times New Roman" pitchFamily="18" charset="0"/>
                <a:ea typeface="+mn-ea"/>
                <a:cs typeface="+mn-cs"/>
              </a:rPr>
              <a:t>Software Design</a:t>
            </a:r>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41375">
              <a:defRPr sz="2800">
                <a:solidFill>
                  <a:schemeClr val="tx1"/>
                </a:solidFill>
                <a:latin typeface="Times New Roman" pitchFamily="18" charset="0"/>
              </a:defRPr>
            </a:lvl1pPr>
            <a:lvl2pPr marL="742950" indent="-285750" defTabSz="841375">
              <a:defRPr sz="2800">
                <a:solidFill>
                  <a:schemeClr val="tx1"/>
                </a:solidFill>
                <a:latin typeface="Times New Roman" pitchFamily="18" charset="0"/>
              </a:defRPr>
            </a:lvl2pPr>
            <a:lvl3pPr marL="1143000" indent="-228600" defTabSz="841375">
              <a:defRPr sz="2800">
                <a:solidFill>
                  <a:schemeClr val="tx1"/>
                </a:solidFill>
                <a:latin typeface="Times New Roman" pitchFamily="18" charset="0"/>
              </a:defRPr>
            </a:lvl3pPr>
            <a:lvl4pPr marL="1600200" indent="-228600" defTabSz="841375">
              <a:defRPr sz="2800">
                <a:solidFill>
                  <a:schemeClr val="tx1"/>
                </a:solidFill>
                <a:latin typeface="Times New Roman" pitchFamily="18" charset="0"/>
              </a:defRPr>
            </a:lvl4pPr>
            <a:lvl5pPr marL="2057400" indent="-228600" defTabSz="841375">
              <a:defRPr sz="2800">
                <a:solidFill>
                  <a:schemeClr val="tx1"/>
                </a:solidFill>
                <a:latin typeface="Times New Roman" pitchFamily="18" charset="0"/>
              </a:defRPr>
            </a:lvl5pPr>
            <a:lvl6pPr marL="2514600" indent="-228600" defTabSz="841375" eaLnBrk="0" fontAlgn="base" hangingPunct="0">
              <a:spcBef>
                <a:spcPct val="0"/>
              </a:spcBef>
              <a:spcAft>
                <a:spcPct val="0"/>
              </a:spcAft>
              <a:defRPr sz="2800">
                <a:solidFill>
                  <a:schemeClr val="tx1"/>
                </a:solidFill>
                <a:latin typeface="Times New Roman" pitchFamily="18" charset="0"/>
              </a:defRPr>
            </a:lvl6pPr>
            <a:lvl7pPr marL="2971800" indent="-228600" defTabSz="841375" eaLnBrk="0" fontAlgn="base" hangingPunct="0">
              <a:spcBef>
                <a:spcPct val="0"/>
              </a:spcBef>
              <a:spcAft>
                <a:spcPct val="0"/>
              </a:spcAft>
              <a:defRPr sz="2800">
                <a:solidFill>
                  <a:schemeClr val="tx1"/>
                </a:solidFill>
                <a:latin typeface="Times New Roman" pitchFamily="18" charset="0"/>
              </a:defRPr>
            </a:lvl7pPr>
            <a:lvl8pPr marL="3429000" indent="-228600" defTabSz="841375" eaLnBrk="0" fontAlgn="base" hangingPunct="0">
              <a:spcBef>
                <a:spcPct val="0"/>
              </a:spcBef>
              <a:spcAft>
                <a:spcPct val="0"/>
              </a:spcAft>
              <a:defRPr sz="2800">
                <a:solidFill>
                  <a:schemeClr val="tx1"/>
                </a:solidFill>
                <a:latin typeface="Times New Roman" pitchFamily="18" charset="0"/>
              </a:defRPr>
            </a:lvl8pPr>
            <a:lvl9pPr marL="3886200" indent="-228600" defTabSz="841375" eaLnBrk="0" fontAlgn="base" hangingPunct="0">
              <a:spcBef>
                <a:spcPct val="0"/>
              </a:spcBef>
              <a:spcAft>
                <a:spcPct val="0"/>
              </a:spcAft>
              <a:defRPr sz="2800">
                <a:solidFill>
                  <a:schemeClr val="tx1"/>
                </a:solidFill>
                <a:latin typeface="Times New Roman" pitchFamily="18" charset="0"/>
              </a:defRPr>
            </a:lvl9pPr>
          </a:lstStyle>
          <a:p>
            <a:pPr marL="0" marR="0" lvl="0" indent="0" algn="r" defTabSz="841375" rtl="0" eaLnBrk="0" fontAlgn="base" latinLnBrk="0" hangingPunct="0">
              <a:lnSpc>
                <a:spcPct val="100000"/>
              </a:lnSpc>
              <a:spcBef>
                <a:spcPct val="0"/>
              </a:spcBef>
              <a:spcAft>
                <a:spcPct val="0"/>
              </a:spcAft>
              <a:buClrTx/>
              <a:buSzTx/>
              <a:buFontTx/>
              <a:buNone/>
              <a:tabLst/>
              <a:defRPr/>
            </a:pPr>
            <a:fld id="{9230C636-ECB8-47BE-92DE-F91BE5C0FACE}" type="slidenum">
              <a:rPr kumimoji="0" lang="en-US" sz="1000" b="0" i="1"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841375" rtl="0" eaLnBrk="0" fontAlgn="base" latinLnBrk="0" hangingPunct="0">
                <a:lnSpc>
                  <a:spcPct val="100000"/>
                </a:lnSpc>
                <a:spcBef>
                  <a:spcPct val="0"/>
                </a:spcBef>
                <a:spcAft>
                  <a:spcPct val="0"/>
                </a:spcAft>
                <a:buClrTx/>
                <a:buSzTx/>
                <a:buFontTx/>
                <a:buNone/>
                <a:tabLst/>
                <a:defRPr/>
              </a:pPr>
              <a:t>1</a:t>
            </a:fld>
            <a:endParaRPr kumimoji="0" lang="en-US" sz="10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284031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2097B1C-60C7-45D1-AA95-42ECB37D1A11}" type="slidenum">
              <a:rPr lang="en-HK" smtClean="0"/>
              <a:t>10</a:t>
            </a:fld>
            <a:endParaRPr lang="en-HK"/>
          </a:p>
        </p:txBody>
      </p:sp>
    </p:spTree>
    <p:extLst>
      <p:ext uri="{BB962C8B-B14F-4D97-AF65-F5344CB8AC3E}">
        <p14:creationId xmlns:p14="http://schemas.microsoft.com/office/powerpoint/2010/main" val="13574290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Line 1026"/>
          <p:cNvSpPr>
            <a:spLocks noChangeShapeType="1"/>
          </p:cNvSpPr>
          <p:nvPr/>
        </p:nvSpPr>
        <p:spPr bwMode="auto">
          <a:xfrm>
            <a:off x="0" y="3429000"/>
            <a:ext cx="10702692"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800"/>
          </a:p>
        </p:txBody>
      </p:sp>
      <p:sp>
        <p:nvSpPr>
          <p:cNvPr id="3075" name="Rectangle 1027"/>
          <p:cNvSpPr>
            <a:spLocks noGrp="1" noChangeArrowheads="1"/>
          </p:cNvSpPr>
          <p:nvPr>
            <p:ph type="ctrTitle" sz="quarter"/>
          </p:nvPr>
        </p:nvSpPr>
        <p:spPr>
          <a:xfrm>
            <a:off x="469074" y="381000"/>
            <a:ext cx="11163947" cy="3048000"/>
          </a:xfrm>
        </p:spPr>
        <p:txBody>
          <a:bodyPr/>
          <a:lstStyle>
            <a:lvl1pPr>
              <a:defRPr sz="6600"/>
            </a:lvl1pPr>
          </a:lstStyle>
          <a:p>
            <a:r>
              <a:rPr lang="en-US"/>
              <a:t>Click to edit Master title style</a:t>
            </a:r>
          </a:p>
        </p:txBody>
      </p:sp>
      <p:sp>
        <p:nvSpPr>
          <p:cNvPr id="3076" name="Rectangle 1028"/>
          <p:cNvSpPr>
            <a:spLocks noGrp="1" noChangeArrowheads="1"/>
          </p:cNvSpPr>
          <p:nvPr>
            <p:ph type="subTitle" sz="quarter" idx="1"/>
          </p:nvPr>
        </p:nvSpPr>
        <p:spPr>
          <a:xfrm>
            <a:off x="494482" y="3886200"/>
            <a:ext cx="11163947" cy="2819400"/>
          </a:xfrm>
        </p:spPr>
        <p:txBody>
          <a:bodyPr/>
          <a:lstStyle>
            <a:lvl1pPr marL="0" indent="0">
              <a:buFont typeface="Wingdings" pitchFamily="2" charset="2"/>
              <a:buNone/>
              <a:defRPr/>
            </a:lvl1pPr>
          </a:lstStyle>
          <a:p>
            <a:r>
              <a:rPr lang="en-US"/>
              <a:t>Click to edit Master subtitle style</a:t>
            </a:r>
          </a:p>
        </p:txBody>
      </p:sp>
      <p:sp>
        <p:nvSpPr>
          <p:cNvPr id="5" name="Rectangle 1029"/>
          <p:cNvSpPr>
            <a:spLocks noGrp="1" noChangeArrowheads="1"/>
          </p:cNvSpPr>
          <p:nvPr>
            <p:ph type="dt" sz="quarter" idx="10"/>
          </p:nvPr>
        </p:nvSpPr>
        <p:spPr>
          <a:xfrm>
            <a:off x="494482" y="6248400"/>
            <a:ext cx="2538859" cy="457200"/>
          </a:xfrm>
        </p:spPr>
        <p:txBody>
          <a:bodyPr/>
          <a:lstStyle>
            <a:lvl1pPr>
              <a:defRPr/>
            </a:lvl1pPr>
          </a:lstStyle>
          <a:p>
            <a:pPr>
              <a:defRPr/>
            </a:pPr>
            <a:endParaRPr lang="en-US"/>
          </a:p>
        </p:txBody>
      </p:sp>
      <p:sp>
        <p:nvSpPr>
          <p:cNvPr id="6" name="Rectangle 1030"/>
          <p:cNvSpPr>
            <a:spLocks noGrp="1" noChangeArrowheads="1"/>
          </p:cNvSpPr>
          <p:nvPr>
            <p:ph type="ftr" sz="quarter" idx="11"/>
          </p:nvPr>
        </p:nvSpPr>
        <p:spPr>
          <a:xfrm>
            <a:off x="4145437" y="6248400"/>
            <a:ext cx="3862038" cy="457200"/>
          </a:xfrm>
        </p:spPr>
        <p:txBody>
          <a:bodyPr/>
          <a:lstStyle>
            <a:lvl1pPr>
              <a:defRPr/>
            </a:lvl1pPr>
          </a:lstStyle>
          <a:p>
            <a:pPr>
              <a:defRPr/>
            </a:pPr>
            <a:r>
              <a:rPr lang="en-US"/>
              <a:t>Software Quality</a:t>
            </a:r>
          </a:p>
        </p:txBody>
      </p:sp>
      <p:sp>
        <p:nvSpPr>
          <p:cNvPr id="7" name="Rectangle 1031"/>
          <p:cNvSpPr>
            <a:spLocks noGrp="1" noChangeArrowheads="1"/>
          </p:cNvSpPr>
          <p:nvPr>
            <p:ph type="sldNum" sz="quarter" idx="12"/>
          </p:nvPr>
        </p:nvSpPr>
        <p:spPr>
          <a:xfrm>
            <a:off x="9119569" y="6248400"/>
            <a:ext cx="2538861" cy="457200"/>
          </a:xfrm>
        </p:spPr>
        <p:txBody>
          <a:bodyPr/>
          <a:lstStyle>
            <a:lvl1pPr>
              <a:defRPr/>
            </a:lvl1pPr>
          </a:lstStyle>
          <a:p>
            <a:pPr>
              <a:defRPr/>
            </a:pPr>
            <a:fld id="{C9E3E309-C4F3-40C3-813B-7A36DC967DF9}" type="slidenum">
              <a:rPr lang="en-US"/>
              <a:pPr>
                <a:defRPr/>
              </a:pPr>
              <a:t>‹#›</a:t>
            </a:fld>
            <a:endParaRPr lang="en-US"/>
          </a:p>
        </p:txBody>
      </p:sp>
    </p:spTree>
    <p:extLst>
      <p:ext uri="{BB962C8B-B14F-4D97-AF65-F5344CB8AC3E}">
        <p14:creationId xmlns:p14="http://schemas.microsoft.com/office/powerpoint/2010/main" val="22210348"/>
      </p:ext>
    </p:extLst>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63B8F44C-0EDE-4D7D-9086-BD1CF3CE7AF7}" type="slidenum">
              <a:rPr lang="en-US"/>
              <a:pPr>
                <a:defRPr/>
              </a:pPr>
              <a:t>‹#›</a:t>
            </a:fld>
            <a:endParaRPr lang="en-US"/>
          </a:p>
        </p:txBody>
      </p:sp>
    </p:spTree>
    <p:extLst>
      <p:ext uri="{BB962C8B-B14F-4D97-AF65-F5344CB8AC3E}">
        <p14:creationId xmlns:p14="http://schemas.microsoft.com/office/powerpoint/2010/main" val="37930553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556" y="4406901"/>
            <a:ext cx="10362614"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556" y="2906713"/>
            <a:ext cx="10362614"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ECCD115F-8D68-417D-BE51-0997C55306EF}" type="slidenum">
              <a:rPr lang="en-US"/>
              <a:pPr>
                <a:defRPr/>
              </a:pPr>
              <a:t>‹#›</a:t>
            </a:fld>
            <a:endParaRPr lang="en-US"/>
          </a:p>
        </p:txBody>
      </p:sp>
    </p:spTree>
    <p:extLst>
      <p:ext uri="{BB962C8B-B14F-4D97-AF65-F5344CB8AC3E}">
        <p14:creationId xmlns:p14="http://schemas.microsoft.com/office/powerpoint/2010/main" val="334934791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164" y="1676400"/>
            <a:ext cx="5468614"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4407" y="1676400"/>
            <a:ext cx="5468614"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7" name="Rectangle 7"/>
          <p:cNvSpPr>
            <a:spLocks noGrp="1" noChangeArrowheads="1"/>
          </p:cNvSpPr>
          <p:nvPr>
            <p:ph type="sldNum" sz="quarter" idx="12"/>
          </p:nvPr>
        </p:nvSpPr>
        <p:spPr>
          <a:ln/>
        </p:spPr>
        <p:txBody>
          <a:bodyPr/>
          <a:lstStyle>
            <a:lvl1pPr>
              <a:defRPr/>
            </a:lvl1pPr>
          </a:lstStyle>
          <a:p>
            <a:pPr>
              <a:defRPr/>
            </a:pPr>
            <a:fld id="{D6C972CB-25A0-49CA-A04F-81E0CCB967DE}" type="slidenum">
              <a:rPr lang="en-US"/>
              <a:pPr>
                <a:defRPr/>
              </a:pPr>
              <a:t>‹#›</a:t>
            </a:fld>
            <a:endParaRPr lang="en-US"/>
          </a:p>
        </p:txBody>
      </p:sp>
    </p:spTree>
    <p:extLst>
      <p:ext uri="{BB962C8B-B14F-4D97-AF65-F5344CB8AC3E}">
        <p14:creationId xmlns:p14="http://schemas.microsoft.com/office/powerpoint/2010/main" val="298654069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796" y="274638"/>
            <a:ext cx="10972409"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796" y="1535113"/>
            <a:ext cx="538652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796" y="2174875"/>
            <a:ext cx="538652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725" y="1535113"/>
            <a:ext cx="53884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725" y="2174875"/>
            <a:ext cx="538848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9" name="Rectangle 7"/>
          <p:cNvSpPr>
            <a:spLocks noGrp="1" noChangeArrowheads="1"/>
          </p:cNvSpPr>
          <p:nvPr>
            <p:ph type="sldNum" sz="quarter" idx="12"/>
          </p:nvPr>
        </p:nvSpPr>
        <p:spPr>
          <a:ln/>
        </p:spPr>
        <p:txBody>
          <a:bodyPr/>
          <a:lstStyle>
            <a:lvl1pPr>
              <a:defRPr/>
            </a:lvl1pPr>
          </a:lstStyle>
          <a:p>
            <a:pPr>
              <a:defRPr/>
            </a:pPr>
            <a:fld id="{65FA675B-1F56-4A1F-B974-9460B94FF877}" type="slidenum">
              <a:rPr lang="en-US"/>
              <a:pPr>
                <a:defRPr/>
              </a:pPr>
              <a:t>‹#›</a:t>
            </a:fld>
            <a:endParaRPr lang="en-US"/>
          </a:p>
        </p:txBody>
      </p:sp>
    </p:spTree>
    <p:extLst>
      <p:ext uri="{BB962C8B-B14F-4D97-AF65-F5344CB8AC3E}">
        <p14:creationId xmlns:p14="http://schemas.microsoft.com/office/powerpoint/2010/main" val="238811373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5" name="Rectangle 7"/>
          <p:cNvSpPr>
            <a:spLocks noGrp="1" noChangeArrowheads="1"/>
          </p:cNvSpPr>
          <p:nvPr>
            <p:ph type="sldNum" sz="quarter" idx="12"/>
          </p:nvPr>
        </p:nvSpPr>
        <p:spPr>
          <a:ln/>
        </p:spPr>
        <p:txBody>
          <a:bodyPr/>
          <a:lstStyle>
            <a:lvl1pPr>
              <a:defRPr/>
            </a:lvl1pPr>
          </a:lstStyle>
          <a:p>
            <a:pPr>
              <a:defRPr/>
            </a:pPr>
            <a:fld id="{C55598A2-17A2-444F-952B-9804449BE04B}" type="slidenum">
              <a:rPr lang="en-US"/>
              <a:pPr>
                <a:defRPr/>
              </a:pPr>
              <a:t>‹#›</a:t>
            </a:fld>
            <a:endParaRPr lang="en-US"/>
          </a:p>
        </p:txBody>
      </p:sp>
    </p:spTree>
    <p:extLst>
      <p:ext uri="{BB962C8B-B14F-4D97-AF65-F5344CB8AC3E}">
        <p14:creationId xmlns:p14="http://schemas.microsoft.com/office/powerpoint/2010/main" val="15058521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4" name="Rectangle 7"/>
          <p:cNvSpPr>
            <a:spLocks noGrp="1" noChangeArrowheads="1"/>
          </p:cNvSpPr>
          <p:nvPr>
            <p:ph type="sldNum" sz="quarter" idx="12"/>
          </p:nvPr>
        </p:nvSpPr>
        <p:spPr>
          <a:ln/>
        </p:spPr>
        <p:txBody>
          <a:bodyPr/>
          <a:lstStyle>
            <a:lvl1pPr>
              <a:defRPr/>
            </a:lvl1pPr>
          </a:lstStyle>
          <a:p>
            <a:pPr>
              <a:defRPr/>
            </a:pPr>
            <a:fld id="{1AD18685-0001-4CA4-BB9B-682137D85FB6}" type="slidenum">
              <a:rPr lang="en-US"/>
              <a:pPr>
                <a:defRPr/>
              </a:pPr>
              <a:t>‹#›</a:t>
            </a:fld>
            <a:endParaRPr lang="en-US"/>
          </a:p>
        </p:txBody>
      </p:sp>
    </p:spTree>
    <p:extLst>
      <p:ext uri="{BB962C8B-B14F-4D97-AF65-F5344CB8AC3E}">
        <p14:creationId xmlns:p14="http://schemas.microsoft.com/office/powerpoint/2010/main" val="293175534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95" y="273050"/>
            <a:ext cx="401057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959" y="273051"/>
            <a:ext cx="681524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795" y="1435101"/>
            <a:ext cx="401057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7" name="Rectangle 7"/>
          <p:cNvSpPr>
            <a:spLocks noGrp="1" noChangeArrowheads="1"/>
          </p:cNvSpPr>
          <p:nvPr>
            <p:ph type="sldNum" sz="quarter" idx="12"/>
          </p:nvPr>
        </p:nvSpPr>
        <p:spPr>
          <a:ln/>
        </p:spPr>
        <p:txBody>
          <a:bodyPr/>
          <a:lstStyle>
            <a:lvl1pPr>
              <a:defRPr/>
            </a:lvl1pPr>
          </a:lstStyle>
          <a:p>
            <a:pPr>
              <a:defRPr/>
            </a:pPr>
            <a:fld id="{A00572DE-3297-44C9-8095-AE1A459C6662}" type="slidenum">
              <a:rPr lang="en-US"/>
              <a:pPr>
                <a:defRPr/>
              </a:pPr>
              <a:t>‹#›</a:t>
            </a:fld>
            <a:endParaRPr lang="en-US"/>
          </a:p>
        </p:txBody>
      </p:sp>
    </p:spTree>
    <p:extLst>
      <p:ext uri="{BB962C8B-B14F-4D97-AF65-F5344CB8AC3E}">
        <p14:creationId xmlns:p14="http://schemas.microsoft.com/office/powerpoint/2010/main" val="413886253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21" y="4800600"/>
            <a:ext cx="7313636"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90321" y="612775"/>
            <a:ext cx="731363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90321" y="5367338"/>
            <a:ext cx="731363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7" name="Rectangle 7"/>
          <p:cNvSpPr>
            <a:spLocks noGrp="1" noChangeArrowheads="1"/>
          </p:cNvSpPr>
          <p:nvPr>
            <p:ph type="sldNum" sz="quarter" idx="12"/>
          </p:nvPr>
        </p:nvSpPr>
        <p:spPr>
          <a:ln/>
        </p:spPr>
        <p:txBody>
          <a:bodyPr/>
          <a:lstStyle>
            <a:lvl1pPr>
              <a:defRPr/>
            </a:lvl1pPr>
          </a:lstStyle>
          <a:p>
            <a:pPr>
              <a:defRPr/>
            </a:pPr>
            <a:fld id="{C68E5FA2-5579-48D2-AAEA-0395A9685864}" type="slidenum">
              <a:rPr lang="en-US"/>
              <a:pPr>
                <a:defRPr/>
              </a:pPr>
              <a:t>‹#›</a:t>
            </a:fld>
            <a:endParaRPr lang="en-US"/>
          </a:p>
        </p:txBody>
      </p:sp>
    </p:spTree>
    <p:extLst>
      <p:ext uri="{BB962C8B-B14F-4D97-AF65-F5344CB8AC3E}">
        <p14:creationId xmlns:p14="http://schemas.microsoft.com/office/powerpoint/2010/main" val="53830667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4EDE836C-C506-41B6-AE73-6EC51D540379}" type="slidenum">
              <a:rPr lang="en-US"/>
              <a:pPr>
                <a:defRPr/>
              </a:pPr>
              <a:t>‹#›</a:t>
            </a:fld>
            <a:endParaRPr lang="en-US"/>
          </a:p>
        </p:txBody>
      </p:sp>
    </p:spTree>
    <p:extLst>
      <p:ext uri="{BB962C8B-B14F-4D97-AF65-F5344CB8AC3E}">
        <p14:creationId xmlns:p14="http://schemas.microsoft.com/office/powerpoint/2010/main" val="233417166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51807" y="266700"/>
            <a:ext cx="2781214" cy="6362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163" y="266700"/>
            <a:ext cx="8156015" cy="6362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C807D62A-A25F-4874-AB67-6CF4C9C4736C}" type="slidenum">
              <a:rPr lang="en-US"/>
              <a:pPr>
                <a:defRPr/>
              </a:pPr>
              <a:t>‹#›</a:t>
            </a:fld>
            <a:endParaRPr lang="en-US"/>
          </a:p>
        </p:txBody>
      </p:sp>
    </p:spTree>
    <p:extLst>
      <p:ext uri="{BB962C8B-B14F-4D97-AF65-F5344CB8AC3E}">
        <p14:creationId xmlns:p14="http://schemas.microsoft.com/office/powerpoint/2010/main" val="73130898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163" y="266700"/>
            <a:ext cx="11124858" cy="1104900"/>
          </a:xfrm>
        </p:spPr>
        <p:txBody>
          <a:bodyPr/>
          <a:lstStyle/>
          <a:p>
            <a:r>
              <a:rPr lang="en-US"/>
              <a:t>Click to edit Master title style</a:t>
            </a:r>
          </a:p>
        </p:txBody>
      </p:sp>
      <p:sp>
        <p:nvSpPr>
          <p:cNvPr id="3" name="Table Placeholder 2"/>
          <p:cNvSpPr>
            <a:spLocks noGrp="1"/>
          </p:cNvSpPr>
          <p:nvPr>
            <p:ph type="tbl" idx="1"/>
          </p:nvPr>
        </p:nvSpPr>
        <p:spPr>
          <a:xfrm>
            <a:off x="508163" y="1676400"/>
            <a:ext cx="11124858" cy="4953000"/>
          </a:xfrm>
        </p:spPr>
        <p:txBody>
          <a:bodyPr/>
          <a:lstStyle/>
          <a:p>
            <a:pPr lvl="0"/>
            <a:endParaRPr lang="en-US" noProof="0"/>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5792DDC3-EFA3-4647-8A6E-E8039DA1A91A}" type="slidenum">
              <a:rPr lang="en-US"/>
              <a:pPr>
                <a:defRPr/>
              </a:pPr>
              <a:t>‹#›</a:t>
            </a:fld>
            <a:endParaRPr lang="en-US"/>
          </a:p>
        </p:txBody>
      </p:sp>
    </p:spTree>
    <p:extLst>
      <p:ext uri="{BB962C8B-B14F-4D97-AF65-F5344CB8AC3E}">
        <p14:creationId xmlns:p14="http://schemas.microsoft.com/office/powerpoint/2010/main" val="41012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1371600"/>
            <a:ext cx="10702692"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800"/>
          </a:p>
        </p:txBody>
      </p:sp>
      <p:sp>
        <p:nvSpPr>
          <p:cNvPr id="1027" name="Rectangle 3"/>
          <p:cNvSpPr>
            <a:spLocks noGrp="1" noChangeArrowheads="1"/>
          </p:cNvSpPr>
          <p:nvPr>
            <p:ph type="title"/>
          </p:nvPr>
        </p:nvSpPr>
        <p:spPr bwMode="auto">
          <a:xfrm>
            <a:off x="508163" y="266700"/>
            <a:ext cx="11124858"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508163" y="1676400"/>
            <a:ext cx="1112485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dt" sz="half" idx="2"/>
          </p:nvPr>
        </p:nvSpPr>
        <p:spPr bwMode="auto">
          <a:xfrm>
            <a:off x="508163" y="6172200"/>
            <a:ext cx="2538861"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solidFill>
                  <a:schemeClr val="folHlink"/>
                </a:solidFill>
              </a:defRPr>
            </a:lvl1pPr>
          </a:lstStyle>
          <a:p>
            <a:pPr>
              <a:defRPr/>
            </a:pPr>
            <a:endParaRPr lang="en-US"/>
          </a:p>
        </p:txBody>
      </p:sp>
      <p:sp>
        <p:nvSpPr>
          <p:cNvPr id="1030" name="Rectangle 6"/>
          <p:cNvSpPr>
            <a:spLocks noGrp="1" noChangeArrowheads="1"/>
          </p:cNvSpPr>
          <p:nvPr>
            <p:ph type="ftr" sz="quarter" idx="3"/>
          </p:nvPr>
        </p:nvSpPr>
        <p:spPr bwMode="auto">
          <a:xfrm>
            <a:off x="4164982" y="6172200"/>
            <a:ext cx="3862038"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a:solidFill>
                  <a:schemeClr val="folHlink"/>
                </a:solidFill>
              </a:defRPr>
            </a:lvl1pPr>
          </a:lstStyle>
          <a:p>
            <a:pPr>
              <a:defRPr/>
            </a:pPr>
            <a:r>
              <a:rPr lang="en-US"/>
              <a:t>Software Quality</a:t>
            </a:r>
          </a:p>
        </p:txBody>
      </p:sp>
      <p:sp>
        <p:nvSpPr>
          <p:cNvPr id="1031" name="Rectangle 7"/>
          <p:cNvSpPr>
            <a:spLocks noGrp="1" noChangeArrowheads="1"/>
          </p:cNvSpPr>
          <p:nvPr>
            <p:ph type="sldNum" sz="quarter" idx="4"/>
          </p:nvPr>
        </p:nvSpPr>
        <p:spPr bwMode="auto">
          <a:xfrm>
            <a:off x="9144978" y="6172200"/>
            <a:ext cx="2538859"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solidFill>
                  <a:schemeClr val="folHlink"/>
                </a:solidFill>
              </a:defRPr>
            </a:lvl1pPr>
          </a:lstStyle>
          <a:p>
            <a:pPr>
              <a:defRPr/>
            </a:pPr>
            <a:fld id="{BD8E331F-9D83-4245-9A62-97CA84DE22F4}" type="slidenum">
              <a:rPr lang="en-US"/>
              <a:pPr>
                <a:defRPr/>
              </a:pPr>
              <a:t>‹#›</a:t>
            </a:fld>
            <a:endParaRPr lang="en-US"/>
          </a:p>
        </p:txBody>
      </p:sp>
    </p:spTree>
    <p:extLst>
      <p:ext uri="{BB962C8B-B14F-4D97-AF65-F5344CB8AC3E}">
        <p14:creationId xmlns:p14="http://schemas.microsoft.com/office/powerpoint/2010/main" val="38481675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rtl="0" eaLnBrk="0" fontAlgn="base" hangingPunct="0">
        <a:lnSpc>
          <a:spcPct val="90000"/>
        </a:lnSpc>
        <a:spcBef>
          <a:spcPct val="0"/>
        </a:spcBef>
        <a:spcAft>
          <a:spcPct val="0"/>
        </a:spcAft>
        <a:defRPr sz="4400" b="1">
          <a:solidFill>
            <a:schemeClr val="tx2"/>
          </a:solidFill>
          <a:latin typeface="+mj-lt"/>
          <a:ea typeface="+mj-ea"/>
          <a:cs typeface="+mj-cs"/>
        </a:defRPr>
      </a:lvl1pPr>
      <a:lvl2pPr algn="l" rtl="0" eaLnBrk="0" fontAlgn="base" hangingPunct="0">
        <a:lnSpc>
          <a:spcPct val="90000"/>
        </a:lnSpc>
        <a:spcBef>
          <a:spcPct val="0"/>
        </a:spcBef>
        <a:spcAft>
          <a:spcPct val="0"/>
        </a:spcAft>
        <a:defRPr sz="4400" b="1">
          <a:solidFill>
            <a:schemeClr val="tx2"/>
          </a:solidFill>
          <a:latin typeface="Times New Roman" pitchFamily="18" charset="0"/>
        </a:defRPr>
      </a:lvl2pPr>
      <a:lvl3pPr algn="l" rtl="0" eaLnBrk="0" fontAlgn="base" hangingPunct="0">
        <a:lnSpc>
          <a:spcPct val="90000"/>
        </a:lnSpc>
        <a:spcBef>
          <a:spcPct val="0"/>
        </a:spcBef>
        <a:spcAft>
          <a:spcPct val="0"/>
        </a:spcAft>
        <a:defRPr sz="4400" b="1">
          <a:solidFill>
            <a:schemeClr val="tx2"/>
          </a:solidFill>
          <a:latin typeface="Times New Roman" pitchFamily="18" charset="0"/>
        </a:defRPr>
      </a:lvl3pPr>
      <a:lvl4pPr algn="l" rtl="0" eaLnBrk="0" fontAlgn="base" hangingPunct="0">
        <a:lnSpc>
          <a:spcPct val="90000"/>
        </a:lnSpc>
        <a:spcBef>
          <a:spcPct val="0"/>
        </a:spcBef>
        <a:spcAft>
          <a:spcPct val="0"/>
        </a:spcAft>
        <a:defRPr sz="4400" b="1">
          <a:solidFill>
            <a:schemeClr val="tx2"/>
          </a:solidFill>
          <a:latin typeface="Times New Roman" pitchFamily="18" charset="0"/>
        </a:defRPr>
      </a:lvl4pPr>
      <a:lvl5pPr algn="l" rtl="0" eaLnBrk="0" fontAlgn="base" hangingPunct="0">
        <a:lnSpc>
          <a:spcPct val="90000"/>
        </a:lnSpc>
        <a:spcBef>
          <a:spcPct val="0"/>
        </a:spcBef>
        <a:spcAft>
          <a:spcPct val="0"/>
        </a:spcAft>
        <a:defRPr sz="4400" b="1">
          <a:solidFill>
            <a:schemeClr val="tx2"/>
          </a:solidFill>
          <a:latin typeface="Times New Roman" pitchFamily="18" charset="0"/>
        </a:defRPr>
      </a:lvl5pPr>
      <a:lvl6pPr marL="457200" algn="l" rtl="0" eaLnBrk="0" fontAlgn="base" hangingPunct="0">
        <a:lnSpc>
          <a:spcPct val="90000"/>
        </a:lnSpc>
        <a:spcBef>
          <a:spcPct val="0"/>
        </a:spcBef>
        <a:spcAft>
          <a:spcPct val="0"/>
        </a:spcAft>
        <a:defRPr sz="4400" b="1">
          <a:solidFill>
            <a:schemeClr val="tx2"/>
          </a:solidFill>
          <a:latin typeface="Times New Roman" pitchFamily="18" charset="0"/>
        </a:defRPr>
      </a:lvl6pPr>
      <a:lvl7pPr marL="914400" algn="l" rtl="0" eaLnBrk="0" fontAlgn="base" hangingPunct="0">
        <a:lnSpc>
          <a:spcPct val="90000"/>
        </a:lnSpc>
        <a:spcBef>
          <a:spcPct val="0"/>
        </a:spcBef>
        <a:spcAft>
          <a:spcPct val="0"/>
        </a:spcAft>
        <a:defRPr sz="4400" b="1">
          <a:solidFill>
            <a:schemeClr val="tx2"/>
          </a:solidFill>
          <a:latin typeface="Times New Roman" pitchFamily="18" charset="0"/>
        </a:defRPr>
      </a:lvl7pPr>
      <a:lvl8pPr marL="1371600" algn="l" rtl="0" eaLnBrk="0" fontAlgn="base" hangingPunct="0">
        <a:lnSpc>
          <a:spcPct val="90000"/>
        </a:lnSpc>
        <a:spcBef>
          <a:spcPct val="0"/>
        </a:spcBef>
        <a:spcAft>
          <a:spcPct val="0"/>
        </a:spcAft>
        <a:defRPr sz="4400" b="1">
          <a:solidFill>
            <a:schemeClr val="tx2"/>
          </a:solidFill>
          <a:latin typeface="Times New Roman" pitchFamily="18" charset="0"/>
        </a:defRPr>
      </a:lvl8pPr>
      <a:lvl9pPr marL="1828800" algn="l" rtl="0" eaLnBrk="0" fontAlgn="base" hangingPunct="0">
        <a:lnSpc>
          <a:spcPct val="90000"/>
        </a:lnSpc>
        <a:spcBef>
          <a:spcPct val="0"/>
        </a:spcBef>
        <a:spcAft>
          <a:spcPct val="0"/>
        </a:spcAft>
        <a:defRPr sz="4400" b="1">
          <a:solidFill>
            <a:schemeClr val="tx2"/>
          </a:solidFill>
          <a:latin typeface="Times New Roman" pitchFamily="18" charset="0"/>
        </a:defRPr>
      </a:lvl9pPr>
    </p:titleStyle>
    <p:bodyStyle>
      <a:lvl1pPr marL="398463" indent="-398463" algn="l" rtl="0" eaLnBrk="0" fontAlgn="base" hangingPunct="0">
        <a:spcBef>
          <a:spcPct val="20000"/>
        </a:spcBef>
        <a:spcAft>
          <a:spcPct val="0"/>
        </a:spcAft>
        <a:buClr>
          <a:schemeClr val="tx2"/>
        </a:buClr>
        <a:buSzPct val="60000"/>
        <a:buFont typeface="Wingdings" pitchFamily="2" charset="2"/>
        <a:buChar char="u"/>
        <a:defRPr sz="3200">
          <a:solidFill>
            <a:schemeClr val="tx1"/>
          </a:solidFill>
          <a:latin typeface="+mn-lt"/>
          <a:ea typeface="+mn-ea"/>
          <a:cs typeface="+mn-cs"/>
        </a:defRPr>
      </a:lvl1pPr>
      <a:lvl2pPr marL="862013" indent="-349250" algn="l" rtl="0" eaLnBrk="0" fontAlgn="base" hangingPunct="0">
        <a:spcBef>
          <a:spcPct val="20000"/>
        </a:spcBef>
        <a:spcAft>
          <a:spcPct val="0"/>
        </a:spcAft>
        <a:buClr>
          <a:schemeClr val="tx2"/>
        </a:buClr>
        <a:buSzPct val="60000"/>
        <a:buFont typeface="Wingdings" pitchFamily="2" charset="2"/>
        <a:buChar char="n"/>
        <a:defRPr sz="2800">
          <a:solidFill>
            <a:schemeClr val="tx1"/>
          </a:solidFill>
          <a:latin typeface="+mn-lt"/>
        </a:defRPr>
      </a:lvl2pPr>
      <a:lvl3pPr marL="1262063" indent="-285750" algn="l" rtl="0" eaLnBrk="0" fontAlgn="base" hangingPunct="0">
        <a:spcBef>
          <a:spcPct val="20000"/>
        </a:spcBef>
        <a:spcAft>
          <a:spcPct val="0"/>
        </a:spcAft>
        <a:buClr>
          <a:schemeClr val="tx1"/>
        </a:buClr>
        <a:buSzPct val="60000"/>
        <a:buFont typeface="Wingdings" pitchFamily="2" charset="2"/>
        <a:buChar char="n"/>
        <a:defRPr sz="2400">
          <a:solidFill>
            <a:schemeClr val="tx1"/>
          </a:solidFill>
          <a:latin typeface="+mn-lt"/>
        </a:defRPr>
      </a:lvl3pPr>
      <a:lvl4pPr marL="1660525" indent="-284163" algn="l" rtl="0" eaLnBrk="0" fontAlgn="base" hangingPunct="0">
        <a:spcBef>
          <a:spcPct val="20000"/>
        </a:spcBef>
        <a:spcAft>
          <a:spcPct val="0"/>
        </a:spcAft>
        <a:buClr>
          <a:schemeClr val="tx1"/>
        </a:buClr>
        <a:buSzPct val="60000"/>
        <a:buFont typeface="Wingdings" pitchFamily="2" charset="2"/>
        <a:buChar char="u"/>
        <a:defRPr sz="2000">
          <a:solidFill>
            <a:schemeClr val="tx1"/>
          </a:solidFill>
          <a:latin typeface="+mn-lt"/>
        </a:defRPr>
      </a:lvl4pPr>
      <a:lvl5pPr marL="20589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5pPr>
      <a:lvl6pPr marL="25161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6pPr>
      <a:lvl7pPr marL="29733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7pPr>
      <a:lvl8pPr marL="34305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8pPr>
      <a:lvl9pPr marL="38877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31"/>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itchFamily="18" charset="0"/>
              </a:defRPr>
            </a:lvl1pPr>
            <a:lvl2pPr marL="742950" indent="-285750">
              <a:defRPr sz="2800">
                <a:solidFill>
                  <a:schemeClr val="tx1"/>
                </a:solidFill>
                <a:latin typeface="Times New Roman" pitchFamily="18" charset="0"/>
              </a:defRPr>
            </a:lvl2pPr>
            <a:lvl3pPr marL="1143000" indent="-228600">
              <a:defRPr sz="2800">
                <a:solidFill>
                  <a:schemeClr val="tx1"/>
                </a:solidFill>
                <a:latin typeface="Times New Roman" pitchFamily="18" charset="0"/>
              </a:defRPr>
            </a:lvl3pPr>
            <a:lvl4pPr marL="1600200" indent="-228600">
              <a:defRPr sz="2800">
                <a:solidFill>
                  <a:schemeClr val="tx1"/>
                </a:solidFill>
                <a:latin typeface="Times New Roman" pitchFamily="18" charset="0"/>
              </a:defRPr>
            </a:lvl4pPr>
            <a:lvl5pPr marL="2057400" indent="-22860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defTabSz="914400" eaLnBrk="0" fontAlgn="base" hangingPunct="0">
              <a:spcBef>
                <a:spcPct val="0"/>
              </a:spcBef>
              <a:spcAft>
                <a:spcPct val="0"/>
              </a:spcAft>
            </a:pPr>
            <a:fld id="{0465E2E4-7374-46A0-BB59-F56978D5F671}" type="slidenum">
              <a:rPr lang="en-US" sz="1400">
                <a:solidFill>
                  <a:srgbClr val="808080"/>
                </a:solidFill>
              </a:rPr>
              <a:pPr defTabSz="914400" eaLnBrk="0" fontAlgn="base" hangingPunct="0">
                <a:spcBef>
                  <a:spcPct val="0"/>
                </a:spcBef>
                <a:spcAft>
                  <a:spcPct val="0"/>
                </a:spcAft>
              </a:pPr>
              <a:t>1</a:t>
            </a:fld>
            <a:endParaRPr lang="en-US" sz="1400">
              <a:solidFill>
                <a:srgbClr val="808080"/>
              </a:solidFill>
            </a:endParaRPr>
          </a:p>
        </p:txBody>
      </p:sp>
      <p:sp>
        <p:nvSpPr>
          <p:cNvPr id="3075" name="Rectangle 2"/>
          <p:cNvSpPr>
            <a:spLocks noGrp="1" noChangeArrowheads="1"/>
          </p:cNvSpPr>
          <p:nvPr>
            <p:ph type="ctrTitle"/>
          </p:nvPr>
        </p:nvSpPr>
        <p:spPr>
          <a:xfrm>
            <a:off x="446424" y="497305"/>
            <a:ext cx="10518284" cy="2743200"/>
          </a:xfrm>
          <a:noFill/>
        </p:spPr>
        <p:txBody>
          <a:bodyPr/>
          <a:lstStyle/>
          <a:p>
            <a:r>
              <a:rPr lang="en-US" sz="4400" i="1"/>
              <a:t>CS5351 Software Engineering</a:t>
            </a:r>
            <a:br>
              <a:rPr lang="en-US" sz="4400" i="1"/>
            </a:br>
            <a:r>
              <a:rPr lang="en-US" sz="4400" i="1"/>
              <a:t>202</a:t>
            </a:r>
            <a:r>
              <a:rPr lang="en-US" altLang="zh-CN" sz="4400" i="1"/>
              <a:t>5</a:t>
            </a:r>
            <a:r>
              <a:rPr lang="en-US" sz="4400" i="1"/>
              <a:t>/2</a:t>
            </a:r>
            <a:r>
              <a:rPr lang="en-US" altLang="zh-CN" sz="4400" i="1"/>
              <a:t>6</a:t>
            </a:r>
            <a:r>
              <a:rPr lang="en-US" sz="4400" i="1"/>
              <a:t> Semester A</a:t>
            </a:r>
            <a:br>
              <a:rPr lang="en-US" sz="7200"/>
            </a:br>
            <a:r>
              <a:rPr lang="en-US" sz="6000"/>
              <a:t>Quiz 2</a:t>
            </a:r>
            <a:endParaRPr lang="en-US" sz="4400"/>
          </a:p>
        </p:txBody>
      </p:sp>
    </p:spTree>
  </p:cSld>
  <p:clrMapOvr>
    <a:overrideClrMapping bg1="lt1" tx1="dk1" bg2="lt2" tx2="dk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6EC9-025B-4C70-98E9-EC54DF677976}"/>
              </a:ext>
            </a:extLst>
          </p:cNvPr>
          <p:cNvSpPr>
            <a:spLocks noGrp="1"/>
          </p:cNvSpPr>
          <p:nvPr>
            <p:ph type="title"/>
          </p:nvPr>
        </p:nvSpPr>
        <p:spPr>
          <a:xfrm>
            <a:off x="508163" y="266700"/>
            <a:ext cx="11124858" cy="1104900"/>
          </a:xfrm>
        </p:spPr>
        <p:txBody>
          <a:bodyPr wrap="square" anchor="b">
            <a:normAutofit/>
          </a:bodyPr>
          <a:lstStyle/>
          <a:p>
            <a:r>
              <a:rPr lang="en-HK"/>
              <a:t>Summary</a:t>
            </a:r>
          </a:p>
        </p:txBody>
      </p:sp>
      <p:graphicFrame>
        <p:nvGraphicFramePr>
          <p:cNvPr id="6" name="Table 5">
            <a:extLst>
              <a:ext uri="{FF2B5EF4-FFF2-40B4-BE49-F238E27FC236}">
                <a16:creationId xmlns:a16="http://schemas.microsoft.com/office/drawing/2014/main" id="{BC2404AB-19AA-B2BC-B853-CDC0537A20EB}"/>
              </a:ext>
            </a:extLst>
          </p:cNvPr>
          <p:cNvGraphicFramePr>
            <a:graphicFrameLocks noGrp="1"/>
          </p:cNvGraphicFramePr>
          <p:nvPr>
            <p:extLst>
              <p:ext uri="{D42A27DB-BD31-4B8C-83A1-F6EECF244321}">
                <p14:modId xmlns:p14="http://schemas.microsoft.com/office/powerpoint/2010/main" val="3481230705"/>
              </p:ext>
            </p:extLst>
          </p:nvPr>
        </p:nvGraphicFramePr>
        <p:xfrm>
          <a:off x="615439" y="1612048"/>
          <a:ext cx="2293103" cy="4863490"/>
        </p:xfrm>
        <a:graphic>
          <a:graphicData uri="http://schemas.openxmlformats.org/drawingml/2006/table">
            <a:tbl>
              <a:tblPr bandRow="1">
                <a:tableStyleId>{08FB837D-C827-4EFA-A057-4D05807E0F7C}</a:tableStyleId>
              </a:tblPr>
              <a:tblGrid>
                <a:gridCol w="1234748">
                  <a:extLst>
                    <a:ext uri="{9D8B030D-6E8A-4147-A177-3AD203B41FA5}">
                      <a16:colId xmlns:a16="http://schemas.microsoft.com/office/drawing/2014/main" val="2808482295"/>
                    </a:ext>
                  </a:extLst>
                </a:gridCol>
                <a:gridCol w="1058355">
                  <a:extLst>
                    <a:ext uri="{9D8B030D-6E8A-4147-A177-3AD203B41FA5}">
                      <a16:colId xmlns:a16="http://schemas.microsoft.com/office/drawing/2014/main" val="1800337744"/>
                    </a:ext>
                  </a:extLst>
                </a:gridCol>
              </a:tblGrid>
              <a:tr h="486349">
                <a:tc>
                  <a:txBody>
                    <a:bodyPr/>
                    <a:lstStyle/>
                    <a:p>
                      <a:pPr algn="ctr" fontAlgn="ctr"/>
                      <a:r>
                        <a:rPr lang="en" sz="2200" b="0" i="0" u="none" strike="noStrike">
                          <a:solidFill>
                            <a:srgbClr val="000000"/>
                          </a:solidFill>
                          <a:effectLst/>
                          <a:latin typeface="+mn-lt"/>
                          <a:ea typeface="等线" panose="02010600030101010101" pitchFamily="2" charset="-122"/>
                        </a:rPr>
                        <a:t>Bins</a:t>
                      </a:r>
                    </a:p>
                  </a:txBody>
                  <a:tcPr marL="9525" marR="9525" marT="9525" marB="0" anchor="ctr"/>
                </a:tc>
                <a:tc>
                  <a:txBody>
                    <a:bodyPr/>
                    <a:lstStyle/>
                    <a:p>
                      <a:pPr algn="ctr" fontAlgn="ctr"/>
                      <a:r>
                        <a:rPr lang="en" sz="2200" b="0" i="0" u="none" strike="noStrike">
                          <a:solidFill>
                            <a:srgbClr val="000000"/>
                          </a:solidFill>
                          <a:effectLst/>
                          <a:latin typeface="+mn-lt"/>
                          <a:ea typeface="等线" panose="02010600030101010101" pitchFamily="2" charset="-122"/>
                        </a:rPr>
                        <a:t>Num</a:t>
                      </a:r>
                    </a:p>
                  </a:txBody>
                  <a:tcPr marL="9525" marR="9525" marT="9525" marB="0" anchor="ctr"/>
                </a:tc>
                <a:extLst>
                  <a:ext uri="{0D108BD9-81ED-4DB2-BD59-A6C34878D82A}">
                    <a16:rowId xmlns:a16="http://schemas.microsoft.com/office/drawing/2014/main" val="2507004938"/>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100</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3</a:t>
                      </a:r>
                    </a:p>
                  </a:txBody>
                  <a:tcPr marL="9525" marR="9525" marT="9525" marB="0" anchor="ctr"/>
                </a:tc>
                <a:extLst>
                  <a:ext uri="{0D108BD9-81ED-4DB2-BD59-A6C34878D82A}">
                    <a16:rowId xmlns:a16="http://schemas.microsoft.com/office/drawing/2014/main" val="1805990066"/>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85</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3</a:t>
                      </a:r>
                    </a:p>
                  </a:txBody>
                  <a:tcPr marL="9525" marR="9525" marT="9525" marB="0" anchor="ctr"/>
                </a:tc>
                <a:extLst>
                  <a:ext uri="{0D108BD9-81ED-4DB2-BD59-A6C34878D82A}">
                    <a16:rowId xmlns:a16="http://schemas.microsoft.com/office/drawing/2014/main" val="3429761555"/>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80</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10</a:t>
                      </a:r>
                    </a:p>
                  </a:txBody>
                  <a:tcPr marL="9525" marR="9525" marT="9525" marB="0" anchor="ctr"/>
                </a:tc>
                <a:extLst>
                  <a:ext uri="{0D108BD9-81ED-4DB2-BD59-A6C34878D82A}">
                    <a16:rowId xmlns:a16="http://schemas.microsoft.com/office/drawing/2014/main" val="1197401478"/>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75</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8</a:t>
                      </a:r>
                    </a:p>
                  </a:txBody>
                  <a:tcPr marL="9525" marR="9525" marT="9525" marB="0" anchor="ctr"/>
                </a:tc>
                <a:extLst>
                  <a:ext uri="{0D108BD9-81ED-4DB2-BD59-A6C34878D82A}">
                    <a16:rowId xmlns:a16="http://schemas.microsoft.com/office/drawing/2014/main" val="2852977060"/>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70</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26</a:t>
                      </a:r>
                    </a:p>
                  </a:txBody>
                  <a:tcPr marL="9525" marR="9525" marT="9525" marB="0" anchor="ctr"/>
                </a:tc>
                <a:extLst>
                  <a:ext uri="{0D108BD9-81ED-4DB2-BD59-A6C34878D82A}">
                    <a16:rowId xmlns:a16="http://schemas.microsoft.com/office/drawing/2014/main" val="3785117688"/>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65</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29</a:t>
                      </a:r>
                    </a:p>
                  </a:txBody>
                  <a:tcPr marL="9525" marR="9525" marT="9525" marB="0" anchor="ctr"/>
                </a:tc>
                <a:extLst>
                  <a:ext uri="{0D108BD9-81ED-4DB2-BD59-A6C34878D82A}">
                    <a16:rowId xmlns:a16="http://schemas.microsoft.com/office/drawing/2014/main" val="4184626627"/>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60</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60</a:t>
                      </a:r>
                    </a:p>
                  </a:txBody>
                  <a:tcPr marL="9525" marR="9525" marT="9525" marB="0" anchor="ctr"/>
                </a:tc>
                <a:extLst>
                  <a:ext uri="{0D108BD9-81ED-4DB2-BD59-A6C34878D82A}">
                    <a16:rowId xmlns:a16="http://schemas.microsoft.com/office/drawing/2014/main" val="1823949683"/>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47</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27</a:t>
                      </a:r>
                    </a:p>
                  </a:txBody>
                  <a:tcPr marL="9525" marR="9525" marT="9525" marB="0" anchor="ctr"/>
                </a:tc>
                <a:extLst>
                  <a:ext uri="{0D108BD9-81ED-4DB2-BD59-A6C34878D82A}">
                    <a16:rowId xmlns:a16="http://schemas.microsoft.com/office/drawing/2014/main" val="2861320841"/>
                  </a:ext>
                </a:extLst>
              </a:tr>
              <a:tr h="486349">
                <a:tc>
                  <a:txBody>
                    <a:bodyPr/>
                    <a:lstStyle/>
                    <a:p>
                      <a:pPr algn="ctr" fontAlgn="ctr"/>
                      <a:r>
                        <a:rPr lang="en-US" altLang="zh-CN" sz="2200" b="0" i="0" u="none" strike="noStrike">
                          <a:solidFill>
                            <a:srgbClr val="000000"/>
                          </a:solidFill>
                          <a:effectLst/>
                          <a:latin typeface="+mn-lt"/>
                          <a:ea typeface="等线" panose="02010600030101010101" pitchFamily="2" charset="-122"/>
                        </a:rPr>
                        <a:t>35</a:t>
                      </a:r>
                    </a:p>
                  </a:txBody>
                  <a:tcPr marL="9525" marR="9525" marT="9525" marB="0" anchor="ctr"/>
                </a:tc>
                <a:tc>
                  <a:txBody>
                    <a:bodyPr/>
                    <a:lstStyle/>
                    <a:p>
                      <a:pPr algn="ctr" fontAlgn="ctr"/>
                      <a:r>
                        <a:rPr lang="en-US" altLang="zh-CN" sz="2200" b="0" i="0" u="none" strike="noStrike">
                          <a:solidFill>
                            <a:srgbClr val="000000"/>
                          </a:solidFill>
                          <a:effectLst/>
                          <a:latin typeface="+mn-lt"/>
                          <a:ea typeface="等线" panose="02010600030101010101" pitchFamily="2" charset="-122"/>
                        </a:rPr>
                        <a:t>23</a:t>
                      </a:r>
                    </a:p>
                  </a:txBody>
                  <a:tcPr marL="9525" marR="9525" marT="9525" marB="0" anchor="ctr"/>
                </a:tc>
                <a:extLst>
                  <a:ext uri="{0D108BD9-81ED-4DB2-BD59-A6C34878D82A}">
                    <a16:rowId xmlns:a16="http://schemas.microsoft.com/office/drawing/2014/main" val="1737766377"/>
                  </a:ext>
                </a:extLst>
              </a:tr>
            </a:tbl>
          </a:graphicData>
        </a:graphic>
      </p:graphicFrame>
      <p:graphicFrame>
        <p:nvGraphicFramePr>
          <p:cNvPr id="4" name="Table 13">
            <a:extLst>
              <a:ext uri="{FF2B5EF4-FFF2-40B4-BE49-F238E27FC236}">
                <a16:creationId xmlns:a16="http://schemas.microsoft.com/office/drawing/2014/main" id="{868B95A9-24B6-B507-F374-D38C17E9D81C}"/>
              </a:ext>
            </a:extLst>
          </p:cNvPr>
          <p:cNvGraphicFramePr>
            <a:graphicFrameLocks noGrp="1"/>
          </p:cNvGraphicFramePr>
          <p:nvPr>
            <p:extLst>
              <p:ext uri="{D42A27DB-BD31-4B8C-83A1-F6EECF244321}">
                <p14:modId xmlns:p14="http://schemas.microsoft.com/office/powerpoint/2010/main" val="2141577329"/>
              </p:ext>
            </p:extLst>
          </p:nvPr>
        </p:nvGraphicFramePr>
        <p:xfrm>
          <a:off x="4767476" y="1612048"/>
          <a:ext cx="5295468" cy="1260392"/>
        </p:xfrm>
        <a:graphic>
          <a:graphicData uri="http://schemas.openxmlformats.org/drawingml/2006/table">
            <a:tbl>
              <a:tblPr bandRow="1">
                <a:tableStyleId>{08FB837D-C827-4EFA-A057-4D05807E0F7C}</a:tableStyleId>
              </a:tblPr>
              <a:tblGrid>
                <a:gridCol w="1323867">
                  <a:extLst>
                    <a:ext uri="{9D8B030D-6E8A-4147-A177-3AD203B41FA5}">
                      <a16:colId xmlns:a16="http://schemas.microsoft.com/office/drawing/2014/main" val="3668399417"/>
                    </a:ext>
                  </a:extLst>
                </a:gridCol>
                <a:gridCol w="1323867">
                  <a:extLst>
                    <a:ext uri="{9D8B030D-6E8A-4147-A177-3AD203B41FA5}">
                      <a16:colId xmlns:a16="http://schemas.microsoft.com/office/drawing/2014/main" val="1962079121"/>
                    </a:ext>
                  </a:extLst>
                </a:gridCol>
                <a:gridCol w="1323867">
                  <a:extLst>
                    <a:ext uri="{9D8B030D-6E8A-4147-A177-3AD203B41FA5}">
                      <a16:colId xmlns:a16="http://schemas.microsoft.com/office/drawing/2014/main" val="3899606736"/>
                    </a:ext>
                  </a:extLst>
                </a:gridCol>
                <a:gridCol w="1323867">
                  <a:extLst>
                    <a:ext uri="{9D8B030D-6E8A-4147-A177-3AD203B41FA5}">
                      <a16:colId xmlns:a16="http://schemas.microsoft.com/office/drawing/2014/main" val="3660791605"/>
                    </a:ext>
                  </a:extLst>
                </a:gridCol>
              </a:tblGrid>
              <a:tr h="462856">
                <a:tc>
                  <a:txBody>
                    <a:bodyPr/>
                    <a:lstStyle/>
                    <a:p>
                      <a:pPr algn="ctr" fontAlgn="ctr"/>
                      <a:r>
                        <a:rPr lang="en" sz="2200" b="0" i="0" u="none" strike="noStrike">
                          <a:solidFill>
                            <a:srgbClr val="000000"/>
                          </a:solidFill>
                          <a:effectLst/>
                          <a:latin typeface="+mn-ea"/>
                          <a:ea typeface="+mn-ea"/>
                        </a:rPr>
                        <a:t>Mean</a:t>
                      </a:r>
                    </a:p>
                  </a:txBody>
                  <a:tcPr marL="9525" marR="9525" marT="9525" marB="0" anchor="ctr"/>
                </a:tc>
                <a:tc>
                  <a:txBody>
                    <a:bodyPr/>
                    <a:lstStyle/>
                    <a:p>
                      <a:pPr algn="ctr" fontAlgn="ctr"/>
                      <a:r>
                        <a:rPr lang="en" sz="2200" b="0" i="0" u="none" strike="noStrike">
                          <a:solidFill>
                            <a:srgbClr val="000000"/>
                          </a:solidFill>
                          <a:effectLst/>
                          <a:latin typeface="+mn-ea"/>
                          <a:ea typeface="+mn-ea"/>
                        </a:rPr>
                        <a:t>Median</a:t>
                      </a:r>
                    </a:p>
                  </a:txBody>
                  <a:tcPr marL="9525" marR="9525" marT="9525" marB="0" anchor="ctr"/>
                </a:tc>
                <a:tc>
                  <a:txBody>
                    <a:bodyPr/>
                    <a:lstStyle/>
                    <a:p>
                      <a:pPr algn="ctr" fontAlgn="ctr"/>
                      <a:r>
                        <a:rPr lang="en" sz="2200" b="0" i="0" u="none" strike="noStrike">
                          <a:solidFill>
                            <a:srgbClr val="000000"/>
                          </a:solidFill>
                          <a:effectLst/>
                          <a:latin typeface="+mn-ea"/>
                          <a:ea typeface="+mn-ea"/>
                        </a:rPr>
                        <a:t>Max</a:t>
                      </a:r>
                    </a:p>
                  </a:txBody>
                  <a:tcPr marL="9525" marR="9525" marT="9525" marB="0" anchor="ctr"/>
                </a:tc>
                <a:tc>
                  <a:txBody>
                    <a:bodyPr/>
                    <a:lstStyle/>
                    <a:p>
                      <a:pPr algn="ctr" fontAlgn="ctr"/>
                      <a:r>
                        <a:rPr lang="en" sz="2200" b="0" i="0" u="none" strike="noStrike">
                          <a:solidFill>
                            <a:srgbClr val="000000"/>
                          </a:solidFill>
                          <a:effectLst/>
                          <a:latin typeface="+mn-ea"/>
                          <a:ea typeface="+mn-ea"/>
                        </a:rPr>
                        <a:t>Min</a:t>
                      </a:r>
                    </a:p>
                  </a:txBody>
                  <a:tcPr marL="9525" marR="9525" marT="9525" marB="0" anchor="ctr"/>
                </a:tc>
                <a:extLst>
                  <a:ext uri="{0D108BD9-81ED-4DB2-BD59-A6C34878D82A}">
                    <a16:rowId xmlns:a16="http://schemas.microsoft.com/office/drawing/2014/main" val="225563364"/>
                  </a:ext>
                </a:extLst>
              </a:tr>
              <a:tr h="797536">
                <a:tc>
                  <a:txBody>
                    <a:bodyPr/>
                    <a:lstStyle/>
                    <a:p>
                      <a:pPr algn="ctr" fontAlgn="ctr"/>
                      <a:r>
                        <a:rPr lang="en-US" altLang="zh-CN" sz="2200" b="0" i="0" u="none" strike="noStrike" dirty="0">
                          <a:solidFill>
                            <a:srgbClr val="000000"/>
                          </a:solidFill>
                          <a:effectLst/>
                          <a:latin typeface="+mn-ea"/>
                          <a:ea typeface="+mn-ea"/>
                        </a:rPr>
                        <a:t>56</a:t>
                      </a:r>
                    </a:p>
                  </a:txBody>
                  <a:tcPr marL="9525" marR="9525" marT="9525" marB="0" anchor="ctr"/>
                </a:tc>
                <a:tc>
                  <a:txBody>
                    <a:bodyPr/>
                    <a:lstStyle/>
                    <a:p>
                      <a:pPr algn="ctr" fontAlgn="ctr"/>
                      <a:r>
                        <a:rPr lang="en-US" altLang="zh-CN" sz="2200" b="0" i="0" u="none" strike="noStrike" dirty="0">
                          <a:solidFill>
                            <a:srgbClr val="000000"/>
                          </a:solidFill>
                          <a:effectLst/>
                          <a:latin typeface="+mn-ea"/>
                          <a:ea typeface="+mn-ea"/>
                        </a:rPr>
                        <a:t>56</a:t>
                      </a:r>
                    </a:p>
                  </a:txBody>
                  <a:tcPr marL="9525" marR="9525" marT="9525" marB="0" anchor="ctr"/>
                </a:tc>
                <a:tc>
                  <a:txBody>
                    <a:bodyPr/>
                    <a:lstStyle/>
                    <a:p>
                      <a:pPr algn="ctr" fontAlgn="ctr"/>
                      <a:r>
                        <a:rPr lang="en-US" altLang="zh-CN" sz="2200" b="0" i="0" u="none" strike="noStrike">
                          <a:solidFill>
                            <a:srgbClr val="000000"/>
                          </a:solidFill>
                          <a:effectLst/>
                          <a:latin typeface="+mn-ea"/>
                          <a:ea typeface="+mn-ea"/>
                        </a:rPr>
                        <a:t>88</a:t>
                      </a:r>
                    </a:p>
                  </a:txBody>
                  <a:tcPr marL="9525" marR="9525" marT="9525" marB="0" anchor="ctr"/>
                </a:tc>
                <a:tc>
                  <a:txBody>
                    <a:bodyPr/>
                    <a:lstStyle/>
                    <a:p>
                      <a:pPr algn="ctr" fontAlgn="ctr"/>
                      <a:r>
                        <a:rPr lang="en-US" altLang="zh-CN" sz="2200" b="0" i="0" u="none" strike="noStrike" dirty="0">
                          <a:solidFill>
                            <a:srgbClr val="000000"/>
                          </a:solidFill>
                          <a:effectLst/>
                          <a:latin typeface="+mn-ea"/>
                          <a:ea typeface="+mn-ea"/>
                        </a:rPr>
                        <a:t>7</a:t>
                      </a:r>
                    </a:p>
                  </a:txBody>
                  <a:tcPr marL="9525" marR="9525" marT="9525" marB="0" anchor="ctr"/>
                </a:tc>
                <a:extLst>
                  <a:ext uri="{0D108BD9-81ED-4DB2-BD59-A6C34878D82A}">
                    <a16:rowId xmlns:a16="http://schemas.microsoft.com/office/drawing/2014/main" val="2491092708"/>
                  </a:ext>
                </a:extLst>
              </a:tr>
            </a:tbl>
          </a:graphicData>
        </a:graphic>
      </p:graphicFrame>
      <p:graphicFrame>
        <p:nvGraphicFramePr>
          <p:cNvPr id="3" name="Chart 3">
            <a:extLst>
              <a:ext uri="{FF2B5EF4-FFF2-40B4-BE49-F238E27FC236}">
                <a16:creationId xmlns:a16="http://schemas.microsoft.com/office/drawing/2014/main" id="{4923D593-59AE-F4E4-0C25-31547E1E11A7}"/>
              </a:ext>
            </a:extLst>
          </p:cNvPr>
          <p:cNvGraphicFramePr>
            <a:graphicFrameLocks/>
          </p:cNvGraphicFramePr>
          <p:nvPr>
            <p:extLst>
              <p:ext uri="{D42A27DB-BD31-4B8C-83A1-F6EECF244321}">
                <p14:modId xmlns:p14="http://schemas.microsoft.com/office/powerpoint/2010/main" val="3504553490"/>
              </p:ext>
            </p:extLst>
          </p:nvPr>
        </p:nvGraphicFramePr>
        <p:xfrm>
          <a:off x="3300413" y="2805112"/>
          <a:ext cx="7915272" cy="40528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154506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16EB6-832F-9E7C-2C44-B0EEF1689A6F}"/>
              </a:ext>
            </a:extLst>
          </p:cNvPr>
          <p:cNvSpPr>
            <a:spLocks noGrp="1"/>
          </p:cNvSpPr>
          <p:nvPr>
            <p:ph type="title"/>
          </p:nvPr>
        </p:nvSpPr>
        <p:spPr/>
        <p:txBody>
          <a:bodyPr/>
          <a:lstStyle/>
          <a:p>
            <a:r>
              <a:rPr lang="en-US" altLang="zh-CN"/>
              <a:t>TAs</a:t>
            </a:r>
            <a:endParaRPr lang="zh-CN" altLang="en-US"/>
          </a:p>
        </p:txBody>
      </p:sp>
      <p:sp>
        <p:nvSpPr>
          <p:cNvPr id="4" name="灯片编号占位符 3">
            <a:extLst>
              <a:ext uri="{FF2B5EF4-FFF2-40B4-BE49-F238E27FC236}">
                <a16:creationId xmlns:a16="http://schemas.microsoft.com/office/drawing/2014/main" id="{98D6B549-B1CF-72A4-80F1-67AEE86D00CE}"/>
              </a:ext>
            </a:extLst>
          </p:cNvPr>
          <p:cNvSpPr>
            <a:spLocks noGrp="1"/>
          </p:cNvSpPr>
          <p:nvPr>
            <p:ph type="sldNum" sz="quarter" idx="12"/>
          </p:nvPr>
        </p:nvSpPr>
        <p:spPr/>
        <p:txBody>
          <a:bodyPr/>
          <a:lstStyle/>
          <a:p>
            <a:pPr>
              <a:defRPr/>
            </a:pPr>
            <a:fld id="{5792DDC3-EFA3-4647-8A6E-E8039DA1A91A}" type="slidenum">
              <a:rPr lang="en-US" smtClean="0"/>
              <a:pPr>
                <a:defRPr/>
              </a:pPr>
              <a:t>3</a:t>
            </a:fld>
            <a:endParaRPr lang="en-US"/>
          </a:p>
        </p:txBody>
      </p:sp>
      <p:graphicFrame>
        <p:nvGraphicFramePr>
          <p:cNvPr id="9" name="Table 5">
            <a:extLst>
              <a:ext uri="{FF2B5EF4-FFF2-40B4-BE49-F238E27FC236}">
                <a16:creationId xmlns:a16="http://schemas.microsoft.com/office/drawing/2014/main" id="{85BE8A62-4878-1335-E38F-3ABD0C533236}"/>
              </a:ext>
            </a:extLst>
          </p:cNvPr>
          <p:cNvGraphicFramePr>
            <a:graphicFrameLocks noGrp="1"/>
          </p:cNvGraphicFramePr>
          <p:nvPr>
            <p:extLst>
              <p:ext uri="{D42A27DB-BD31-4B8C-83A1-F6EECF244321}">
                <p14:modId xmlns:p14="http://schemas.microsoft.com/office/powerpoint/2010/main" val="3479987615"/>
              </p:ext>
            </p:extLst>
          </p:nvPr>
        </p:nvGraphicFramePr>
        <p:xfrm>
          <a:off x="878681" y="2975924"/>
          <a:ext cx="9780951" cy="3437883"/>
        </p:xfrm>
        <a:graphic>
          <a:graphicData uri="http://schemas.openxmlformats.org/drawingml/2006/table">
            <a:tbl>
              <a:tblPr bandRow="1">
                <a:tableStyleId>{284E427A-3D55-4303-BF80-6455036E1DE7}</a:tableStyleId>
              </a:tblPr>
              <a:tblGrid>
                <a:gridCol w="1786586">
                  <a:extLst>
                    <a:ext uri="{9D8B030D-6E8A-4147-A177-3AD203B41FA5}">
                      <a16:colId xmlns:a16="http://schemas.microsoft.com/office/drawing/2014/main" val="2478923416"/>
                    </a:ext>
                  </a:extLst>
                </a:gridCol>
                <a:gridCol w="2378221">
                  <a:extLst>
                    <a:ext uri="{9D8B030D-6E8A-4147-A177-3AD203B41FA5}">
                      <a16:colId xmlns:a16="http://schemas.microsoft.com/office/drawing/2014/main" val="896591903"/>
                    </a:ext>
                  </a:extLst>
                </a:gridCol>
                <a:gridCol w="5616144">
                  <a:extLst>
                    <a:ext uri="{9D8B030D-6E8A-4147-A177-3AD203B41FA5}">
                      <a16:colId xmlns:a16="http://schemas.microsoft.com/office/drawing/2014/main" val="1965083422"/>
                    </a:ext>
                  </a:extLst>
                </a:gridCol>
              </a:tblGrid>
              <a:tr h="595241">
                <a:tc>
                  <a:txBody>
                    <a:bodyPr/>
                    <a:lstStyle/>
                    <a:p>
                      <a:pPr algn="ctr" rtl="0" fontAlgn="base">
                        <a:lnSpc>
                          <a:spcPts val="2625"/>
                        </a:lnSpc>
                      </a:pPr>
                      <a:r>
                        <a:rPr lang="en-US" sz="2800">
                          <a:effectLst/>
                        </a:rPr>
                        <a:t>Questions</a:t>
                      </a:r>
                    </a:p>
                  </a:txBody>
                  <a:tcPr marL="7468" marR="7468" marT="7468" marB="35843" anchor="ctr"/>
                </a:tc>
                <a:tc>
                  <a:txBody>
                    <a:bodyPr/>
                    <a:lstStyle/>
                    <a:p>
                      <a:pPr algn="ctr" rtl="0" fontAlgn="base">
                        <a:lnSpc>
                          <a:spcPts val="2625"/>
                        </a:lnSpc>
                      </a:pPr>
                      <a:r>
                        <a:rPr lang="en-US" sz="2800">
                          <a:effectLst/>
                        </a:rPr>
                        <a:t>TA</a:t>
                      </a:r>
                    </a:p>
                  </a:txBody>
                  <a:tcPr marL="7468" marR="7468" marT="7468" marB="35843" anchor="ctr"/>
                </a:tc>
                <a:tc>
                  <a:txBody>
                    <a:bodyPr/>
                    <a:lstStyle/>
                    <a:p>
                      <a:pPr algn="ctr" rtl="0" fontAlgn="base">
                        <a:lnSpc>
                          <a:spcPts val="2625"/>
                        </a:lnSpc>
                      </a:pPr>
                      <a:r>
                        <a:rPr lang="en-US" sz="2800">
                          <a:effectLst/>
                        </a:rPr>
                        <a:t>Email</a:t>
                      </a:r>
                    </a:p>
                  </a:txBody>
                  <a:tcPr marL="7468" marR="7468" marT="7468" marB="35843" anchor="ctr"/>
                </a:tc>
                <a:extLst>
                  <a:ext uri="{0D108BD9-81ED-4DB2-BD59-A6C34878D82A}">
                    <a16:rowId xmlns:a16="http://schemas.microsoft.com/office/drawing/2014/main" val="2056267349"/>
                  </a:ext>
                </a:extLst>
              </a:tr>
              <a:tr h="579672">
                <a:tc>
                  <a:txBody>
                    <a:bodyPr/>
                    <a:lstStyle/>
                    <a:p>
                      <a:pPr algn="ctr" rtl="0" fontAlgn="base">
                        <a:lnSpc>
                          <a:spcPts val="2625"/>
                        </a:lnSpc>
                      </a:pPr>
                      <a:r>
                        <a:rPr lang="en-US" sz="2800">
                          <a:effectLst/>
                        </a:rPr>
                        <a:t>Q1</a:t>
                      </a:r>
                    </a:p>
                  </a:txBody>
                  <a:tcPr marL="7468" marR="7468" marT="7468" marB="35843" anchor="ctr"/>
                </a:tc>
                <a:tc>
                  <a:txBody>
                    <a:bodyPr/>
                    <a:lstStyle/>
                    <a:p>
                      <a:pPr algn="ctr" rtl="0" fontAlgn="base">
                        <a:lnSpc>
                          <a:spcPts val="2625"/>
                        </a:lnSpc>
                      </a:pPr>
                      <a:r>
                        <a:rPr lang="en-US" altLang="zh-CN" sz="2800">
                          <a:effectLst/>
                        </a:rPr>
                        <a:t>Yue LI</a:t>
                      </a:r>
                    </a:p>
                  </a:txBody>
                  <a:tcPr marL="7468" marR="7468" marT="7468" marB="35843" anchor="ctr"/>
                </a:tc>
                <a:tc>
                  <a:txBody>
                    <a:bodyPr/>
                    <a:lstStyle/>
                    <a:p>
                      <a:pPr lvl="0" algn="ctr">
                        <a:lnSpc>
                          <a:spcPts val="2625"/>
                        </a:lnSpc>
                        <a:buNone/>
                      </a:pPr>
                      <a:r>
                        <a:rPr lang="en-US" altLang="zh-CN" sz="2800" u="none" strike="noStrike" noProof="0">
                          <a:effectLst/>
                        </a:rPr>
                        <a:t>yueli345-c@my.cityu.edu.hk</a:t>
                      </a:r>
                      <a:endParaRPr lang="en-US" altLang="zh-CN" sz="2800"/>
                    </a:p>
                  </a:txBody>
                  <a:tcPr marL="7468" marR="7468" marT="7468" marB="35843" anchor="ctr"/>
                </a:tc>
                <a:extLst>
                  <a:ext uri="{0D108BD9-81ED-4DB2-BD59-A6C34878D82A}">
                    <a16:rowId xmlns:a16="http://schemas.microsoft.com/office/drawing/2014/main" val="1416023240"/>
                  </a:ext>
                </a:extLst>
              </a:tr>
              <a:tr h="606492">
                <a:tc>
                  <a:txBody>
                    <a:bodyPr/>
                    <a:lstStyle/>
                    <a:p>
                      <a:pPr algn="ctr" rtl="0" fontAlgn="base">
                        <a:lnSpc>
                          <a:spcPts val="2625"/>
                        </a:lnSpc>
                      </a:pPr>
                      <a:r>
                        <a:rPr lang="en-US" sz="2800">
                          <a:effectLst/>
                        </a:rPr>
                        <a:t>Q2, Q3</a:t>
                      </a:r>
                    </a:p>
                  </a:txBody>
                  <a:tcPr marL="7468" marR="7468" marT="7468" marB="35843" anchor="ctr"/>
                </a:tc>
                <a:tc>
                  <a:txBody>
                    <a:bodyPr/>
                    <a:lstStyle/>
                    <a:p>
                      <a:pPr algn="ctr" rtl="0" fontAlgn="base">
                        <a:lnSpc>
                          <a:spcPts val="2625"/>
                        </a:lnSpc>
                      </a:pPr>
                      <a:r>
                        <a:rPr lang="en-US" sz="2800">
                          <a:effectLst/>
                        </a:rPr>
                        <a:t>Qilin ZHOU</a:t>
                      </a:r>
                    </a:p>
                  </a:txBody>
                  <a:tcPr marL="7468" marR="7468" marT="7468" marB="35843" anchor="ctr"/>
                </a:tc>
                <a:tc>
                  <a:txBody>
                    <a:bodyPr/>
                    <a:lstStyle/>
                    <a:p>
                      <a:pPr lvl="0" algn="ctr">
                        <a:lnSpc>
                          <a:spcPts val="2625"/>
                        </a:lnSpc>
                        <a:buNone/>
                      </a:pPr>
                      <a:r>
                        <a:rPr lang="en-US" sz="2800" u="none" strike="noStrike" noProof="0">
                          <a:effectLst/>
                        </a:rPr>
                        <a:t>qlzhou4-c@my.cityu.edu.hk</a:t>
                      </a:r>
                      <a:endParaRPr lang="en-US" sz="2800"/>
                    </a:p>
                  </a:txBody>
                  <a:tcPr marL="7468" marR="7468" marT="7468" marB="35843" anchor="ctr"/>
                </a:tc>
                <a:extLst>
                  <a:ext uri="{0D108BD9-81ED-4DB2-BD59-A6C34878D82A}">
                    <a16:rowId xmlns:a16="http://schemas.microsoft.com/office/drawing/2014/main" val="1337975614"/>
                  </a:ext>
                </a:extLst>
              </a:tr>
              <a:tr h="596405">
                <a:tc>
                  <a:txBody>
                    <a:bodyPr/>
                    <a:lstStyle/>
                    <a:p>
                      <a:pPr algn="ctr" rtl="0" fontAlgn="base">
                        <a:lnSpc>
                          <a:spcPts val="2625"/>
                        </a:lnSpc>
                      </a:pPr>
                      <a:r>
                        <a:rPr lang="en-US" sz="2800">
                          <a:effectLst/>
                        </a:rPr>
                        <a:t>Q4</a:t>
                      </a:r>
                    </a:p>
                  </a:txBody>
                  <a:tcPr marL="7468" marR="7468" marT="7468" marB="35843" anchor="ctr"/>
                </a:tc>
                <a:tc>
                  <a:txBody>
                    <a:bodyPr/>
                    <a:lstStyle/>
                    <a:p>
                      <a:pPr algn="ctr" rtl="0" fontAlgn="base">
                        <a:lnSpc>
                          <a:spcPts val="2625"/>
                        </a:lnSpc>
                      </a:pPr>
                      <a:r>
                        <a:rPr lang="en-US" altLang="zh-CN" sz="2800" err="1">
                          <a:effectLst/>
                        </a:rPr>
                        <a:t>Zhuo</a:t>
                      </a:r>
                      <a:r>
                        <a:rPr lang="en-US" altLang="zh-CN" sz="2800">
                          <a:effectLst/>
                        </a:rPr>
                        <a:t> WANG</a:t>
                      </a:r>
                    </a:p>
                  </a:txBody>
                  <a:tcPr marL="7468" marR="7468" marT="7468" marB="35843" anchor="ctr"/>
                </a:tc>
                <a:tc>
                  <a:txBody>
                    <a:bodyPr/>
                    <a:lstStyle/>
                    <a:p>
                      <a:pPr lvl="0" algn="ctr">
                        <a:lnSpc>
                          <a:spcPts val="2625"/>
                        </a:lnSpc>
                        <a:buNone/>
                      </a:pPr>
                      <a:r>
                        <a:rPr lang="en-US" altLang="zh-CN" sz="2800"/>
                        <a:t>zwang2346-c@my.cityu.edu.hk</a:t>
                      </a:r>
                    </a:p>
                  </a:txBody>
                  <a:tcPr marL="7468" marR="7468" marT="7468" marB="35843" anchor="ctr"/>
                </a:tc>
                <a:extLst>
                  <a:ext uri="{0D108BD9-81ED-4DB2-BD59-A6C34878D82A}">
                    <a16:rowId xmlns:a16="http://schemas.microsoft.com/office/drawing/2014/main" val="3061764690"/>
                  </a:ext>
                </a:extLst>
              </a:tr>
              <a:tr h="532716">
                <a:tc>
                  <a:txBody>
                    <a:bodyPr/>
                    <a:lstStyle/>
                    <a:p>
                      <a:pPr algn="ctr" rtl="0" fontAlgn="base">
                        <a:lnSpc>
                          <a:spcPts val="2625"/>
                        </a:lnSpc>
                      </a:pPr>
                      <a:r>
                        <a:rPr lang="en-US" sz="2800">
                          <a:effectLst/>
                        </a:rPr>
                        <a:t>Q5</a:t>
                      </a:r>
                    </a:p>
                  </a:txBody>
                  <a:tcPr marL="7468" marR="7468" marT="7468" marB="35843" anchor="ctr"/>
                </a:tc>
                <a:tc>
                  <a:txBody>
                    <a:bodyPr/>
                    <a:lstStyle/>
                    <a:p>
                      <a:pPr algn="ctr" rtl="0" fontAlgn="base">
                        <a:lnSpc>
                          <a:spcPts val="2625"/>
                        </a:lnSpc>
                      </a:pPr>
                      <a:r>
                        <a:rPr lang="en-US" sz="2800" err="1">
                          <a:effectLst/>
                        </a:rPr>
                        <a:t>Xiangrui</a:t>
                      </a:r>
                      <a:r>
                        <a:rPr lang="en-US" sz="2800">
                          <a:effectLst/>
                        </a:rPr>
                        <a:t> ZENG</a:t>
                      </a:r>
                    </a:p>
                  </a:txBody>
                  <a:tcPr marL="7468" marR="7468" marT="7468" marB="35843" anchor="ctr"/>
                </a:tc>
                <a:tc>
                  <a:txBody>
                    <a:bodyPr/>
                    <a:lstStyle/>
                    <a:p>
                      <a:pPr lvl="0" algn="ctr">
                        <a:lnSpc>
                          <a:spcPts val="2625"/>
                        </a:lnSpc>
                        <a:buNone/>
                      </a:pPr>
                      <a:r>
                        <a:rPr lang="en-US" sz="2800" u="none" strike="noStrike" noProof="0">
                          <a:effectLst/>
                        </a:rPr>
                        <a:t>xiazeng9-c@my.cityu.edu.hk</a:t>
                      </a:r>
                      <a:endParaRPr lang="en-US" sz="2800"/>
                    </a:p>
                  </a:txBody>
                  <a:tcPr marL="7468" marR="7468" marT="7468" marB="35843" anchor="ctr"/>
                </a:tc>
                <a:extLst>
                  <a:ext uri="{0D108BD9-81ED-4DB2-BD59-A6C34878D82A}">
                    <a16:rowId xmlns:a16="http://schemas.microsoft.com/office/drawing/2014/main" val="4266077764"/>
                  </a:ext>
                </a:extLst>
              </a:tr>
              <a:tr h="527357">
                <a:tc>
                  <a:txBody>
                    <a:bodyPr/>
                    <a:lstStyle/>
                    <a:p>
                      <a:pPr algn="ctr" rtl="0" fontAlgn="base">
                        <a:lnSpc>
                          <a:spcPts val="2625"/>
                        </a:lnSpc>
                      </a:pPr>
                      <a:r>
                        <a:rPr lang="en-US" sz="2800">
                          <a:effectLst/>
                        </a:rPr>
                        <a:t>Q6</a:t>
                      </a:r>
                    </a:p>
                  </a:txBody>
                  <a:tcPr marL="7468" marR="7468" marT="7468" marB="35843" anchor="ctr"/>
                </a:tc>
                <a:tc>
                  <a:txBody>
                    <a:bodyPr/>
                    <a:lstStyle/>
                    <a:p>
                      <a:pPr algn="ctr" rtl="0" fontAlgn="base">
                        <a:lnSpc>
                          <a:spcPts val="2625"/>
                        </a:lnSpc>
                      </a:pPr>
                      <a:r>
                        <a:rPr lang="en-US" sz="2800" err="1">
                          <a:effectLst/>
                        </a:rPr>
                        <a:t>Xiaona</a:t>
                      </a:r>
                      <a:r>
                        <a:rPr lang="en-US" sz="2800">
                          <a:effectLst/>
                        </a:rPr>
                        <a:t> LI</a:t>
                      </a:r>
                    </a:p>
                  </a:txBody>
                  <a:tcPr marL="7468" marR="7468" marT="7468" marB="35843" anchor="ctr"/>
                </a:tc>
                <a:tc>
                  <a:txBody>
                    <a:bodyPr/>
                    <a:lstStyle/>
                    <a:p>
                      <a:pPr lvl="0" algn="ctr">
                        <a:lnSpc>
                          <a:spcPts val="2625"/>
                        </a:lnSpc>
                        <a:buNone/>
                      </a:pPr>
                      <a:r>
                        <a:rPr lang="en-US" altLang="zh-CN" sz="2800" u="none" strike="noStrike" baseline="0" noProof="0">
                          <a:solidFill>
                            <a:srgbClr val="000000"/>
                          </a:solidFill>
                          <a:effectLst/>
                        </a:rPr>
                        <a:t>xiaonali3-c@my.cityu.edu.hk</a:t>
                      </a:r>
                      <a:endParaRPr lang="en-US" altLang="zh-CN" sz="2800"/>
                    </a:p>
                  </a:txBody>
                  <a:tcPr marL="7468" marR="7468" marT="7468" marB="35843" anchor="ctr"/>
                </a:tc>
                <a:extLst>
                  <a:ext uri="{0D108BD9-81ED-4DB2-BD59-A6C34878D82A}">
                    <a16:rowId xmlns:a16="http://schemas.microsoft.com/office/drawing/2014/main" val="2379412215"/>
                  </a:ext>
                </a:extLst>
              </a:tr>
            </a:tbl>
          </a:graphicData>
        </a:graphic>
      </p:graphicFrame>
      <p:sp>
        <p:nvSpPr>
          <p:cNvPr id="6" name="文本框 5">
            <a:extLst>
              <a:ext uri="{FF2B5EF4-FFF2-40B4-BE49-F238E27FC236}">
                <a16:creationId xmlns:a16="http://schemas.microsoft.com/office/drawing/2014/main" id="{3D32F222-2D37-7CD9-40D4-CE44415C5F47}"/>
              </a:ext>
            </a:extLst>
          </p:cNvPr>
          <p:cNvSpPr txBox="1"/>
          <p:nvPr/>
        </p:nvSpPr>
        <p:spPr>
          <a:xfrm>
            <a:off x="878681" y="1434850"/>
            <a:ext cx="9394032" cy="1384995"/>
          </a:xfrm>
          <a:prstGeom prst="rect">
            <a:avLst/>
          </a:prstGeom>
          <a:noFill/>
        </p:spPr>
        <p:txBody>
          <a:bodyPr wrap="square">
            <a:spAutoFit/>
          </a:bodyPr>
          <a:lstStyle/>
          <a:p>
            <a:r>
              <a:rPr lang="en-US" altLang="zh-CN" sz="2800" dirty="0">
                <a:solidFill>
                  <a:srgbClr val="000000"/>
                </a:solidFill>
                <a:ea typeface="+mn-lt"/>
                <a:cs typeface="+mn-lt"/>
              </a:rPr>
              <a:t>Inquiries and reviews regarding quiz scores will only be accepted within one week</a:t>
            </a:r>
            <a:r>
              <a:rPr lang="en-US" altLang="zh-CN" sz="2800" dirty="0">
                <a:cs typeface="Times New Roman"/>
              </a:rPr>
              <a:t> (Until </a:t>
            </a:r>
            <a:r>
              <a:rPr lang="en-US" altLang="zh-CN" sz="2800" b="1" u="sng" dirty="0">
                <a:cs typeface="Times New Roman"/>
              </a:rPr>
              <a:t>Dec 1</a:t>
            </a:r>
            <a:r>
              <a:rPr lang="en-US" altLang="zh-CN" sz="2800" dirty="0">
                <a:cs typeface="Times New Roman"/>
              </a:rPr>
              <a:t>). </a:t>
            </a:r>
            <a:r>
              <a:rPr lang="en-US" altLang="zh-CN" sz="2800" dirty="0">
                <a:ea typeface="Lato"/>
                <a:cs typeface="Times New Roman"/>
              </a:rPr>
              <a:t>No late request will be considered.</a:t>
            </a:r>
            <a:endParaRPr lang="en-US" altLang="zh-CN" sz="2800" dirty="0">
              <a:cs typeface="Times New Roman"/>
            </a:endParaRPr>
          </a:p>
        </p:txBody>
      </p:sp>
    </p:spTree>
    <p:extLst>
      <p:ext uri="{BB962C8B-B14F-4D97-AF65-F5344CB8AC3E}">
        <p14:creationId xmlns:p14="http://schemas.microsoft.com/office/powerpoint/2010/main" val="342607901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371A-6420-0EB5-525F-94211E4C46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A078BAC-AD76-A86D-ACEB-F6E7F4E2DCC4}"/>
              </a:ext>
            </a:extLst>
          </p:cNvPr>
          <p:cNvSpPr>
            <a:spLocks noGrp="1"/>
          </p:cNvSpPr>
          <p:nvPr>
            <p:ph type="title"/>
          </p:nvPr>
        </p:nvSpPr>
        <p:spPr/>
        <p:txBody>
          <a:bodyPr/>
          <a:lstStyle/>
          <a:p>
            <a:r>
              <a:rPr lang="zh-CN">
                <a:cs typeface="Times New Roman"/>
              </a:rPr>
              <a:t>Q1. Abstraction</a:t>
            </a:r>
            <a:r>
              <a:rPr lang="en-US" altLang="zh-CN">
                <a:cs typeface="Times New Roman"/>
              </a:rPr>
              <a:t>: Question</a:t>
            </a:r>
            <a:r>
              <a:rPr lang="zh-CN">
                <a:cs typeface="Times New Roman"/>
              </a:rPr>
              <a:t> </a:t>
            </a:r>
            <a:endParaRPr lang="zh-CN"/>
          </a:p>
        </p:txBody>
      </p:sp>
      <p:sp>
        <p:nvSpPr>
          <p:cNvPr id="4" name="灯片编号占位符 3">
            <a:extLst>
              <a:ext uri="{FF2B5EF4-FFF2-40B4-BE49-F238E27FC236}">
                <a16:creationId xmlns:a16="http://schemas.microsoft.com/office/drawing/2014/main" id="{DE878862-38EA-026D-BFB2-258911569888}"/>
              </a:ext>
            </a:extLst>
          </p:cNvPr>
          <p:cNvSpPr>
            <a:spLocks noGrp="1"/>
          </p:cNvSpPr>
          <p:nvPr>
            <p:ph type="sldNum" sz="quarter" idx="12"/>
          </p:nvPr>
        </p:nvSpPr>
        <p:spPr/>
        <p:txBody>
          <a:bodyPr/>
          <a:lstStyle/>
          <a:p>
            <a:pPr>
              <a:defRPr/>
            </a:pPr>
            <a:fld id="{5792DDC3-EFA3-4647-8A6E-E8039DA1A91A}" type="slidenum">
              <a:rPr lang="en-US" smtClean="0"/>
              <a:pPr>
                <a:defRPr/>
              </a:pPr>
              <a:t>4</a:t>
            </a:fld>
            <a:endParaRPr lang="en-US"/>
          </a:p>
        </p:txBody>
      </p:sp>
      <p:sp>
        <p:nvSpPr>
          <p:cNvPr id="5" name="表格占位符 4">
            <a:extLst>
              <a:ext uri="{FF2B5EF4-FFF2-40B4-BE49-F238E27FC236}">
                <a16:creationId xmlns:a16="http://schemas.microsoft.com/office/drawing/2014/main" id="{68994F84-0FB6-64D6-F482-179E75A976EB}"/>
              </a:ext>
            </a:extLst>
          </p:cNvPr>
          <p:cNvSpPr>
            <a:spLocks noGrp="1"/>
          </p:cNvSpPr>
          <p:nvPr>
            <p:ph type="tbl" idx="1"/>
          </p:nvPr>
        </p:nvSpPr>
        <p:spPr>
          <a:xfrm>
            <a:off x="508163" y="1699490"/>
            <a:ext cx="10506022" cy="4929910"/>
          </a:xfrm>
        </p:spPr>
        <p:txBody>
          <a:bodyPr/>
          <a:lstStyle/>
          <a:p>
            <a:pPr marL="398145" indent="-398145">
              <a:buNone/>
            </a:pPr>
            <a:r>
              <a:rPr lang="en-HK" altLang="zh-CN" sz="2400">
                <a:cs typeface="Times New Roman"/>
              </a:rPr>
              <a:t>A </a:t>
            </a:r>
            <a:r>
              <a:rPr lang="en-HK" altLang="zh-CN" sz="2400" b="1">
                <a:cs typeface="Times New Roman"/>
              </a:rPr>
              <a:t>queue</a:t>
            </a:r>
            <a:r>
              <a:rPr lang="en-HK" altLang="zh-CN" sz="2400">
                <a:cs typeface="Times New Roman"/>
              </a:rPr>
              <a:t> is a First-In-First-Out (FIFO) abstract data type that supports the following operations:</a:t>
            </a:r>
            <a:endParaRPr lang="zh-CN" sz="2400">
              <a:cs typeface="Times New Roman"/>
            </a:endParaRPr>
          </a:p>
          <a:p>
            <a:pPr marL="398145" indent="-398145">
              <a:buFont typeface="Wingdings"/>
              <a:buChar char="u"/>
            </a:pPr>
            <a:r>
              <a:rPr lang="en-HK" altLang="zh-CN" sz="1600">
                <a:latin typeface="Courier New"/>
                <a:cs typeface="Courier New"/>
              </a:rPr>
              <a:t>empty</a:t>
            </a:r>
            <a:r>
              <a:rPr lang="en-HK" altLang="zh-CN" sz="2400">
                <a:cs typeface="Times New Roman"/>
              </a:rPr>
              <a:t>: creates an empty queue.</a:t>
            </a:r>
            <a:endParaRPr lang="zh-CN" sz="2400">
              <a:cs typeface="Times New Roman"/>
            </a:endParaRPr>
          </a:p>
          <a:p>
            <a:pPr marL="398145" indent="-398145">
              <a:buFont typeface="Wingdings"/>
              <a:buChar char="u"/>
            </a:pPr>
            <a:r>
              <a:rPr lang="en-HK" altLang="zh-CN" sz="1600">
                <a:latin typeface="Courier New"/>
                <a:cs typeface="Courier New"/>
              </a:rPr>
              <a:t>enqueue(q, x)</a:t>
            </a:r>
            <a:r>
              <a:rPr lang="en-HK" altLang="zh-CN" sz="2400">
                <a:cs typeface="Times New Roman"/>
              </a:rPr>
              <a:t>: adds element </a:t>
            </a:r>
            <a:r>
              <a:rPr lang="en-HK" altLang="zh-CN" sz="1600">
                <a:latin typeface="Courier New"/>
                <a:cs typeface="Courier New"/>
              </a:rPr>
              <a:t>x</a:t>
            </a:r>
            <a:r>
              <a:rPr lang="en-HK" altLang="zh-CN" sz="2400">
                <a:cs typeface="Times New Roman"/>
              </a:rPr>
              <a:t> to the rear of queue </a:t>
            </a:r>
            <a:r>
              <a:rPr lang="en-HK" altLang="zh-CN" sz="1600">
                <a:latin typeface="Courier New"/>
                <a:cs typeface="Courier New"/>
              </a:rPr>
              <a:t>q</a:t>
            </a:r>
            <a:r>
              <a:rPr lang="zh-CN" sz="2400">
                <a:cs typeface="Times New Roman"/>
              </a:rPr>
              <a:t>.</a:t>
            </a:r>
          </a:p>
          <a:p>
            <a:pPr marL="398145" indent="-398145">
              <a:buFont typeface="Wingdings"/>
              <a:buChar char="u"/>
            </a:pPr>
            <a:r>
              <a:rPr lang="en-HK" altLang="zh-CN" sz="1600">
                <a:latin typeface="Courier New"/>
                <a:cs typeface="Courier New"/>
              </a:rPr>
              <a:t>dequeue(q)</a:t>
            </a:r>
            <a:r>
              <a:rPr lang="en-HK" altLang="zh-CN" sz="2400">
                <a:cs typeface="Times New Roman"/>
              </a:rPr>
              <a:t>: removes the head element from queue </a:t>
            </a:r>
            <a:r>
              <a:rPr lang="en-HK" altLang="zh-CN" sz="1600">
                <a:latin typeface="Courier New"/>
                <a:cs typeface="Courier New"/>
              </a:rPr>
              <a:t>q</a:t>
            </a:r>
            <a:r>
              <a:rPr lang="zh-CN" sz="2400">
                <a:cs typeface="Times New Roman"/>
              </a:rPr>
              <a:t>.</a:t>
            </a:r>
            <a:r>
              <a:rPr lang="en-HK" altLang="zh-CN" sz="2400">
                <a:cs typeface="Times New Roman"/>
              </a:rPr>
              <a:t> If </a:t>
            </a:r>
            <a:r>
              <a:rPr lang="en-HK" altLang="zh-CN" sz="1600">
                <a:latin typeface="Courier New"/>
                <a:cs typeface="Courier New"/>
              </a:rPr>
              <a:t>q</a:t>
            </a:r>
            <a:r>
              <a:rPr lang="en-HK" altLang="zh-CN" sz="2400">
                <a:cs typeface="Times New Roman"/>
              </a:rPr>
              <a:t> is an empty queue, it returns the empty queue.</a:t>
            </a:r>
            <a:endParaRPr lang="zh-CN" sz="2400">
              <a:cs typeface="Times New Roman"/>
            </a:endParaRPr>
          </a:p>
          <a:p>
            <a:pPr marL="398145" indent="-398145">
              <a:buFont typeface="Wingdings"/>
              <a:buChar char="u"/>
            </a:pPr>
            <a:r>
              <a:rPr lang="en-HK" altLang="zh-CN" sz="1600">
                <a:latin typeface="Courier New"/>
                <a:cs typeface="Courier New"/>
              </a:rPr>
              <a:t>head(q)</a:t>
            </a:r>
            <a:r>
              <a:rPr lang="en-HK" altLang="zh-CN" sz="2400">
                <a:cs typeface="Times New Roman"/>
              </a:rPr>
              <a:t>: returns the element at the head position of queue </a:t>
            </a:r>
            <a:r>
              <a:rPr lang="en-HK" altLang="zh-CN" sz="1600">
                <a:latin typeface="Courier New"/>
                <a:cs typeface="Courier New"/>
              </a:rPr>
              <a:t>q</a:t>
            </a:r>
            <a:r>
              <a:rPr lang="zh-CN" sz="2400">
                <a:cs typeface="Times New Roman"/>
              </a:rPr>
              <a:t>.</a:t>
            </a:r>
            <a:r>
              <a:rPr lang="en-HK" altLang="zh-CN" sz="2400">
                <a:cs typeface="Times New Roman"/>
              </a:rPr>
              <a:t> If </a:t>
            </a:r>
            <a:r>
              <a:rPr lang="en-HK" altLang="zh-CN" sz="1600">
                <a:latin typeface="Courier New"/>
                <a:cs typeface="Courier New"/>
              </a:rPr>
              <a:t>q</a:t>
            </a:r>
            <a:r>
              <a:rPr lang="en-HK" altLang="zh-CN" sz="2400">
                <a:cs typeface="Times New Roman"/>
              </a:rPr>
              <a:t> is an empty queue, it returns </a:t>
            </a:r>
            <a:r>
              <a:rPr lang="en-HK" altLang="zh-CN" sz="2400">
                <a:latin typeface="Symbol"/>
                <a:cs typeface="Times New Roman"/>
                <a:sym typeface="Symbol"/>
              </a:rPr>
              <a:t>^</a:t>
            </a:r>
            <a:r>
              <a:rPr lang="zh-CN" sz="2400">
                <a:cs typeface="Times New Roman"/>
              </a:rPr>
              <a:t>. </a:t>
            </a:r>
          </a:p>
          <a:p>
            <a:pPr marL="1147445" lvl="1" indent="-285750">
              <a:buFont typeface="Wingdings"/>
              <a:buChar char="n"/>
            </a:pPr>
            <a:r>
              <a:rPr lang="en-HK" altLang="zh-CN" sz="2400">
                <a:cs typeface="Times New Roman"/>
              </a:rPr>
              <a:t>Hint: a queue adds an element to the tail, rather than the head, position. </a:t>
            </a:r>
            <a:endParaRPr lang="zh-CN" sz="2400">
              <a:cs typeface="Times New Roman"/>
            </a:endParaRPr>
          </a:p>
          <a:p>
            <a:pPr marL="398145" indent="-398145">
              <a:buFont typeface="Wingdings"/>
              <a:buChar char="u"/>
            </a:pPr>
            <a:r>
              <a:rPr lang="en-HK" altLang="zh-CN" sz="1600" err="1">
                <a:latin typeface="Courier New"/>
                <a:cs typeface="Courier New"/>
              </a:rPr>
              <a:t>isEmpty</a:t>
            </a:r>
            <a:r>
              <a:rPr lang="en-HK" altLang="zh-CN" sz="1600">
                <a:latin typeface="Courier New"/>
                <a:cs typeface="Courier New"/>
              </a:rPr>
              <a:t>(q)</a:t>
            </a:r>
            <a:r>
              <a:rPr lang="en-HK" altLang="zh-CN" sz="2400">
                <a:cs typeface="Times New Roman"/>
              </a:rPr>
              <a:t>: returns </a:t>
            </a:r>
            <a:r>
              <a:rPr lang="en-HK" altLang="zh-CN" sz="1600">
                <a:latin typeface="Courier New"/>
                <a:cs typeface="Courier New"/>
              </a:rPr>
              <a:t>true</a:t>
            </a:r>
            <a:r>
              <a:rPr lang="en-HK" altLang="zh-CN" sz="2400">
                <a:cs typeface="Times New Roman"/>
              </a:rPr>
              <a:t> if queue </a:t>
            </a:r>
            <a:r>
              <a:rPr lang="en-HK" altLang="zh-CN" sz="1600">
                <a:latin typeface="Courier New"/>
                <a:cs typeface="Courier New"/>
              </a:rPr>
              <a:t>q</a:t>
            </a:r>
            <a:r>
              <a:rPr lang="en-HK" altLang="zh-CN" sz="2400">
                <a:cs typeface="Times New Roman"/>
              </a:rPr>
              <a:t> is empty, otherwise </a:t>
            </a:r>
            <a:r>
              <a:rPr lang="en-HK" altLang="zh-CN" sz="1600">
                <a:latin typeface="Courier New"/>
                <a:cs typeface="Courier New"/>
              </a:rPr>
              <a:t>false</a:t>
            </a:r>
            <a:r>
              <a:rPr lang="zh-CN" sz="2400">
                <a:cs typeface="Times New Roman"/>
              </a:rPr>
              <a:t>.</a:t>
            </a:r>
            <a:endParaRPr lang="zh-CN" altLang="en-US" sz="2400">
              <a:cs typeface="Times New Roman"/>
            </a:endParaRPr>
          </a:p>
          <a:p>
            <a:pPr marL="0" indent="0">
              <a:buNone/>
            </a:pPr>
            <a:r>
              <a:rPr lang="en-HK" altLang="zh-CN" sz="2400">
                <a:ea typeface="+mn-lt"/>
                <a:cs typeface="Times New Roman"/>
              </a:rPr>
              <a:t>Define </a:t>
            </a:r>
            <a:r>
              <a:rPr lang="en-HK" altLang="zh-CN" sz="2400" b="1">
                <a:ea typeface="+mn-lt"/>
                <a:cs typeface="Times New Roman"/>
              </a:rPr>
              <a:t>queue</a:t>
            </a:r>
            <a:r>
              <a:rPr lang="en-HK" altLang="zh-CN" sz="2400">
                <a:ea typeface="+mn-lt"/>
                <a:cs typeface="Times New Roman"/>
              </a:rPr>
              <a:t> in the functional style (abstract data type like what we did in the tutorial) by inter-relating its operations.</a:t>
            </a:r>
            <a:endParaRPr lang="zh-CN" altLang="en-US" sz="2400">
              <a:cs typeface="Times New Roman"/>
            </a:endParaRPr>
          </a:p>
          <a:p>
            <a:pPr marL="0" indent="0">
              <a:buNone/>
            </a:pPr>
            <a:endParaRPr lang="en-US" sz="2400">
              <a:cs typeface="Times New Roman"/>
            </a:endParaRPr>
          </a:p>
          <a:p>
            <a:pPr marL="398145" indent="-398145">
              <a:buNone/>
            </a:pPr>
            <a:endParaRPr lang="en-US" altLang="zh-CN" sz="2400">
              <a:cs typeface="Times New Roman"/>
            </a:endParaRPr>
          </a:p>
          <a:p>
            <a:pPr marL="0" indent="0">
              <a:buNone/>
            </a:pPr>
            <a:endParaRPr lang="zh-CN" altLang="en-US" sz="3600">
              <a:cs typeface="Times New Roman"/>
            </a:endParaRPr>
          </a:p>
        </p:txBody>
      </p:sp>
    </p:spTree>
    <p:extLst>
      <p:ext uri="{BB962C8B-B14F-4D97-AF65-F5344CB8AC3E}">
        <p14:creationId xmlns:p14="http://schemas.microsoft.com/office/powerpoint/2010/main" val="25448620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AC4C22-8396-1A78-8FF0-5093F73CFBA2}"/>
              </a:ext>
            </a:extLst>
          </p:cNvPr>
          <p:cNvSpPr>
            <a:spLocks noGrp="1"/>
          </p:cNvSpPr>
          <p:nvPr>
            <p:ph type="title"/>
          </p:nvPr>
        </p:nvSpPr>
        <p:spPr/>
        <p:txBody>
          <a:bodyPr/>
          <a:lstStyle/>
          <a:p>
            <a:r>
              <a:rPr lang="zh-CN">
                <a:cs typeface="Times New Roman"/>
              </a:rPr>
              <a:t>First-In-First-Out (FIFO)</a:t>
            </a:r>
            <a:r>
              <a:rPr lang="zh-CN" altLang="en-US">
                <a:cs typeface="Times New Roman"/>
              </a:rPr>
              <a:t> Queue</a:t>
            </a:r>
            <a:endParaRPr lang="zh-CN"/>
          </a:p>
        </p:txBody>
      </p:sp>
      <p:sp>
        <p:nvSpPr>
          <p:cNvPr id="4" name="灯片编号占位符 3">
            <a:extLst>
              <a:ext uri="{FF2B5EF4-FFF2-40B4-BE49-F238E27FC236}">
                <a16:creationId xmlns:a16="http://schemas.microsoft.com/office/drawing/2014/main" id="{88750D3D-394D-F17A-4B30-EB59EF44619C}"/>
              </a:ext>
            </a:extLst>
          </p:cNvPr>
          <p:cNvSpPr>
            <a:spLocks noGrp="1"/>
          </p:cNvSpPr>
          <p:nvPr>
            <p:ph type="sldNum" sz="quarter" idx="12"/>
          </p:nvPr>
        </p:nvSpPr>
        <p:spPr/>
        <p:txBody>
          <a:bodyPr/>
          <a:lstStyle/>
          <a:p>
            <a:pPr>
              <a:defRPr/>
            </a:pPr>
            <a:fld id="{5792DDC3-EFA3-4647-8A6E-E8039DA1A91A}" type="slidenum">
              <a:rPr lang="en-US"/>
              <a:pPr>
                <a:defRPr/>
              </a:pPr>
              <a:t>5</a:t>
            </a:fld>
            <a:endParaRPr lang="en-US"/>
          </a:p>
        </p:txBody>
      </p:sp>
      <p:pic>
        <p:nvPicPr>
          <p:cNvPr id="9" name="图片 8" descr="图片包含 徽标&#10;&#10;AI 生成的内容可能不正确。">
            <a:extLst>
              <a:ext uri="{FF2B5EF4-FFF2-40B4-BE49-F238E27FC236}">
                <a16:creationId xmlns:a16="http://schemas.microsoft.com/office/drawing/2014/main" id="{DA0B8134-6A28-CA64-A589-BEB627986503}"/>
              </a:ext>
            </a:extLst>
          </p:cNvPr>
          <p:cNvPicPr>
            <a:picLocks noChangeAspect="1"/>
          </p:cNvPicPr>
          <p:nvPr/>
        </p:nvPicPr>
        <p:blipFill>
          <a:blip r:embed="rId2"/>
          <a:stretch>
            <a:fillRect/>
          </a:stretch>
        </p:blipFill>
        <p:spPr>
          <a:xfrm>
            <a:off x="452567" y="1664044"/>
            <a:ext cx="8621929" cy="4926228"/>
          </a:xfrm>
          <a:prstGeom prst="rect">
            <a:avLst/>
          </a:prstGeom>
        </p:spPr>
      </p:pic>
    </p:spTree>
    <p:extLst>
      <p:ext uri="{BB962C8B-B14F-4D97-AF65-F5344CB8AC3E}">
        <p14:creationId xmlns:p14="http://schemas.microsoft.com/office/powerpoint/2010/main" val="293767133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D06F-8ED9-DA8A-A9DC-5AEDA6107A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302098-B611-00B0-7CD5-79F90BDB1E2A}"/>
              </a:ext>
            </a:extLst>
          </p:cNvPr>
          <p:cNvSpPr>
            <a:spLocks noGrp="1"/>
          </p:cNvSpPr>
          <p:nvPr>
            <p:ph type="title"/>
          </p:nvPr>
        </p:nvSpPr>
        <p:spPr/>
        <p:txBody>
          <a:bodyPr/>
          <a:lstStyle/>
          <a:p>
            <a:r>
              <a:rPr lang="zh-CN">
                <a:cs typeface="Times New Roman"/>
              </a:rPr>
              <a:t>Q1. Abstraction</a:t>
            </a:r>
            <a:r>
              <a:rPr lang="en-US" altLang="zh-CN">
                <a:cs typeface="Times New Roman"/>
              </a:rPr>
              <a:t>: </a:t>
            </a:r>
            <a:r>
              <a:rPr lang="zh-CN">
                <a:cs typeface="Times New Roman"/>
              </a:rPr>
              <a:t> </a:t>
            </a:r>
            <a:r>
              <a:rPr lang="en-US" altLang="zh-CN">
                <a:ea typeface="+mj-lt"/>
                <a:cs typeface="Times New Roman"/>
              </a:rPr>
              <a:t>Marking scheme</a:t>
            </a:r>
            <a:endParaRPr lang="zh-CN"/>
          </a:p>
        </p:txBody>
      </p:sp>
      <p:sp>
        <p:nvSpPr>
          <p:cNvPr id="4" name="灯片编号占位符 3">
            <a:extLst>
              <a:ext uri="{FF2B5EF4-FFF2-40B4-BE49-F238E27FC236}">
                <a16:creationId xmlns:a16="http://schemas.microsoft.com/office/drawing/2014/main" id="{80F71FE5-1083-6028-A634-D31D24E3E74A}"/>
              </a:ext>
            </a:extLst>
          </p:cNvPr>
          <p:cNvSpPr>
            <a:spLocks noGrp="1"/>
          </p:cNvSpPr>
          <p:nvPr>
            <p:ph type="sldNum" sz="quarter" idx="12"/>
          </p:nvPr>
        </p:nvSpPr>
        <p:spPr/>
        <p:txBody>
          <a:bodyPr/>
          <a:lstStyle/>
          <a:p>
            <a:pPr>
              <a:defRPr/>
            </a:pPr>
            <a:fld id="{5792DDC3-EFA3-4647-8A6E-E8039DA1A91A}" type="slidenum">
              <a:rPr lang="en-US" smtClean="0"/>
              <a:pPr>
                <a:defRPr/>
              </a:pPr>
              <a:t>6</a:t>
            </a:fld>
            <a:endParaRPr lang="en-US"/>
          </a:p>
        </p:txBody>
      </p:sp>
      <p:sp>
        <p:nvSpPr>
          <p:cNvPr id="5" name="表格占位符 4">
            <a:extLst>
              <a:ext uri="{FF2B5EF4-FFF2-40B4-BE49-F238E27FC236}">
                <a16:creationId xmlns:a16="http://schemas.microsoft.com/office/drawing/2014/main" id="{4A25341D-32A0-483C-48BE-9912E638815A}"/>
              </a:ext>
            </a:extLst>
          </p:cNvPr>
          <p:cNvSpPr>
            <a:spLocks noGrp="1"/>
          </p:cNvSpPr>
          <p:nvPr>
            <p:ph type="tbl" idx="1"/>
          </p:nvPr>
        </p:nvSpPr>
        <p:spPr>
          <a:xfrm>
            <a:off x="508163" y="1699490"/>
            <a:ext cx="10506022" cy="4929910"/>
          </a:xfrm>
        </p:spPr>
        <p:txBody>
          <a:bodyPr/>
          <a:lstStyle/>
          <a:p>
            <a:pPr marL="398145" indent="-398145">
              <a:buFont typeface="Wingdings"/>
              <a:buChar char="u"/>
            </a:pPr>
            <a:r>
              <a:rPr lang="en-HK" sz="2400">
                <a:cs typeface="Times New Roman"/>
              </a:rPr>
              <a:t>Empty queue’s </a:t>
            </a:r>
            <a:r>
              <a:rPr lang="en-HK" sz="2400" err="1">
                <a:cs typeface="Times New Roman"/>
              </a:rPr>
              <a:t>behavior</a:t>
            </a:r>
            <a:r>
              <a:rPr lang="zh-CN" altLang="en-US" sz="2400">
                <a:cs typeface="Times New Roman"/>
              </a:rPr>
              <a:t> </a:t>
            </a:r>
            <a:endParaRPr lang="en-US" sz="2400">
              <a:cs typeface="Times New Roman"/>
            </a:endParaRPr>
          </a:p>
          <a:p>
            <a:pPr marL="1147445" lvl="1" indent="-285750">
              <a:buFont typeface="Wingdings"/>
              <a:buChar char="n"/>
            </a:pPr>
            <a:r>
              <a:rPr lang="en-HK" sz="2400" err="1">
                <a:cs typeface="Times New Roman"/>
              </a:rPr>
              <a:t>isEmpty</a:t>
            </a:r>
            <a:r>
              <a:rPr lang="en-HK" sz="2400">
                <a:cs typeface="Times New Roman"/>
              </a:rPr>
              <a:t>(empty) = true (2 marks)</a:t>
            </a:r>
          </a:p>
          <a:p>
            <a:pPr marL="1147445" lvl="1" indent="-285750">
              <a:buFont typeface="Wingdings"/>
              <a:buChar char="n"/>
            </a:pPr>
            <a:r>
              <a:rPr lang="en-HK" sz="2400">
                <a:cs typeface="Times New Roman"/>
              </a:rPr>
              <a:t>head(empty) = </a:t>
            </a:r>
            <a:r>
              <a:rPr lang="en-HK" sz="2400">
                <a:latin typeface="Cambria Math"/>
                <a:ea typeface="Cambria Math"/>
                <a:cs typeface="Times New Roman"/>
              </a:rPr>
              <a:t>⊥ </a:t>
            </a:r>
            <a:r>
              <a:rPr lang="en-HK" sz="2400">
                <a:cs typeface="Times New Roman"/>
              </a:rPr>
              <a:t>(2 marks)</a:t>
            </a:r>
          </a:p>
          <a:p>
            <a:pPr marL="1147445" lvl="1" indent="-285750">
              <a:buFont typeface="Wingdings"/>
              <a:buChar char="n"/>
            </a:pPr>
            <a:r>
              <a:rPr lang="en-HK" sz="2400">
                <a:cs typeface="Times New Roman"/>
              </a:rPr>
              <a:t>dequeue(empty) = empty (2 marks)</a:t>
            </a:r>
          </a:p>
          <a:p>
            <a:pPr marL="398145" indent="-398145">
              <a:buFont typeface="Wingdings"/>
              <a:buChar char="u"/>
            </a:pPr>
            <a:r>
              <a:rPr lang="en-HK" sz="2400">
                <a:cs typeface="Times New Roman"/>
              </a:rPr>
              <a:t>Non-empty queue’s </a:t>
            </a:r>
            <a:r>
              <a:rPr lang="en-HK" sz="2400" err="1">
                <a:cs typeface="Times New Roman"/>
              </a:rPr>
              <a:t>behavior</a:t>
            </a:r>
            <a:endParaRPr lang="en-US" sz="2400">
              <a:cs typeface="Times New Roman"/>
            </a:endParaRPr>
          </a:p>
          <a:p>
            <a:pPr marL="1147445" lvl="1" indent="-285750">
              <a:buFont typeface="Wingdings"/>
              <a:buChar char="n"/>
            </a:pPr>
            <a:r>
              <a:rPr lang="en-HK" sz="2400" err="1">
                <a:cs typeface="Times New Roman"/>
              </a:rPr>
              <a:t>isEmpty</a:t>
            </a:r>
            <a:r>
              <a:rPr lang="en-HK" sz="2400">
                <a:cs typeface="Times New Roman"/>
              </a:rPr>
              <a:t>(enqueue(q, x)) = false (2 marks)</a:t>
            </a:r>
          </a:p>
          <a:p>
            <a:pPr marL="1147445" lvl="1" indent="-285750">
              <a:buFont typeface="Wingdings"/>
              <a:buChar char="n"/>
            </a:pPr>
            <a:r>
              <a:rPr lang="en-HK" sz="2400">
                <a:cs typeface="Times New Roman"/>
              </a:rPr>
              <a:t>head(enqueue(empty, x)) = x (2 marks)</a:t>
            </a:r>
          </a:p>
          <a:p>
            <a:pPr marL="1147445" lvl="1" indent="-285750">
              <a:buFont typeface="Wingdings"/>
              <a:buChar char="n"/>
            </a:pPr>
            <a:r>
              <a:rPr lang="en-HK" sz="2400">
                <a:cs typeface="Times New Roman"/>
              </a:rPr>
              <a:t>head(enqueue(q, x)) = head(q)   if not </a:t>
            </a:r>
            <a:r>
              <a:rPr lang="en-HK" sz="2400" err="1">
                <a:cs typeface="Times New Roman"/>
              </a:rPr>
              <a:t>isEmpty</a:t>
            </a:r>
            <a:r>
              <a:rPr lang="en-HK" sz="2400">
                <a:cs typeface="Times New Roman"/>
              </a:rPr>
              <a:t>(q) (3 marks)</a:t>
            </a:r>
          </a:p>
          <a:p>
            <a:pPr marL="1147445" lvl="1" indent="-285750">
              <a:buFont typeface="Wingdings"/>
              <a:buChar char="n"/>
            </a:pPr>
            <a:r>
              <a:rPr lang="en-HK" sz="2400">
                <a:cs typeface="Times New Roman"/>
              </a:rPr>
              <a:t>dequeue(enqueue(empty, x)) = empty (2 marks)</a:t>
            </a:r>
          </a:p>
          <a:p>
            <a:pPr marL="1147445" lvl="1" indent="-285750">
              <a:buFont typeface="Wingdings"/>
              <a:buChar char="n"/>
            </a:pPr>
            <a:r>
              <a:rPr lang="en-HK" sz="2400">
                <a:cs typeface="Times New Roman"/>
              </a:rPr>
              <a:t>dequeue(enqueue(q, x)) = enqueue(dequeue(q), x)   if not </a:t>
            </a:r>
            <a:r>
              <a:rPr lang="en-HK" sz="2400" err="1">
                <a:cs typeface="Times New Roman"/>
              </a:rPr>
              <a:t>isEmpty</a:t>
            </a:r>
            <a:r>
              <a:rPr lang="en-HK" sz="2400">
                <a:cs typeface="Times New Roman"/>
              </a:rPr>
              <a:t>(q) (3 marks)</a:t>
            </a:r>
          </a:p>
          <a:p>
            <a:pPr marL="398145" indent="-398145">
              <a:buNone/>
            </a:pPr>
            <a:endParaRPr lang="en-US" altLang="zh-CN" sz="2000">
              <a:cs typeface="Times New Roman"/>
            </a:endParaRPr>
          </a:p>
          <a:p>
            <a:pPr marL="0" indent="0">
              <a:buNone/>
            </a:pPr>
            <a:endParaRPr lang="zh-CN" altLang="en-US">
              <a:cs typeface="Times New Roman"/>
            </a:endParaRPr>
          </a:p>
        </p:txBody>
      </p:sp>
    </p:spTree>
    <p:extLst>
      <p:ext uri="{BB962C8B-B14F-4D97-AF65-F5344CB8AC3E}">
        <p14:creationId xmlns:p14="http://schemas.microsoft.com/office/powerpoint/2010/main" val="83448141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52D2-3297-7AA7-D831-277D970A2B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A9F55F-BC97-FC59-C035-B70276571BAB}"/>
              </a:ext>
            </a:extLst>
          </p:cNvPr>
          <p:cNvSpPr>
            <a:spLocks noGrp="1"/>
          </p:cNvSpPr>
          <p:nvPr>
            <p:ph type="title"/>
          </p:nvPr>
        </p:nvSpPr>
        <p:spPr/>
        <p:txBody>
          <a:bodyPr/>
          <a:lstStyle/>
          <a:p>
            <a:r>
              <a:rPr lang="en-US" altLang="zh-CN"/>
              <a:t>Q2. Design Principle: Question</a:t>
            </a:r>
            <a:endParaRPr lang="zh-CN" altLang="zh-CN"/>
          </a:p>
        </p:txBody>
      </p:sp>
      <p:sp>
        <p:nvSpPr>
          <p:cNvPr id="3" name="表格占位符 2">
            <a:extLst>
              <a:ext uri="{FF2B5EF4-FFF2-40B4-BE49-F238E27FC236}">
                <a16:creationId xmlns:a16="http://schemas.microsoft.com/office/drawing/2014/main" id="{B0EB5B1B-C79C-977F-42A9-50291E61CD43}"/>
              </a:ext>
            </a:extLst>
          </p:cNvPr>
          <p:cNvSpPr>
            <a:spLocks noGrp="1"/>
          </p:cNvSpPr>
          <p:nvPr>
            <p:ph type="tbl" idx="1"/>
          </p:nvPr>
        </p:nvSpPr>
        <p:spPr/>
        <p:txBody>
          <a:bodyPr/>
          <a:lstStyle/>
          <a:p>
            <a:r>
              <a:rPr lang="en-US" altLang="zh-CN" b="1"/>
              <a:t>Consider the following anticipated change</a:t>
            </a:r>
            <a:r>
              <a:rPr lang="en-US" altLang="zh-CN"/>
              <a:t>:</a:t>
            </a:r>
          </a:p>
          <a:p>
            <a:pPr marL="0" indent="0">
              <a:buNone/>
            </a:pPr>
            <a:r>
              <a:rPr lang="en-US" altLang="zh-CN"/>
              <a:t>•	In the future, the program may be required to count other categories of letters, such as digits and punctuation.</a:t>
            </a:r>
          </a:p>
          <a:p>
            <a:r>
              <a:rPr lang="en-US" altLang="zh-CN"/>
              <a:t>Explain why the given program P violates the Open-Closed Principle (OCP)? </a:t>
            </a:r>
          </a:p>
          <a:p>
            <a:pPr marL="0" indent="0">
              <a:buNone/>
            </a:pPr>
            <a:endParaRPr lang="zh-CN" altLang="en-US"/>
          </a:p>
        </p:txBody>
      </p:sp>
      <p:sp>
        <p:nvSpPr>
          <p:cNvPr id="4" name="灯片编号占位符 3">
            <a:extLst>
              <a:ext uri="{FF2B5EF4-FFF2-40B4-BE49-F238E27FC236}">
                <a16:creationId xmlns:a16="http://schemas.microsoft.com/office/drawing/2014/main" id="{CDB4D8FD-D451-41DF-E8D1-FEE224E2459F}"/>
              </a:ext>
            </a:extLst>
          </p:cNvPr>
          <p:cNvSpPr>
            <a:spLocks noGrp="1"/>
          </p:cNvSpPr>
          <p:nvPr>
            <p:ph type="sldNum" sz="quarter" idx="12"/>
          </p:nvPr>
        </p:nvSpPr>
        <p:spPr/>
        <p:txBody>
          <a:bodyPr/>
          <a:lstStyle/>
          <a:p>
            <a:pPr>
              <a:defRPr/>
            </a:pPr>
            <a:fld id="{5792DDC3-EFA3-4647-8A6E-E8039DA1A91A}" type="slidenum">
              <a:rPr lang="en-US" smtClean="0"/>
              <a:pPr>
                <a:defRPr/>
              </a:pPr>
              <a:t>7</a:t>
            </a:fld>
            <a:endParaRPr lang="en-US"/>
          </a:p>
        </p:txBody>
      </p:sp>
    </p:spTree>
    <p:extLst>
      <p:ext uri="{BB962C8B-B14F-4D97-AF65-F5344CB8AC3E}">
        <p14:creationId xmlns:p14="http://schemas.microsoft.com/office/powerpoint/2010/main" val="140894837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8D882-E4D7-EBA7-CFE0-E4AC414C32C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1C22EC7-E04F-E23A-5323-7E1905C9193B}"/>
              </a:ext>
            </a:extLst>
          </p:cNvPr>
          <p:cNvSpPr>
            <a:spLocks noGrp="1"/>
          </p:cNvSpPr>
          <p:nvPr>
            <p:ph type="title"/>
          </p:nvPr>
        </p:nvSpPr>
        <p:spPr/>
        <p:txBody>
          <a:bodyPr/>
          <a:lstStyle/>
          <a:p>
            <a:r>
              <a:rPr lang="en-US" altLang="zh-CN"/>
              <a:t>Q2. Design Principle: Marking scheme</a:t>
            </a:r>
            <a:endParaRPr lang="zh-CN" altLang="zh-CN"/>
          </a:p>
        </p:txBody>
      </p:sp>
      <p:sp>
        <p:nvSpPr>
          <p:cNvPr id="3" name="表格占位符 2">
            <a:extLst>
              <a:ext uri="{FF2B5EF4-FFF2-40B4-BE49-F238E27FC236}">
                <a16:creationId xmlns:a16="http://schemas.microsoft.com/office/drawing/2014/main" id="{04123B42-44D2-3FF0-C1FC-800F9E195956}"/>
              </a:ext>
            </a:extLst>
          </p:cNvPr>
          <p:cNvSpPr>
            <a:spLocks noGrp="1"/>
          </p:cNvSpPr>
          <p:nvPr>
            <p:ph type="tbl" idx="1"/>
          </p:nvPr>
        </p:nvSpPr>
        <p:spPr/>
        <p:txBody>
          <a:bodyPr/>
          <a:lstStyle/>
          <a:p>
            <a:r>
              <a:rPr lang="en-US" altLang="zh-CN"/>
              <a:t>Marking scheme: </a:t>
            </a:r>
          </a:p>
          <a:p>
            <a:r>
              <a:rPr lang="en-US" altLang="zh-CN"/>
              <a:t>+ Locate that the problem in the function Analyzer::analyze(char c) (5 marks) </a:t>
            </a:r>
          </a:p>
          <a:p>
            <a:r>
              <a:rPr lang="en-US" altLang="zh-CN"/>
              <a:t>+ Mention that it is ``hardcoded logic’’ (5 marks) </a:t>
            </a:r>
          </a:p>
          <a:p>
            <a:r>
              <a:rPr lang="en-US" altLang="zh-CN"/>
              <a:t>+ Further reasonable explanation about the anticipated</a:t>
            </a:r>
            <a:r>
              <a:rPr lang="en-US" altLang="zh-CN" b="1"/>
              <a:t> </a:t>
            </a:r>
            <a:r>
              <a:rPr lang="en-US" altLang="zh-CN"/>
              <a:t>change and OCP (4 marks)</a:t>
            </a:r>
          </a:p>
          <a:p>
            <a:r>
              <a:rPr lang="en-HK" altLang="zh-CN"/>
              <a:t>++ Answering the specific code segment violating the principle and analysing it is also good. </a:t>
            </a:r>
          </a:p>
          <a:p>
            <a:endParaRPr lang="en-US" altLang="zh-CN"/>
          </a:p>
        </p:txBody>
      </p:sp>
      <p:sp>
        <p:nvSpPr>
          <p:cNvPr id="4" name="灯片编号占位符 3">
            <a:extLst>
              <a:ext uri="{FF2B5EF4-FFF2-40B4-BE49-F238E27FC236}">
                <a16:creationId xmlns:a16="http://schemas.microsoft.com/office/drawing/2014/main" id="{1F134194-EA3C-EB8C-B8E9-397066DE4C07}"/>
              </a:ext>
            </a:extLst>
          </p:cNvPr>
          <p:cNvSpPr>
            <a:spLocks noGrp="1"/>
          </p:cNvSpPr>
          <p:nvPr>
            <p:ph type="sldNum" sz="quarter" idx="12"/>
          </p:nvPr>
        </p:nvSpPr>
        <p:spPr/>
        <p:txBody>
          <a:bodyPr/>
          <a:lstStyle/>
          <a:p>
            <a:pPr>
              <a:defRPr/>
            </a:pPr>
            <a:fld id="{5792DDC3-EFA3-4647-8A6E-E8039DA1A91A}" type="slidenum">
              <a:rPr lang="en-US" smtClean="0"/>
              <a:pPr>
                <a:defRPr/>
              </a:pPr>
              <a:t>8</a:t>
            </a:fld>
            <a:endParaRPr lang="en-US"/>
          </a:p>
        </p:txBody>
      </p:sp>
    </p:spTree>
    <p:extLst>
      <p:ext uri="{BB962C8B-B14F-4D97-AF65-F5344CB8AC3E}">
        <p14:creationId xmlns:p14="http://schemas.microsoft.com/office/powerpoint/2010/main" val="110722835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FC7FB-6F6C-90A2-CF07-93F7F6E6B5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D06CC4-EDD4-1F25-1D73-A1EA6A256569}"/>
              </a:ext>
            </a:extLst>
          </p:cNvPr>
          <p:cNvSpPr>
            <a:spLocks noGrp="1"/>
          </p:cNvSpPr>
          <p:nvPr>
            <p:ph type="title"/>
          </p:nvPr>
        </p:nvSpPr>
        <p:spPr/>
        <p:txBody>
          <a:bodyPr/>
          <a:lstStyle/>
          <a:p>
            <a:r>
              <a:rPr lang="en-US" altLang="zh-CN"/>
              <a:t>Q2. Design Principle: Reference Answer</a:t>
            </a:r>
            <a:endParaRPr lang="zh-CN" altLang="zh-CN"/>
          </a:p>
        </p:txBody>
      </p:sp>
      <p:sp>
        <p:nvSpPr>
          <p:cNvPr id="3" name="表格占位符 2">
            <a:extLst>
              <a:ext uri="{FF2B5EF4-FFF2-40B4-BE49-F238E27FC236}">
                <a16:creationId xmlns:a16="http://schemas.microsoft.com/office/drawing/2014/main" id="{5958F517-980C-1A74-E9EE-F478F7E2B9DE}"/>
              </a:ext>
            </a:extLst>
          </p:cNvPr>
          <p:cNvSpPr>
            <a:spLocks noGrp="1"/>
          </p:cNvSpPr>
          <p:nvPr>
            <p:ph type="tbl" idx="1"/>
          </p:nvPr>
        </p:nvSpPr>
        <p:spPr>
          <a:xfrm>
            <a:off x="508163" y="1447800"/>
            <a:ext cx="11124858" cy="4953000"/>
          </a:xfrm>
        </p:spPr>
        <p:txBody>
          <a:bodyPr/>
          <a:lstStyle/>
          <a:p>
            <a:r>
              <a:rPr lang="en-HK" altLang="zh-CN" b="1"/>
              <a:t>Hardcoded Logic </a:t>
            </a:r>
            <a:r>
              <a:rPr lang="en-HK" altLang="zh-CN"/>
              <a:t>in</a:t>
            </a:r>
            <a:r>
              <a:rPr lang="en-HK" altLang="zh-CN" b="1"/>
              <a:t> Analyzer::</a:t>
            </a:r>
            <a:r>
              <a:rPr lang="en-HK" altLang="zh-CN" b="1" err="1"/>
              <a:t>analyze</a:t>
            </a:r>
            <a:r>
              <a:rPr lang="en-HK" altLang="zh-CN" b="1"/>
              <a:t>(char c)</a:t>
            </a:r>
            <a:endParaRPr lang="zh-CN" altLang="zh-CN"/>
          </a:p>
          <a:p>
            <a:pPr marL="0" lvl="0" indent="0">
              <a:buNone/>
            </a:pPr>
            <a:r>
              <a:rPr lang="en-HK" altLang="zh-CN"/>
              <a:t>	The logic for identifying uppercase vowels, lowercase consonants, and whitespace characters is explicitly hardcoded in the method body. If adding a new category of letter for counting, this method is required to be modified (i.e., not closed for modification).</a:t>
            </a:r>
          </a:p>
          <a:p>
            <a:pPr lvl="1"/>
            <a:r>
              <a:rPr lang="en-US" altLang="zh-CN"/>
              <a:t>A general answer like stating that the problem lies in the class Analyzer is inaccurate, as the program P almost entirely consists of this class.</a:t>
            </a:r>
            <a:endParaRPr lang="zh-CN" altLang="en-US"/>
          </a:p>
        </p:txBody>
      </p:sp>
      <p:sp>
        <p:nvSpPr>
          <p:cNvPr id="4" name="灯片编号占位符 3">
            <a:extLst>
              <a:ext uri="{FF2B5EF4-FFF2-40B4-BE49-F238E27FC236}">
                <a16:creationId xmlns:a16="http://schemas.microsoft.com/office/drawing/2014/main" id="{73349A6C-3B33-F198-CCD5-59AA79C3E082}"/>
              </a:ext>
            </a:extLst>
          </p:cNvPr>
          <p:cNvSpPr>
            <a:spLocks noGrp="1"/>
          </p:cNvSpPr>
          <p:nvPr>
            <p:ph type="sldNum" sz="quarter" idx="12"/>
          </p:nvPr>
        </p:nvSpPr>
        <p:spPr/>
        <p:txBody>
          <a:bodyPr/>
          <a:lstStyle/>
          <a:p>
            <a:pPr>
              <a:defRPr/>
            </a:pPr>
            <a:fld id="{5792DDC3-EFA3-4647-8A6E-E8039DA1A91A}" type="slidenum">
              <a:rPr lang="en-US" smtClean="0"/>
              <a:pPr>
                <a:defRPr/>
              </a:pPr>
              <a:t>9</a:t>
            </a:fld>
            <a:endParaRPr lang="en-US"/>
          </a:p>
        </p:txBody>
      </p:sp>
    </p:spTree>
    <p:extLst>
      <p:ext uri="{BB962C8B-B14F-4D97-AF65-F5344CB8AC3E}">
        <p14:creationId xmlns:p14="http://schemas.microsoft.com/office/powerpoint/2010/main" val="322767132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A6CC-840A-4F1C-4BE8-A3939D61BF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1CC081-D0CA-6287-30C8-C0CFA208EB82}"/>
              </a:ext>
            </a:extLst>
          </p:cNvPr>
          <p:cNvSpPr>
            <a:spLocks noGrp="1"/>
          </p:cNvSpPr>
          <p:nvPr>
            <p:ph type="title"/>
          </p:nvPr>
        </p:nvSpPr>
        <p:spPr/>
        <p:txBody>
          <a:bodyPr/>
          <a:lstStyle/>
          <a:p>
            <a:r>
              <a:rPr lang="en-US" altLang="zh-CN"/>
              <a:t>Q3. Coupling and Cohesion: Question &amp; Marking scheme </a:t>
            </a:r>
            <a:endParaRPr lang="zh-CN" altLang="en-US"/>
          </a:p>
        </p:txBody>
      </p:sp>
      <p:sp>
        <p:nvSpPr>
          <p:cNvPr id="3" name="表格占位符 2">
            <a:extLst>
              <a:ext uri="{FF2B5EF4-FFF2-40B4-BE49-F238E27FC236}">
                <a16:creationId xmlns:a16="http://schemas.microsoft.com/office/drawing/2014/main" id="{3B25193F-5104-FA51-AD3D-C01E17F3B7BB}"/>
              </a:ext>
            </a:extLst>
          </p:cNvPr>
          <p:cNvSpPr>
            <a:spLocks noGrp="1"/>
          </p:cNvSpPr>
          <p:nvPr>
            <p:ph type="tbl" idx="1"/>
          </p:nvPr>
        </p:nvSpPr>
        <p:spPr/>
        <p:txBody>
          <a:bodyPr/>
          <a:lstStyle/>
          <a:p>
            <a:r>
              <a:rPr lang="en-US" altLang="zh-CN" dirty="0"/>
              <a:t>What is the type of coupling between the function void analyze(char c) and bool </a:t>
            </a:r>
            <a:r>
              <a:rPr lang="en-US" altLang="zh-CN" dirty="0" err="1"/>
              <a:t>isLower</a:t>
            </a:r>
            <a:r>
              <a:rPr lang="en-US" altLang="zh-CN" dirty="0"/>
              <a:t>(char c) in program P?</a:t>
            </a:r>
          </a:p>
          <a:p>
            <a:pPr lvl="1"/>
            <a:r>
              <a:rPr lang="en-US" altLang="zh-CN" dirty="0"/>
              <a:t>There are several types of coupling we learned: Content, Common, External, Control, Stamp, Data. </a:t>
            </a:r>
          </a:p>
          <a:p>
            <a:r>
              <a:rPr lang="en-US" altLang="zh-CN" dirty="0"/>
              <a:t>Marking Scheme:</a:t>
            </a:r>
          </a:p>
          <a:p>
            <a:pPr lvl="1"/>
            <a:r>
              <a:rPr lang="en-US" altLang="zh-CN" dirty="0"/>
              <a:t>Data coupling (4 marks)</a:t>
            </a:r>
          </a:p>
          <a:p>
            <a:pPr lvl="1"/>
            <a:r>
              <a:rPr lang="en-US" altLang="zh-CN" dirty="0"/>
              <a:t>Why data coupling (2 marks)</a:t>
            </a:r>
          </a:p>
          <a:p>
            <a:pPr lvl="1"/>
            <a:endParaRPr lang="en-US" altLang="zh-CN" dirty="0"/>
          </a:p>
          <a:p>
            <a:pPr marL="398463" lvl="1" indent="-398463">
              <a:buFont typeface="Wingdings" pitchFamily="2" charset="2"/>
              <a:buChar char="u"/>
            </a:pPr>
            <a:r>
              <a:rPr lang="en-US" altLang="zh-CN" sz="2000" dirty="0"/>
              <a:t>Notes</a:t>
            </a:r>
            <a:r>
              <a:rPr lang="zh-CN" altLang="en-US" sz="2000" dirty="0"/>
              <a:t>：</a:t>
            </a:r>
            <a:r>
              <a:rPr lang="en" altLang="zh-CN" sz="2000" dirty="0"/>
              <a:t>Content (directly use a part of code)</a:t>
            </a:r>
            <a:r>
              <a:rPr lang="en-US" altLang="zh-CN" sz="2000" dirty="0"/>
              <a:t>,</a:t>
            </a:r>
            <a:r>
              <a:rPr lang="zh-CN" altLang="en-US" sz="2000" dirty="0"/>
              <a:t> </a:t>
            </a:r>
            <a:r>
              <a:rPr lang="en" altLang="zh-CN" sz="2000" dirty="0"/>
              <a:t>Common (global variable)</a:t>
            </a:r>
            <a:r>
              <a:rPr lang="en-US" altLang="zh-CN" sz="2000" dirty="0"/>
              <a:t>,</a:t>
            </a:r>
            <a:r>
              <a:rPr lang="zh-CN" altLang="en-US" sz="2000" dirty="0"/>
              <a:t> </a:t>
            </a:r>
            <a:r>
              <a:rPr lang="en" altLang="zh-CN" sz="2000" dirty="0"/>
              <a:t>External (interface protocol, file)</a:t>
            </a:r>
            <a:r>
              <a:rPr lang="en-US" altLang="zh-CN" sz="2000" dirty="0"/>
              <a:t>,</a:t>
            </a:r>
            <a:r>
              <a:rPr lang="zh-CN" altLang="en-US" sz="2000" dirty="0"/>
              <a:t> </a:t>
            </a:r>
            <a:r>
              <a:rPr lang="en" altLang="zh-CN" sz="2000" dirty="0"/>
              <a:t>Control (control flow, workflow pipeline)</a:t>
            </a:r>
            <a:r>
              <a:rPr lang="en-US" altLang="zh-CN" sz="2000" dirty="0"/>
              <a:t>,</a:t>
            </a:r>
            <a:r>
              <a:rPr lang="zh-CN" altLang="en-US" sz="2000" dirty="0"/>
              <a:t> </a:t>
            </a:r>
            <a:r>
              <a:rPr lang="en" altLang="zh-CN" sz="2000" dirty="0"/>
              <a:t>Stamp (a part of a data structure)</a:t>
            </a:r>
            <a:r>
              <a:rPr lang="en-US" altLang="zh-CN" sz="2000" dirty="0"/>
              <a:t>,</a:t>
            </a:r>
            <a:r>
              <a:rPr lang="zh-CN" altLang="en-US" sz="2000" dirty="0"/>
              <a:t> </a:t>
            </a:r>
            <a:r>
              <a:rPr lang="en" altLang="zh-CN" sz="2000" dirty="0"/>
              <a:t>Data (the whole data structure)</a:t>
            </a:r>
            <a:r>
              <a:rPr lang="en-US" altLang="zh-CN" sz="2000" dirty="0"/>
              <a:t>,</a:t>
            </a:r>
            <a:r>
              <a:rPr lang="zh-CN" altLang="en-US" sz="2000" dirty="0"/>
              <a:t> </a:t>
            </a:r>
            <a:r>
              <a:rPr lang="en-US" altLang="zh-CN" sz="2000" dirty="0"/>
              <a:t>see</a:t>
            </a:r>
            <a:r>
              <a:rPr lang="zh-CN" altLang="en-US" sz="2000" dirty="0"/>
              <a:t> </a:t>
            </a:r>
            <a:r>
              <a:rPr lang="en-US" altLang="zh-CN" sz="2000" dirty="0"/>
              <a:t>Page</a:t>
            </a:r>
            <a:r>
              <a:rPr lang="zh-CN" altLang="en-US" sz="2000" dirty="0"/>
              <a:t> </a:t>
            </a:r>
            <a:r>
              <a:rPr lang="en-US" altLang="zh-CN" sz="2000" dirty="0"/>
              <a:t>28</a:t>
            </a:r>
            <a:r>
              <a:rPr lang="zh-CN" altLang="en-US" sz="2000" dirty="0"/>
              <a:t> </a:t>
            </a:r>
            <a:r>
              <a:rPr lang="en-US" altLang="zh-CN" sz="2000" dirty="0"/>
              <a:t>in</a:t>
            </a:r>
            <a:r>
              <a:rPr lang="zh-CN" altLang="en-US" sz="2000" dirty="0"/>
              <a:t> </a:t>
            </a:r>
            <a:r>
              <a:rPr lang="en" altLang="zh-CN" sz="2000" dirty="0"/>
              <a:t>cs5351-code-with-quality-v7</a:t>
            </a:r>
          </a:p>
          <a:p>
            <a:pPr marL="398463" lvl="1" indent="-398463">
              <a:buFont typeface="Wingdings" pitchFamily="2" charset="2"/>
              <a:buChar char="u"/>
            </a:pPr>
            <a:endParaRPr lang="en-US" altLang="zh-CN" dirty="0"/>
          </a:p>
        </p:txBody>
      </p:sp>
      <p:sp>
        <p:nvSpPr>
          <p:cNvPr id="4" name="灯片编号占位符 3">
            <a:extLst>
              <a:ext uri="{FF2B5EF4-FFF2-40B4-BE49-F238E27FC236}">
                <a16:creationId xmlns:a16="http://schemas.microsoft.com/office/drawing/2014/main" id="{0CF8F2C5-0E8E-92D0-2A61-4B024B3E3248}"/>
              </a:ext>
            </a:extLst>
          </p:cNvPr>
          <p:cNvSpPr>
            <a:spLocks noGrp="1"/>
          </p:cNvSpPr>
          <p:nvPr>
            <p:ph type="sldNum" sz="quarter" idx="12"/>
          </p:nvPr>
        </p:nvSpPr>
        <p:spPr/>
        <p:txBody>
          <a:bodyPr/>
          <a:lstStyle/>
          <a:p>
            <a:pPr>
              <a:defRPr/>
            </a:pPr>
            <a:fld id="{5792DDC3-EFA3-4647-8A6E-E8039DA1A91A}" type="slidenum">
              <a:rPr lang="en-US" smtClean="0"/>
              <a:pPr>
                <a:defRPr/>
              </a:pPr>
              <a:t>10</a:t>
            </a:fld>
            <a:endParaRPr lang="en-US" dirty="0"/>
          </a:p>
        </p:txBody>
      </p:sp>
    </p:spTree>
    <p:extLst>
      <p:ext uri="{BB962C8B-B14F-4D97-AF65-F5344CB8AC3E}">
        <p14:creationId xmlns:p14="http://schemas.microsoft.com/office/powerpoint/2010/main" val="492426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75F26-84D2-73D4-9466-73A6091562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B44AF1-B0D2-C206-9047-6700FCC1E631}"/>
              </a:ext>
            </a:extLst>
          </p:cNvPr>
          <p:cNvSpPr>
            <a:spLocks noGrp="1"/>
          </p:cNvSpPr>
          <p:nvPr>
            <p:ph type="title"/>
          </p:nvPr>
        </p:nvSpPr>
        <p:spPr/>
        <p:txBody>
          <a:bodyPr/>
          <a:lstStyle/>
          <a:p>
            <a:r>
              <a:rPr lang="en-US" altLang="zh-CN"/>
              <a:t>Q3. Coupling and Cohesion: Reference Answer</a:t>
            </a:r>
            <a:endParaRPr lang="zh-CN" altLang="en-US"/>
          </a:p>
        </p:txBody>
      </p:sp>
      <p:sp>
        <p:nvSpPr>
          <p:cNvPr id="3" name="表格占位符 2">
            <a:extLst>
              <a:ext uri="{FF2B5EF4-FFF2-40B4-BE49-F238E27FC236}">
                <a16:creationId xmlns:a16="http://schemas.microsoft.com/office/drawing/2014/main" id="{031F7F03-35C4-BA67-2A52-C57F982C6FD3}"/>
              </a:ext>
            </a:extLst>
          </p:cNvPr>
          <p:cNvSpPr>
            <a:spLocks noGrp="1"/>
          </p:cNvSpPr>
          <p:nvPr>
            <p:ph type="tbl" idx="1"/>
          </p:nvPr>
        </p:nvSpPr>
        <p:spPr>
          <a:xfrm>
            <a:off x="152113" y="1530744"/>
            <a:ext cx="7276375" cy="4953000"/>
          </a:xfrm>
        </p:spPr>
        <p:txBody>
          <a:bodyPr/>
          <a:lstStyle/>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void</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analyze(</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char</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if</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'E'</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'I'</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'O'</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'U'</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err="1">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upperVowels</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else</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if</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err="1">
                <a:solidFill>
                  <a:srgbClr val="00000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isLower</a:t>
            </a:r>
            <a:r>
              <a:rPr lang="en-US" altLang="zh-CN" sz="1400" kern="0">
                <a:solidFill>
                  <a:srgbClr val="00000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80808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&amp;&amp;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'e'</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err="1">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i</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'o'</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'u'</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err="1">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lowerConsonants</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b="1" kern="0" err="1">
                <a:solidFill>
                  <a:srgbClr val="000000"/>
                </a:solidFill>
                <a:effectLst/>
                <a:highlight>
                  <a:srgbClr val="D3D3D3"/>
                </a:highlight>
                <a:latin typeface="Cascadia Mono" panose="020B0609020000020004" pitchFamily="49" charset="0"/>
                <a:ea typeface="DengXian" panose="02010600030101010101" pitchFamily="2" charset="-122"/>
                <a:cs typeface="Cascadia Mono" panose="020B0609020000020004" pitchFamily="49" charset="0"/>
              </a:rPr>
              <a:t>getchar</a:t>
            </a:r>
            <a:r>
              <a:rPr lang="en-US" altLang="zh-CN" sz="1400" b="1" kern="0">
                <a:solidFill>
                  <a:srgbClr val="000000"/>
                </a:solidFill>
                <a:effectLst/>
                <a:highlight>
                  <a:srgbClr val="D3D3D3"/>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b="1" kern="0">
                <a:effectLst/>
                <a:highlight>
                  <a:srgbClr val="D3D3D3"/>
                </a:highlight>
                <a:latin typeface="Cascadia Mono" panose="020B0609020000020004" pitchFamily="49" charset="0"/>
                <a:ea typeface="DengXian" panose="02010600030101010101" pitchFamily="2" charset="-122"/>
                <a:cs typeface="Cascadia Mono" panose="020B0609020000020004" pitchFamily="49" charset="0"/>
              </a:rPr>
              <a:t>// BUG</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else</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if</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err="1">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isSpace</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whitespaces++;</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endParaRPr lang="en-US" altLang="zh-CN" sz="1400"/>
          </a:p>
        </p:txBody>
      </p:sp>
      <p:sp>
        <p:nvSpPr>
          <p:cNvPr id="4" name="灯片编号占位符 3">
            <a:extLst>
              <a:ext uri="{FF2B5EF4-FFF2-40B4-BE49-F238E27FC236}">
                <a16:creationId xmlns:a16="http://schemas.microsoft.com/office/drawing/2014/main" id="{4F834BC3-DEC4-2C22-10BD-9AD536E2CA5E}"/>
              </a:ext>
            </a:extLst>
          </p:cNvPr>
          <p:cNvSpPr>
            <a:spLocks noGrp="1"/>
          </p:cNvSpPr>
          <p:nvPr>
            <p:ph type="sldNum" sz="quarter" idx="12"/>
          </p:nvPr>
        </p:nvSpPr>
        <p:spPr/>
        <p:txBody>
          <a:bodyPr/>
          <a:lstStyle/>
          <a:p>
            <a:pPr>
              <a:defRPr/>
            </a:pPr>
            <a:fld id="{5792DDC3-EFA3-4647-8A6E-E8039DA1A91A}" type="slidenum">
              <a:rPr lang="en-US" smtClean="0"/>
              <a:pPr>
                <a:defRPr/>
              </a:pPr>
              <a:t>11</a:t>
            </a:fld>
            <a:endParaRPr lang="en-US"/>
          </a:p>
        </p:txBody>
      </p:sp>
      <p:sp>
        <p:nvSpPr>
          <p:cNvPr id="5" name="表格占位符 2">
            <a:extLst>
              <a:ext uri="{FF2B5EF4-FFF2-40B4-BE49-F238E27FC236}">
                <a16:creationId xmlns:a16="http://schemas.microsoft.com/office/drawing/2014/main" id="{6B81B802-341F-CB23-035C-43D4C33ABC84}"/>
              </a:ext>
            </a:extLst>
          </p:cNvPr>
          <p:cNvSpPr txBox="1">
            <a:spLocks/>
          </p:cNvSpPr>
          <p:nvPr/>
        </p:nvSpPr>
        <p:spPr bwMode="auto">
          <a:xfrm>
            <a:off x="6671613" y="1371600"/>
            <a:ext cx="4275579" cy="2403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98463" indent="-398463" algn="l" rtl="0" eaLnBrk="0" fontAlgn="base" hangingPunct="0">
              <a:spcBef>
                <a:spcPct val="20000"/>
              </a:spcBef>
              <a:spcAft>
                <a:spcPct val="0"/>
              </a:spcAft>
              <a:buClr>
                <a:schemeClr val="tx2"/>
              </a:buClr>
              <a:buSzPct val="60000"/>
              <a:buFont typeface="Wingdings" pitchFamily="2" charset="2"/>
              <a:buChar char="u"/>
              <a:defRPr sz="3200">
                <a:solidFill>
                  <a:schemeClr val="tx1"/>
                </a:solidFill>
                <a:latin typeface="+mn-lt"/>
                <a:ea typeface="+mn-ea"/>
                <a:cs typeface="+mn-cs"/>
              </a:defRPr>
            </a:lvl1pPr>
            <a:lvl2pPr marL="862013" indent="-349250" algn="l" rtl="0" eaLnBrk="0" fontAlgn="base" hangingPunct="0">
              <a:spcBef>
                <a:spcPct val="20000"/>
              </a:spcBef>
              <a:spcAft>
                <a:spcPct val="0"/>
              </a:spcAft>
              <a:buClr>
                <a:schemeClr val="tx2"/>
              </a:buClr>
              <a:buSzPct val="60000"/>
              <a:buFont typeface="Wingdings" pitchFamily="2" charset="2"/>
              <a:buChar char="n"/>
              <a:defRPr sz="2800">
                <a:solidFill>
                  <a:schemeClr val="tx1"/>
                </a:solidFill>
                <a:latin typeface="+mn-lt"/>
              </a:defRPr>
            </a:lvl2pPr>
            <a:lvl3pPr marL="1262063" indent="-285750" algn="l" rtl="0" eaLnBrk="0" fontAlgn="base" hangingPunct="0">
              <a:spcBef>
                <a:spcPct val="20000"/>
              </a:spcBef>
              <a:spcAft>
                <a:spcPct val="0"/>
              </a:spcAft>
              <a:buClr>
                <a:schemeClr val="tx1"/>
              </a:buClr>
              <a:buSzPct val="60000"/>
              <a:buFont typeface="Wingdings" pitchFamily="2" charset="2"/>
              <a:buChar char="n"/>
              <a:defRPr sz="2400">
                <a:solidFill>
                  <a:schemeClr val="tx1"/>
                </a:solidFill>
                <a:latin typeface="+mn-lt"/>
              </a:defRPr>
            </a:lvl3pPr>
            <a:lvl4pPr marL="1660525" indent="-284163" algn="l" rtl="0" eaLnBrk="0" fontAlgn="base" hangingPunct="0">
              <a:spcBef>
                <a:spcPct val="20000"/>
              </a:spcBef>
              <a:spcAft>
                <a:spcPct val="0"/>
              </a:spcAft>
              <a:buClr>
                <a:schemeClr val="tx1"/>
              </a:buClr>
              <a:buSzPct val="60000"/>
              <a:buFont typeface="Wingdings" pitchFamily="2" charset="2"/>
              <a:buChar char="u"/>
              <a:defRPr sz="2000">
                <a:solidFill>
                  <a:schemeClr val="tx1"/>
                </a:solidFill>
                <a:latin typeface="+mn-lt"/>
              </a:defRPr>
            </a:lvl4pPr>
            <a:lvl5pPr marL="20589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5pPr>
            <a:lvl6pPr marL="25161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6pPr>
            <a:lvl7pPr marL="29733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7pPr>
            <a:lvl8pPr marL="34305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8pPr>
            <a:lvl9pPr marL="38877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9pPr>
          </a:lstStyle>
          <a:p>
            <a:pPr>
              <a:lnSpc>
                <a:spcPct val="115000"/>
              </a:lnSpc>
              <a:spcBef>
                <a:spcPts val="600"/>
              </a:spcBef>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bool</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err="1">
                <a:solidFill>
                  <a:srgbClr val="00000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isLower</a:t>
            </a:r>
            <a:r>
              <a:rPr lang="en-US" altLang="zh-CN" sz="1400" kern="0">
                <a:solidFill>
                  <a:srgbClr val="00000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a:t>
            </a:r>
            <a:r>
              <a:rPr lang="en-US" altLang="zh-CN" sz="1400" kern="0">
                <a:solidFill>
                  <a:srgbClr val="0000FF"/>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char</a:t>
            </a:r>
            <a:r>
              <a:rPr lang="en-US" altLang="zh-CN" sz="1400" kern="0">
                <a:solidFill>
                  <a:srgbClr val="00000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80808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00"/>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endParaRPr lang="zh-CN" altLang="zh-CN" sz="2000" kern="10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0000FF"/>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return</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&gt;=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&amp;&amp; </a:t>
            </a:r>
            <a:r>
              <a:rPr lang="en-US" altLang="zh-CN" sz="1400" kern="0">
                <a:solidFill>
                  <a:srgbClr val="80808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c</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 &lt;= </a:t>
            </a:r>
            <a:r>
              <a:rPr lang="en-US" altLang="zh-CN" sz="1400" kern="0">
                <a:solidFill>
                  <a:srgbClr val="A31515"/>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'z'</a:t>
            </a:r>
            <a:r>
              <a:rPr lang="en-US" altLang="zh-CN" sz="1400" kern="0">
                <a:solidFill>
                  <a:srgbClr val="000000"/>
                </a:solidFill>
                <a:effectLst/>
                <a:highlight>
                  <a:srgbClr val="FFFFFF"/>
                </a:highlight>
                <a:latin typeface="Cascadia Mono" panose="020B0609020000020004" pitchFamily="49" charset="0"/>
                <a:ea typeface="DengXian" panose="02010600030101010101" pitchFamily="2" charset="-122"/>
                <a:cs typeface="Cascadia Mono" panose="020B0609020000020004" pitchFamily="49" charset="0"/>
              </a:rPr>
              <a:t>;}</a:t>
            </a:r>
            <a:endParaRPr lang="en-US" altLang="zh-CN" sz="1400" kern="0"/>
          </a:p>
        </p:txBody>
      </p:sp>
      <p:sp>
        <p:nvSpPr>
          <p:cNvPr id="7" name="文本框 6">
            <a:extLst>
              <a:ext uri="{FF2B5EF4-FFF2-40B4-BE49-F238E27FC236}">
                <a16:creationId xmlns:a16="http://schemas.microsoft.com/office/drawing/2014/main" id="{908AD84B-748A-FC91-99E3-3C50FA3E7772}"/>
              </a:ext>
            </a:extLst>
          </p:cNvPr>
          <p:cNvSpPr txBox="1"/>
          <p:nvPr/>
        </p:nvSpPr>
        <p:spPr>
          <a:xfrm>
            <a:off x="5878285" y="2057017"/>
            <a:ext cx="5639087" cy="4585871"/>
          </a:xfrm>
          <a:prstGeom prst="rect">
            <a:avLst/>
          </a:prstGeom>
          <a:noFill/>
        </p:spPr>
        <p:txBody>
          <a:bodyPr wrap="square">
            <a:spAutoFit/>
          </a:bodyPr>
          <a:lstStyle/>
          <a:p>
            <a:pPr marL="398463" marR="0" lvl="0" indent="-398463" algn="l" defTabSz="914400" rtl="0" eaLnBrk="0" fontAlgn="base" latinLnBrk="0" hangingPunct="0">
              <a:lnSpc>
                <a:spcPct val="100000"/>
              </a:lnSpc>
              <a:spcBef>
                <a:spcPct val="20000"/>
              </a:spcBef>
              <a:spcAft>
                <a:spcPct val="0"/>
              </a:spcAft>
              <a:buClr>
                <a:srgbClr val="C00000"/>
              </a:buClr>
              <a:buSzPct val="60000"/>
              <a:buFont typeface="Wingdings" pitchFamily="2" charset="2"/>
              <a:buChar char="u"/>
              <a:tabLst/>
              <a:defRPr/>
            </a:pPr>
            <a:r>
              <a:rPr kumimoji="0" lang="en-US" altLang="zh-CN" sz="2800" b="0" i="0" u="none" strike="noStrike" kern="0" cap="none" spc="0" normalizeH="0" baseline="0" noProof="0">
                <a:ln>
                  <a:noFill/>
                </a:ln>
                <a:solidFill>
                  <a:srgbClr val="000000"/>
                </a:solidFill>
                <a:effectLst/>
                <a:uLnTx/>
                <a:uFillTx/>
                <a:latin typeface="Times New Roman"/>
                <a:ea typeface="+mn-ea"/>
                <a:cs typeface="+mn-cs"/>
              </a:rPr>
              <a:t>Reference Answer:</a:t>
            </a:r>
          </a:p>
          <a:p>
            <a:r>
              <a:rPr lang="en-US" altLang="zh-CN" sz="2400"/>
              <a:t>Data Coupling.</a:t>
            </a:r>
          </a:p>
          <a:p>
            <a:r>
              <a:rPr lang="en-US" altLang="zh-CN" sz="2400">
                <a:latin typeface="Courier New" panose="02070309020205020404" pitchFamily="49" charset="0"/>
              </a:rPr>
              <a:t>analyze()</a:t>
            </a:r>
            <a:r>
              <a:rPr lang="en-US" altLang="zh-CN" sz="2400"/>
              <a:t> and </a:t>
            </a:r>
            <a:r>
              <a:rPr lang="en-US" altLang="zh-CN" sz="2400" err="1">
                <a:latin typeface="Courier New" panose="02070309020205020404" pitchFamily="49" charset="0"/>
              </a:rPr>
              <a:t>isLower</a:t>
            </a:r>
            <a:r>
              <a:rPr lang="en-US" altLang="zh-CN" sz="2400">
                <a:latin typeface="Courier New" panose="02070309020205020404" pitchFamily="49" charset="0"/>
              </a:rPr>
              <a:t>()</a:t>
            </a:r>
            <a:r>
              <a:rPr lang="en-US" altLang="zh-CN" sz="2400"/>
              <a:t> communicate through a data item (</a:t>
            </a:r>
            <a:r>
              <a:rPr lang="en-US" altLang="zh-CN" sz="2400">
                <a:latin typeface="Courier New" panose="02070309020205020404" pitchFamily="49" charset="0"/>
              </a:rPr>
              <a:t>char c</a:t>
            </a:r>
            <a:r>
              <a:rPr lang="en-US" altLang="zh-CN" sz="2400"/>
              <a:t>).</a:t>
            </a:r>
          </a:p>
          <a:p>
            <a:endParaRPr lang="en-US" altLang="zh-CN" sz="2400"/>
          </a:p>
          <a:p>
            <a:r>
              <a:rPr lang="en-US" altLang="zh-CN" sz="2400" b="1"/>
              <a:t>Not</a:t>
            </a:r>
            <a:r>
              <a:rPr lang="en-US" altLang="zh-CN" sz="2400"/>
              <a:t> Control coupling: A common case of control coupling has control information, something usually the </a:t>
            </a:r>
            <a:r>
              <a:rPr lang="en-US" altLang="zh-CN" sz="2400" b="1"/>
              <a:t>caller</a:t>
            </a:r>
            <a:r>
              <a:rPr lang="en-US" altLang="zh-CN" sz="2400"/>
              <a:t> (analyze) passes to the </a:t>
            </a:r>
            <a:r>
              <a:rPr lang="en-US" altLang="zh-CN" sz="2400" b="1"/>
              <a:t>callee</a:t>
            </a:r>
            <a:r>
              <a:rPr lang="en-US" altLang="zh-CN" sz="2400"/>
              <a:t> (</a:t>
            </a:r>
            <a:r>
              <a:rPr lang="en-US" altLang="zh-CN" sz="2400" err="1"/>
              <a:t>isLower</a:t>
            </a:r>
            <a:r>
              <a:rPr lang="en-US" altLang="zh-CN" sz="2400"/>
              <a:t>) / or used globally (e.g. a global variable) that </a:t>
            </a:r>
            <a:r>
              <a:rPr lang="en-US" altLang="zh-CN" sz="2400" b="1"/>
              <a:t>directly</a:t>
            </a:r>
            <a:r>
              <a:rPr lang="en-US" altLang="zh-CN" sz="2400"/>
              <a:t> determines which branch of logic will execute. Here is not the case.</a:t>
            </a:r>
          </a:p>
        </p:txBody>
      </p:sp>
    </p:spTree>
    <p:extLst>
      <p:ext uri="{BB962C8B-B14F-4D97-AF65-F5344CB8AC3E}">
        <p14:creationId xmlns:p14="http://schemas.microsoft.com/office/powerpoint/2010/main" val="121674878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20462-B97B-ED79-EC47-22AF129CEA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E2D9BE-EAD4-C6F2-01A2-0885C492A05D}"/>
              </a:ext>
            </a:extLst>
          </p:cNvPr>
          <p:cNvSpPr>
            <a:spLocks noGrp="1"/>
          </p:cNvSpPr>
          <p:nvPr>
            <p:ph type="title"/>
          </p:nvPr>
        </p:nvSpPr>
        <p:spPr/>
        <p:txBody>
          <a:bodyPr/>
          <a:lstStyle/>
          <a:p>
            <a:r>
              <a:rPr lang="en-US" altLang="zh-CN"/>
              <a:t>Q4. Delta Debugging: Question</a:t>
            </a:r>
            <a:endParaRPr lang="zh-CN" altLang="zh-CN"/>
          </a:p>
        </p:txBody>
      </p:sp>
      <p:sp>
        <p:nvSpPr>
          <p:cNvPr id="3" name="表格占位符 2">
            <a:extLst>
              <a:ext uri="{FF2B5EF4-FFF2-40B4-BE49-F238E27FC236}">
                <a16:creationId xmlns:a16="http://schemas.microsoft.com/office/drawing/2014/main" id="{538FAD42-D073-0402-E8EC-DE05397D956E}"/>
              </a:ext>
            </a:extLst>
          </p:cNvPr>
          <p:cNvSpPr>
            <a:spLocks noGrp="1"/>
          </p:cNvSpPr>
          <p:nvPr>
            <p:ph type="tbl" idx="1"/>
          </p:nvPr>
        </p:nvSpPr>
        <p:spPr/>
        <p:txBody>
          <a:bodyPr/>
          <a:lstStyle/>
          <a:p>
            <a:pPr marL="398145" indent="-398145"/>
            <a:r>
              <a:rPr lang="en-US"/>
              <a:t>Program P contains a bug, as highlighted, which is exposed by the following test case:</a:t>
            </a:r>
          </a:p>
          <a:p>
            <a:pPr marL="861695" lvl="1">
              <a:buFont typeface="Courier New" pitchFamily="2" charset="2"/>
              <a:buChar char="o"/>
            </a:pPr>
            <a:r>
              <a:rPr lang="en-US" sz="1800">
                <a:ea typeface="+mn-ea"/>
                <a:cs typeface="+mn-cs"/>
              </a:rPr>
              <a:t>Input: CS5351 SW Engineering 2025/2026</a:t>
            </a:r>
            <a:endParaRPr lang="en-US" sz="1800">
              <a:ea typeface="+mn-ea"/>
              <a:cs typeface="Times New Roman"/>
            </a:endParaRPr>
          </a:p>
          <a:p>
            <a:pPr marL="861695" lvl="1">
              <a:buFont typeface="Courier New" pitchFamily="2" charset="2"/>
              <a:buChar char="o"/>
            </a:pPr>
            <a:r>
              <a:rPr lang="en-US" sz="1800">
                <a:ea typeface="+mn-ea"/>
                <a:cs typeface="+mn-cs"/>
              </a:rPr>
              <a:t>Actual Output: 1 uppercase vowel, 4 lowercase consonants, 3 whitespace characters</a:t>
            </a:r>
            <a:endParaRPr lang="en-US" sz="1800">
              <a:ea typeface="+mn-ea"/>
              <a:cs typeface="Times New Roman"/>
            </a:endParaRPr>
          </a:p>
          <a:p>
            <a:pPr marL="861695" lvl="1">
              <a:buFont typeface="Courier New" pitchFamily="2" charset="2"/>
              <a:buChar char="o"/>
            </a:pPr>
            <a:r>
              <a:rPr lang="en-US" sz="1800">
                <a:ea typeface="+mn-ea"/>
                <a:cs typeface="+mn-cs"/>
              </a:rPr>
              <a:t>Expected Output: 1 uppercase vowel, 6 lowercase consonants, 3 whitespace characters</a:t>
            </a:r>
          </a:p>
          <a:p>
            <a:pPr marL="398145" indent="-398145"/>
            <a:r>
              <a:rPr lang="en-US" sz="2800" b="1"/>
              <a:t>Your Task:</a:t>
            </a:r>
            <a:r>
              <a:rPr lang="en-US" sz="2800"/>
              <a:t> Perform Delta Debugging to reduce the input while preserving the failure </a:t>
            </a:r>
            <a:r>
              <a:rPr lang="en-US" sz="2800" b="1"/>
              <a:t>exactly the same</a:t>
            </a:r>
            <a:r>
              <a:rPr lang="en-US" sz="2800"/>
              <a:t> as shown in the actual output above (i.e., the text in the above actual output that shows the failure should be kept in the output of your reduced input). Your answer must show the entire sequence of inputs you derived when applying Delta Debugging. </a:t>
            </a:r>
            <a:endParaRPr lang="en-US" sz="2800">
              <a:cs typeface="Times New Roman"/>
            </a:endParaRPr>
          </a:p>
          <a:p>
            <a:pPr marL="398145" indent="-398145"/>
            <a:endParaRPr lang="zh-CN" altLang="en-US">
              <a:cs typeface="Times New Roman"/>
            </a:endParaRPr>
          </a:p>
        </p:txBody>
      </p:sp>
      <p:sp>
        <p:nvSpPr>
          <p:cNvPr id="4" name="灯片编号占位符 3">
            <a:extLst>
              <a:ext uri="{FF2B5EF4-FFF2-40B4-BE49-F238E27FC236}">
                <a16:creationId xmlns:a16="http://schemas.microsoft.com/office/drawing/2014/main" id="{407A3ACC-E303-4D9C-0F30-EF7F1A19E465}"/>
              </a:ext>
            </a:extLst>
          </p:cNvPr>
          <p:cNvSpPr>
            <a:spLocks noGrp="1"/>
          </p:cNvSpPr>
          <p:nvPr>
            <p:ph type="sldNum" sz="quarter" idx="12"/>
          </p:nvPr>
        </p:nvSpPr>
        <p:spPr/>
        <p:txBody>
          <a:bodyPr/>
          <a:lstStyle/>
          <a:p>
            <a:pPr>
              <a:defRPr/>
            </a:pPr>
            <a:fld id="{5792DDC3-EFA3-4647-8A6E-E8039DA1A91A}" type="slidenum">
              <a:rPr lang="en-US" smtClean="0"/>
              <a:pPr>
                <a:defRPr/>
              </a:pPr>
              <a:t>12</a:t>
            </a:fld>
            <a:endParaRPr lang="en-US"/>
          </a:p>
        </p:txBody>
      </p:sp>
    </p:spTree>
    <p:extLst>
      <p:ext uri="{BB962C8B-B14F-4D97-AF65-F5344CB8AC3E}">
        <p14:creationId xmlns:p14="http://schemas.microsoft.com/office/powerpoint/2010/main" val="426762327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19BDC-9A38-446E-AAF5-1122641171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874D94B-19B2-E059-A5D4-6F2C431E90CF}"/>
              </a:ext>
            </a:extLst>
          </p:cNvPr>
          <p:cNvSpPr>
            <a:spLocks noGrp="1"/>
          </p:cNvSpPr>
          <p:nvPr>
            <p:ph type="title"/>
          </p:nvPr>
        </p:nvSpPr>
        <p:spPr/>
        <p:txBody>
          <a:bodyPr/>
          <a:lstStyle/>
          <a:p>
            <a:r>
              <a:rPr lang="en-US" altLang="zh-CN"/>
              <a:t>Q4. </a:t>
            </a:r>
            <a:r>
              <a:rPr lang="en-US"/>
              <a:t>Delta Debugging</a:t>
            </a:r>
            <a:r>
              <a:rPr lang="en-US" altLang="zh-CN"/>
              <a:t>: Marking scheme</a:t>
            </a:r>
            <a:r>
              <a:rPr lang="en-US"/>
              <a:t>&amp;</a:t>
            </a:r>
            <a:br>
              <a:rPr lang="en-US"/>
            </a:br>
            <a:r>
              <a:rPr lang="en-US"/>
              <a:t>Reference Answer</a:t>
            </a:r>
            <a:endParaRPr lang="zh-CN" altLang="zh-CN"/>
          </a:p>
        </p:txBody>
      </p:sp>
      <p:sp>
        <p:nvSpPr>
          <p:cNvPr id="3" name="表格占位符 2">
            <a:extLst>
              <a:ext uri="{FF2B5EF4-FFF2-40B4-BE49-F238E27FC236}">
                <a16:creationId xmlns:a16="http://schemas.microsoft.com/office/drawing/2014/main" id="{CA424DC5-DF21-6845-6113-B80FF45C6FF7}"/>
              </a:ext>
            </a:extLst>
          </p:cNvPr>
          <p:cNvSpPr>
            <a:spLocks noGrp="1"/>
          </p:cNvSpPr>
          <p:nvPr>
            <p:ph type="tbl" idx="1"/>
          </p:nvPr>
        </p:nvSpPr>
        <p:spPr/>
        <p:txBody>
          <a:bodyPr/>
          <a:lstStyle/>
          <a:p>
            <a:pPr marL="398145" indent="-398145"/>
            <a:r>
              <a:rPr lang="en-US" altLang="zh-CN"/>
              <a:t>Marking scheme [14 marks in total]: </a:t>
            </a:r>
            <a:endParaRPr lang="zh-CN" altLang="en-US"/>
          </a:p>
          <a:p>
            <a:pPr marL="861695" lvl="1">
              <a:buFont typeface="Courier New" pitchFamily="2" charset="2"/>
              <a:buChar char="o"/>
            </a:pPr>
            <a:r>
              <a:rPr lang="en-US" altLang="zh-CN">
                <a:cs typeface="Times New Roman"/>
              </a:rPr>
              <a:t>Remove the </a:t>
            </a:r>
            <a:r>
              <a:rPr lang="en-US">
                <a:cs typeface="Times New Roman"/>
              </a:rPr>
              <a:t>prefix</a:t>
            </a:r>
            <a:r>
              <a:rPr lang="en-US" altLang="zh-CN">
                <a:cs typeface="Times New Roman"/>
              </a:rPr>
              <a:t> </a:t>
            </a:r>
            <a:r>
              <a:rPr lang="en-US" sz="3200">
                <a:cs typeface="Times New Roman"/>
              </a:rPr>
              <a:t>(4 marks) </a:t>
            </a:r>
            <a:endParaRPr lang="en-US" altLang="zh-CN">
              <a:cs typeface="Times New Roman"/>
            </a:endParaRPr>
          </a:p>
          <a:p>
            <a:pPr marL="861695" lvl="1">
              <a:buFont typeface="Courier New" pitchFamily="2" charset="2"/>
              <a:buChar char="o"/>
            </a:pPr>
            <a:r>
              <a:rPr lang="en-US">
                <a:cs typeface="Times New Roman"/>
              </a:rPr>
              <a:t>Remove the </a:t>
            </a:r>
            <a:r>
              <a:rPr lang="en-US">
                <a:ea typeface="+mn-lt"/>
                <a:cs typeface="+mn-lt"/>
              </a:rPr>
              <a:t>suffix</a:t>
            </a:r>
            <a:r>
              <a:rPr lang="en-US">
                <a:cs typeface="Times New Roman"/>
              </a:rPr>
              <a:t> </a:t>
            </a:r>
            <a:r>
              <a:rPr lang="en-US" sz="3200">
                <a:cs typeface="Times New Roman"/>
              </a:rPr>
              <a:t>(4 marks) </a:t>
            </a:r>
            <a:endParaRPr lang="en-US"/>
          </a:p>
          <a:p>
            <a:pPr marL="861695" lvl="1">
              <a:buFont typeface="Courier New" pitchFamily="2" charset="2"/>
              <a:buChar char="o"/>
            </a:pPr>
            <a:r>
              <a:rPr lang="en-US">
                <a:cs typeface="Times New Roman"/>
              </a:rPr>
              <a:t>Get the final the sequence “</a:t>
            </a:r>
            <a:r>
              <a:rPr lang="en-US" err="1">
                <a:cs typeface="Times New Roman"/>
              </a:rPr>
              <a:t>ngineering</a:t>
            </a:r>
            <a:r>
              <a:rPr lang="en-US">
                <a:cs typeface="Times New Roman"/>
              </a:rPr>
              <a:t>” </a:t>
            </a:r>
            <a:r>
              <a:rPr lang="en-US" sz="3200">
                <a:cs typeface="Times New Roman"/>
              </a:rPr>
              <a:t>(6 marks)</a:t>
            </a:r>
            <a:endParaRPr lang="en-US"/>
          </a:p>
          <a:p>
            <a:pPr marL="398145" indent="-398145">
              <a:buFont typeface="Wingdings"/>
              <a:buChar char="u"/>
            </a:pPr>
            <a:r>
              <a:rPr lang="en-US">
                <a:cs typeface="Times New Roman"/>
              </a:rPr>
              <a:t>Reference answer: </a:t>
            </a:r>
            <a:endParaRPr lang="zh-CN" altLang="en-US">
              <a:cs typeface="Times New Roman"/>
            </a:endParaRPr>
          </a:p>
          <a:p>
            <a:pPr marL="861695" lvl="1">
              <a:buFont typeface="Courier New,monospace"/>
              <a:buChar char="o"/>
            </a:pPr>
            <a:r>
              <a:rPr lang="en-US" sz="1800">
                <a:cs typeface="Times New Roman"/>
              </a:rPr>
              <a:t>CS5351</a:t>
            </a:r>
            <a:r>
              <a:rPr lang="en-US" sz="1800">
                <a:latin typeface="Times New Roman"/>
                <a:cs typeface="Times New Roman"/>
              </a:rPr>
              <a:t> SW Engineering 2025/2026</a:t>
            </a:r>
          </a:p>
          <a:p>
            <a:pPr marL="861695" lvl="1">
              <a:buFont typeface="Courier New,monospace"/>
              <a:buChar char="o"/>
            </a:pPr>
            <a:r>
              <a:rPr lang="en-US" sz="1800" b="1">
                <a:cs typeface="Times New Roman"/>
              </a:rPr>
              <a:t>→ </a:t>
            </a:r>
            <a:r>
              <a:rPr lang="en-US" sz="1800">
                <a:cs typeface="Times New Roman"/>
              </a:rPr>
              <a:t>Engineering 2025/2026</a:t>
            </a:r>
          </a:p>
          <a:p>
            <a:pPr marL="861695" lvl="1">
              <a:buFont typeface="Courier New,monospace"/>
              <a:buChar char="o"/>
            </a:pPr>
            <a:r>
              <a:rPr lang="en-US" sz="1800" b="1">
                <a:cs typeface="Times New Roman"/>
              </a:rPr>
              <a:t>→ </a:t>
            </a:r>
            <a:r>
              <a:rPr lang="en-US" sz="1800">
                <a:cs typeface="Times New Roman"/>
              </a:rPr>
              <a:t>Engineering</a:t>
            </a:r>
          </a:p>
          <a:p>
            <a:pPr marL="861695" lvl="1">
              <a:buFont typeface="Courier New,monospace"/>
              <a:buChar char="o"/>
            </a:pPr>
            <a:r>
              <a:rPr lang="en-US" sz="1800" b="1">
                <a:cs typeface="Times New Roman"/>
              </a:rPr>
              <a:t>→ </a:t>
            </a:r>
            <a:r>
              <a:rPr lang="en-US" sz="1800" err="1">
                <a:cs typeface="Times New Roman"/>
              </a:rPr>
              <a:t>ngineering</a:t>
            </a:r>
            <a:r>
              <a:rPr lang="en-US" sz="1800">
                <a:cs typeface="Times New Roman"/>
              </a:rPr>
              <a:t>  </a:t>
            </a:r>
            <a:r>
              <a:rPr lang="en-US" sz="1800" b="1">
                <a:cs typeface="Times New Roman"/>
              </a:rPr>
              <a:t>(can’t future trim off the string)</a:t>
            </a:r>
          </a:p>
          <a:p>
            <a:pPr marL="861695" lvl="1">
              <a:buFont typeface="Courier New,monospace"/>
              <a:buChar char="o"/>
            </a:pPr>
            <a:r>
              <a:rPr lang="en-US" sz="1800">
                <a:cs typeface="Times New Roman"/>
              </a:rPr>
              <a:t>Actual Output: 0 uppercase vowels, 4 lowercase consonants, 0 whitespace characters</a:t>
            </a:r>
          </a:p>
          <a:p>
            <a:pPr marL="861695" lvl="1">
              <a:buFont typeface="Courier New,monospace"/>
              <a:buChar char="o"/>
            </a:pPr>
            <a:r>
              <a:rPr lang="en-US" sz="1800">
                <a:cs typeface="Times New Roman"/>
              </a:rPr>
              <a:t>Expected Output: 0 uppercase vowels, 6 lowercase consonants, 0 whitespace characters</a:t>
            </a:r>
          </a:p>
          <a:p>
            <a:pPr marL="861695" lvl="1">
              <a:buFont typeface="Courier New"/>
              <a:buChar char="o"/>
            </a:pPr>
            <a:endParaRPr lang="en-US">
              <a:cs typeface="Times New Roman"/>
            </a:endParaRPr>
          </a:p>
          <a:p>
            <a:pPr marL="0" indent="0">
              <a:buNone/>
            </a:pPr>
            <a:endParaRPr lang="en-US" altLang="zh-CN">
              <a:cs typeface="Times New Roman"/>
            </a:endParaRPr>
          </a:p>
        </p:txBody>
      </p:sp>
      <p:sp>
        <p:nvSpPr>
          <p:cNvPr id="4" name="灯片编号占位符 3">
            <a:extLst>
              <a:ext uri="{FF2B5EF4-FFF2-40B4-BE49-F238E27FC236}">
                <a16:creationId xmlns:a16="http://schemas.microsoft.com/office/drawing/2014/main" id="{9833F0B4-1264-A1ED-48DB-D7B2049D0C12}"/>
              </a:ext>
            </a:extLst>
          </p:cNvPr>
          <p:cNvSpPr>
            <a:spLocks noGrp="1"/>
          </p:cNvSpPr>
          <p:nvPr>
            <p:ph type="sldNum" sz="quarter" idx="12"/>
          </p:nvPr>
        </p:nvSpPr>
        <p:spPr/>
        <p:txBody>
          <a:bodyPr/>
          <a:lstStyle/>
          <a:p>
            <a:pPr>
              <a:defRPr/>
            </a:pPr>
            <a:fld id="{5792DDC3-EFA3-4647-8A6E-E8039DA1A91A}" type="slidenum">
              <a:rPr lang="en-US" smtClean="0"/>
              <a:pPr>
                <a:defRPr/>
              </a:pPr>
              <a:t>13</a:t>
            </a:fld>
            <a:endParaRPr lang="en-US"/>
          </a:p>
        </p:txBody>
      </p:sp>
      <p:sp>
        <p:nvSpPr>
          <p:cNvPr id="7" name="文本框 6">
            <a:extLst>
              <a:ext uri="{FF2B5EF4-FFF2-40B4-BE49-F238E27FC236}">
                <a16:creationId xmlns:a16="http://schemas.microsoft.com/office/drawing/2014/main" id="{0AA63189-523F-4A46-2B52-F07CD1F72572}"/>
              </a:ext>
            </a:extLst>
          </p:cNvPr>
          <p:cNvSpPr txBox="1"/>
          <p:nvPr/>
        </p:nvSpPr>
        <p:spPr>
          <a:xfrm>
            <a:off x="6803607" y="4946061"/>
            <a:ext cx="4677563" cy="830997"/>
          </a:xfrm>
          <a:prstGeom prst="rect">
            <a:avLst/>
          </a:prstGeom>
          <a:noFill/>
          <a:ln w="28575">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400" b="1"/>
              <a:t>Note: </a:t>
            </a:r>
            <a:r>
              <a:rPr lang="en-US" altLang="zh-CN" sz="2400"/>
              <a:t>preserve the failure exactly as shown in the expected output above</a:t>
            </a:r>
            <a:endParaRPr lang="zh-CN" altLang="en-US" sz="2400">
              <a:cs typeface="Times New Roman"/>
            </a:endParaRPr>
          </a:p>
        </p:txBody>
      </p:sp>
    </p:spTree>
    <p:extLst>
      <p:ext uri="{BB962C8B-B14F-4D97-AF65-F5344CB8AC3E}">
        <p14:creationId xmlns:p14="http://schemas.microsoft.com/office/powerpoint/2010/main" val="364425092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6B5A-0C22-5D41-306F-21E4C1E0D2D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6BB859-D02B-F75A-8488-426559C2FBC0}"/>
              </a:ext>
            </a:extLst>
          </p:cNvPr>
          <p:cNvSpPr>
            <a:spLocks noGrp="1"/>
          </p:cNvSpPr>
          <p:nvPr>
            <p:ph type="title"/>
          </p:nvPr>
        </p:nvSpPr>
        <p:spPr/>
        <p:txBody>
          <a:bodyPr/>
          <a:lstStyle/>
          <a:p>
            <a:r>
              <a:rPr lang="en-US" altLang="zh-CN" dirty="0">
                <a:ea typeface="+mj-lt"/>
                <a:cs typeface="Times New Roman"/>
              </a:rPr>
              <a:t>Q5.a Metamorphic Relation: Questions</a:t>
            </a:r>
            <a:endParaRPr lang="zh-CN" b="0" dirty="0">
              <a:solidFill>
                <a:srgbClr val="000000"/>
              </a:solidFill>
              <a:cs typeface="Times New Roman"/>
            </a:endParaRPr>
          </a:p>
        </p:txBody>
      </p:sp>
      <p:sp>
        <p:nvSpPr>
          <p:cNvPr id="4" name="灯片编号占位符 3">
            <a:extLst>
              <a:ext uri="{FF2B5EF4-FFF2-40B4-BE49-F238E27FC236}">
                <a16:creationId xmlns:a16="http://schemas.microsoft.com/office/drawing/2014/main" id="{D3D32A2C-C7DB-272F-FADC-959FE9391971}"/>
              </a:ext>
            </a:extLst>
          </p:cNvPr>
          <p:cNvSpPr>
            <a:spLocks noGrp="1"/>
          </p:cNvSpPr>
          <p:nvPr>
            <p:ph type="sldNum" sz="quarter" idx="12"/>
          </p:nvPr>
        </p:nvSpPr>
        <p:spPr/>
        <p:txBody>
          <a:bodyPr/>
          <a:lstStyle/>
          <a:p>
            <a:pPr>
              <a:defRPr/>
            </a:pPr>
            <a:fld id="{5792DDC3-EFA3-4647-8A6E-E8039DA1A91A}" type="slidenum">
              <a:rPr lang="en-US" smtClean="0"/>
              <a:pPr>
                <a:defRPr/>
              </a:pPr>
              <a:t>14</a:t>
            </a:fld>
            <a:endParaRPr lang="en-US"/>
          </a:p>
        </p:txBody>
      </p:sp>
      <p:sp>
        <p:nvSpPr>
          <p:cNvPr id="5" name="表格占位符 4">
            <a:extLst>
              <a:ext uri="{FF2B5EF4-FFF2-40B4-BE49-F238E27FC236}">
                <a16:creationId xmlns:a16="http://schemas.microsoft.com/office/drawing/2014/main" id="{19D59C4A-3579-409D-351C-C8DE05CEF672}"/>
              </a:ext>
            </a:extLst>
          </p:cNvPr>
          <p:cNvSpPr>
            <a:spLocks noGrp="1"/>
          </p:cNvSpPr>
          <p:nvPr>
            <p:ph type="tbl" idx="1"/>
          </p:nvPr>
        </p:nvSpPr>
        <p:spPr/>
        <p:txBody>
          <a:bodyPr/>
          <a:lstStyle/>
          <a:p>
            <a:pPr marL="398145" indent="-398145"/>
            <a:r>
              <a:rPr lang="en-US" altLang="zh-CN" sz="2000" dirty="0">
                <a:ea typeface="+mn-lt"/>
                <a:cs typeface="+mn-lt"/>
              </a:rPr>
              <a:t>(</a:t>
            </a:r>
            <a:r>
              <a:rPr lang="zh-CN" sz="2000">
                <a:ea typeface="+mn-lt"/>
                <a:cs typeface="+mn-lt"/>
              </a:rPr>
              <a:t>14 marks). Is MR1 strong enough to detect the failure of program P due to the highlighted bug? Explain your answer with the help of the test case in Question 4.</a:t>
            </a:r>
            <a:endParaRPr lang="zh-CN" altLang="en-US" sz="2000">
              <a:cs typeface="Times New Roman"/>
            </a:endParaRPr>
          </a:p>
          <a:p>
            <a:pPr marL="398145" indent="-398145"/>
            <a:r>
              <a:rPr lang="zh-CN" sz="2000">
                <a:ea typeface="+mn-lt"/>
                <a:cs typeface="+mn-lt"/>
              </a:rPr>
              <a:t>Metamorphic relation MR1:  </a:t>
            </a:r>
            <a:endParaRPr lang="zh-CN" sz="2000">
              <a:cs typeface="Times New Roman"/>
            </a:endParaRPr>
          </a:p>
          <a:p>
            <a:pPr marL="398145" indent="-398145"/>
            <a:r>
              <a:rPr lang="zh-CN" sz="2000">
                <a:ea typeface="+mn-lt"/>
                <a:cs typeface="+mn-lt"/>
              </a:rPr>
              <a:t>Let x be a text string, which is arbitrarily split into two consecutive substrings: y and z. The total number of uppercase vowels, lowercase consonants, and whitespace characters in y and z reported by P should be equal to the number of uppercase vowels, lowercase consonants, and whitespace characters in x reported by P.</a:t>
            </a:r>
            <a:r>
              <a:rPr lang="zh-CN" altLang="en-US" sz="2000">
                <a:ea typeface="+mn-lt"/>
                <a:cs typeface="+mn-lt"/>
              </a:rPr>
              <a:t> </a:t>
            </a:r>
            <a:r>
              <a:rPr lang="zh-CN" sz="2000">
                <a:ea typeface="+mn-lt"/>
                <a:cs typeface="+mn-lt"/>
              </a:rPr>
              <a:t>Strong enough for MR1?  </a:t>
            </a:r>
            <a:endParaRPr lang="zh-CN" sz="2000">
              <a:cs typeface="Times New Roman"/>
            </a:endParaRPr>
          </a:p>
        </p:txBody>
      </p:sp>
    </p:spTree>
    <p:extLst>
      <p:ext uri="{BB962C8B-B14F-4D97-AF65-F5344CB8AC3E}">
        <p14:creationId xmlns:p14="http://schemas.microsoft.com/office/powerpoint/2010/main" val="85946451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09B2C-531D-B6EB-713B-D894E22740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36E8D2D-F472-650F-574A-499B00BAFF15}"/>
              </a:ext>
            </a:extLst>
          </p:cNvPr>
          <p:cNvSpPr>
            <a:spLocks noGrp="1"/>
          </p:cNvSpPr>
          <p:nvPr>
            <p:ph type="title"/>
          </p:nvPr>
        </p:nvSpPr>
        <p:spPr/>
        <p:txBody>
          <a:bodyPr/>
          <a:lstStyle/>
          <a:p>
            <a:r>
              <a:rPr lang="en-US" altLang="zh-CN" dirty="0">
                <a:ea typeface="+mj-lt"/>
                <a:cs typeface="Times New Roman"/>
              </a:rPr>
              <a:t>Q5.a Metamorphic Relation: Answers</a:t>
            </a:r>
            <a:endParaRPr lang="zh-CN" b="0" dirty="0">
              <a:solidFill>
                <a:srgbClr val="000000"/>
              </a:solidFill>
              <a:cs typeface="Times New Roman"/>
            </a:endParaRPr>
          </a:p>
        </p:txBody>
      </p:sp>
      <p:sp>
        <p:nvSpPr>
          <p:cNvPr id="4" name="灯片编号占位符 3">
            <a:extLst>
              <a:ext uri="{FF2B5EF4-FFF2-40B4-BE49-F238E27FC236}">
                <a16:creationId xmlns:a16="http://schemas.microsoft.com/office/drawing/2014/main" id="{E31D12FE-C008-675F-9ECF-BE792A89D564}"/>
              </a:ext>
            </a:extLst>
          </p:cNvPr>
          <p:cNvSpPr>
            <a:spLocks noGrp="1"/>
          </p:cNvSpPr>
          <p:nvPr>
            <p:ph type="sldNum" sz="quarter" idx="12"/>
          </p:nvPr>
        </p:nvSpPr>
        <p:spPr/>
        <p:txBody>
          <a:bodyPr/>
          <a:lstStyle/>
          <a:p>
            <a:pPr>
              <a:defRPr/>
            </a:pPr>
            <a:fld id="{5792DDC3-EFA3-4647-8A6E-E8039DA1A91A}" type="slidenum">
              <a:rPr lang="en-US" smtClean="0"/>
              <a:pPr>
                <a:defRPr/>
              </a:pPr>
              <a:t>15</a:t>
            </a:fld>
            <a:endParaRPr lang="en-US"/>
          </a:p>
        </p:txBody>
      </p:sp>
      <p:sp>
        <p:nvSpPr>
          <p:cNvPr id="5" name="表格占位符 4">
            <a:extLst>
              <a:ext uri="{FF2B5EF4-FFF2-40B4-BE49-F238E27FC236}">
                <a16:creationId xmlns:a16="http://schemas.microsoft.com/office/drawing/2014/main" id="{D6909511-001E-01BF-7369-0F0B477B0630}"/>
              </a:ext>
            </a:extLst>
          </p:cNvPr>
          <p:cNvSpPr>
            <a:spLocks noGrp="1"/>
          </p:cNvSpPr>
          <p:nvPr>
            <p:ph type="tbl" idx="1"/>
          </p:nvPr>
        </p:nvSpPr>
        <p:spPr/>
        <p:txBody>
          <a:bodyPr/>
          <a:lstStyle/>
          <a:p>
            <a:pPr marL="398145" indent="-398145"/>
            <a:r>
              <a:rPr lang="en-US" altLang="zh-CN" sz="2000" dirty="0">
                <a:ea typeface="+mn-lt"/>
                <a:cs typeface="+mn-lt"/>
              </a:rPr>
              <a:t>Yes,</a:t>
            </a:r>
            <a:r>
              <a:rPr lang="zh-CN" altLang="en-US" sz="2000" dirty="0">
                <a:ea typeface="+mn-lt"/>
                <a:cs typeface="+mn-lt"/>
              </a:rPr>
              <a:t> </a:t>
            </a:r>
            <a:r>
              <a:rPr lang="en-US" altLang="zh-CN" sz="2000" dirty="0">
                <a:ea typeface="+mn-lt"/>
                <a:cs typeface="+mn-lt"/>
              </a:rPr>
              <a:t>MR1</a:t>
            </a:r>
            <a:r>
              <a:rPr lang="zh-CN" altLang="en-US" sz="2000" dirty="0">
                <a:ea typeface="+mn-lt"/>
                <a:cs typeface="+mn-lt"/>
              </a:rPr>
              <a:t> </a:t>
            </a:r>
            <a:r>
              <a:rPr lang="en-US" altLang="zh-CN" sz="2000" dirty="0">
                <a:ea typeface="+mn-lt"/>
                <a:cs typeface="+mn-lt"/>
              </a:rPr>
              <a:t>is</a:t>
            </a:r>
            <a:r>
              <a:rPr lang="zh-CN" altLang="en-US" sz="2000" dirty="0">
                <a:ea typeface="+mn-lt"/>
                <a:cs typeface="+mn-lt"/>
              </a:rPr>
              <a:t> </a:t>
            </a:r>
            <a:r>
              <a:rPr lang="en-US" altLang="zh-CN" sz="2000" dirty="0">
                <a:ea typeface="+mn-lt"/>
                <a:cs typeface="+mn-lt"/>
              </a:rPr>
              <a:t>strong</a:t>
            </a:r>
            <a:r>
              <a:rPr lang="zh-CN" altLang="en-US" sz="2000" dirty="0">
                <a:ea typeface="+mn-lt"/>
                <a:cs typeface="+mn-lt"/>
              </a:rPr>
              <a:t> </a:t>
            </a:r>
            <a:r>
              <a:rPr lang="en-US" altLang="zh-CN" sz="2000" dirty="0">
                <a:ea typeface="+mn-lt"/>
                <a:cs typeface="+mn-lt"/>
              </a:rPr>
              <a:t>enough.</a:t>
            </a:r>
            <a:r>
              <a:rPr lang="zh-CN" altLang="en-US" sz="2000" dirty="0">
                <a:ea typeface="+mn-lt"/>
                <a:cs typeface="+mn-lt"/>
              </a:rPr>
              <a:t> </a:t>
            </a:r>
            <a:r>
              <a:rPr lang="en-US" altLang="zh-CN" sz="2000" dirty="0">
                <a:ea typeface="+mn-lt"/>
                <a:cs typeface="+mn-lt"/>
              </a:rPr>
              <a:t>Using</a:t>
            </a:r>
            <a:r>
              <a:rPr lang="zh-CN" altLang="en-US" sz="2000" dirty="0">
                <a:ea typeface="+mn-lt"/>
                <a:cs typeface="+mn-lt"/>
              </a:rPr>
              <a:t> </a:t>
            </a:r>
            <a:r>
              <a:rPr lang="en-US" altLang="zh-CN" sz="2000" dirty="0">
                <a:ea typeface="+mn-lt"/>
                <a:cs typeface="+mn-lt"/>
              </a:rPr>
              <a:t>the</a:t>
            </a:r>
            <a:r>
              <a:rPr lang="zh-CN" altLang="en-US" sz="2000" dirty="0">
                <a:ea typeface="+mn-lt"/>
                <a:cs typeface="+mn-lt"/>
              </a:rPr>
              <a:t> </a:t>
            </a:r>
            <a:r>
              <a:rPr lang="en-US" altLang="zh-CN" sz="2000" dirty="0">
                <a:ea typeface="+mn-lt"/>
                <a:cs typeface="+mn-lt"/>
              </a:rPr>
              <a:t>following</a:t>
            </a:r>
            <a:r>
              <a:rPr lang="zh-CN" altLang="en-US" sz="2000" dirty="0">
                <a:ea typeface="+mn-lt"/>
                <a:cs typeface="+mn-lt"/>
              </a:rPr>
              <a:t> </a:t>
            </a:r>
            <a:r>
              <a:rPr lang="en-US" altLang="zh-CN" sz="2000" dirty="0">
                <a:ea typeface="+mn-lt"/>
                <a:cs typeface="+mn-lt"/>
              </a:rPr>
              <a:t>split</a:t>
            </a:r>
            <a:r>
              <a:rPr lang="zh-CN" altLang="en-US" sz="2000" dirty="0">
                <a:ea typeface="+mn-lt"/>
                <a:cs typeface="+mn-lt"/>
              </a:rPr>
              <a:t> </a:t>
            </a:r>
            <a:r>
              <a:rPr lang="en-US" altLang="zh-CN" sz="2000" dirty="0">
                <a:ea typeface="+mn-lt"/>
                <a:cs typeface="+mn-lt"/>
              </a:rPr>
              <a:t>of</a:t>
            </a:r>
            <a:r>
              <a:rPr lang="zh-CN" altLang="en-US" sz="2000" dirty="0">
                <a:ea typeface="+mn-lt"/>
                <a:cs typeface="+mn-lt"/>
              </a:rPr>
              <a:t> </a:t>
            </a:r>
            <a:r>
              <a:rPr lang="en-US" altLang="zh-CN" sz="2000" dirty="0">
                <a:ea typeface="+mn-lt"/>
                <a:cs typeface="+mn-lt"/>
              </a:rPr>
              <a:t>x</a:t>
            </a:r>
            <a:r>
              <a:rPr lang="zh-CN" altLang="en-US" sz="2000" dirty="0">
                <a:ea typeface="+mn-lt"/>
                <a:cs typeface="+mn-lt"/>
              </a:rPr>
              <a:t> </a:t>
            </a:r>
            <a:r>
              <a:rPr lang="en-US" altLang="zh-CN" sz="2000" dirty="0">
                <a:ea typeface="+mn-lt"/>
                <a:cs typeface="+mn-lt"/>
              </a:rPr>
              <a:t>into</a:t>
            </a:r>
            <a:r>
              <a:rPr lang="zh-CN" altLang="en-US" sz="2000" dirty="0">
                <a:ea typeface="+mn-lt"/>
                <a:cs typeface="+mn-lt"/>
              </a:rPr>
              <a:t> </a:t>
            </a:r>
            <a:r>
              <a:rPr lang="en-US" altLang="zh-CN" sz="2000" dirty="0">
                <a:ea typeface="+mn-lt"/>
                <a:cs typeface="+mn-lt"/>
              </a:rPr>
              <a:t>y</a:t>
            </a:r>
            <a:r>
              <a:rPr lang="zh-CN" altLang="en-US" sz="2000" dirty="0">
                <a:ea typeface="+mn-lt"/>
                <a:cs typeface="+mn-lt"/>
              </a:rPr>
              <a:t> </a:t>
            </a:r>
            <a:r>
              <a:rPr lang="en-US" altLang="zh-CN" sz="2000" dirty="0">
                <a:ea typeface="+mn-lt"/>
                <a:cs typeface="+mn-lt"/>
              </a:rPr>
              <a:t>and</a:t>
            </a:r>
            <a:r>
              <a:rPr lang="zh-CN" altLang="en-US" sz="2000" dirty="0">
                <a:ea typeface="+mn-lt"/>
                <a:cs typeface="+mn-lt"/>
              </a:rPr>
              <a:t> </a:t>
            </a:r>
            <a:r>
              <a:rPr lang="en-US" altLang="zh-CN" sz="2000" dirty="0">
                <a:ea typeface="+mn-lt"/>
                <a:cs typeface="+mn-lt"/>
              </a:rPr>
              <a:t>z,</a:t>
            </a:r>
            <a:r>
              <a:rPr lang="zh-CN" altLang="en-US" sz="2000" dirty="0">
                <a:ea typeface="+mn-lt"/>
                <a:cs typeface="+mn-lt"/>
              </a:rPr>
              <a:t> </a:t>
            </a:r>
            <a:r>
              <a:rPr lang="en-US" altLang="zh-CN" sz="2000" dirty="0">
                <a:ea typeface="+mn-lt"/>
                <a:cs typeface="+mn-lt"/>
              </a:rPr>
              <a:t>the</a:t>
            </a:r>
            <a:r>
              <a:rPr lang="zh-CN" altLang="en-US" sz="2000" dirty="0">
                <a:ea typeface="+mn-lt"/>
                <a:cs typeface="+mn-lt"/>
              </a:rPr>
              <a:t> </a:t>
            </a:r>
            <a:r>
              <a:rPr lang="en-US" altLang="zh-CN" sz="2000" dirty="0">
                <a:ea typeface="+mn-lt"/>
                <a:cs typeface="+mn-lt"/>
              </a:rPr>
              <a:t>numbers</a:t>
            </a:r>
            <a:r>
              <a:rPr lang="zh-CN" altLang="en-US" sz="2000" dirty="0">
                <a:ea typeface="+mn-lt"/>
                <a:cs typeface="+mn-lt"/>
              </a:rPr>
              <a:t> </a:t>
            </a:r>
            <a:r>
              <a:rPr lang="en-US" altLang="zh-CN" sz="2000" dirty="0">
                <a:ea typeface="+mn-lt"/>
                <a:cs typeface="+mn-lt"/>
              </a:rPr>
              <a:t>of</a:t>
            </a:r>
            <a:r>
              <a:rPr lang="zh-CN" altLang="en-US" sz="2000" dirty="0">
                <a:ea typeface="+mn-lt"/>
                <a:cs typeface="+mn-lt"/>
              </a:rPr>
              <a:t> </a:t>
            </a:r>
            <a:r>
              <a:rPr lang="en-US" altLang="zh-CN" sz="2000" dirty="0">
                <a:ea typeface="+mn-lt"/>
                <a:cs typeface="+mn-lt"/>
              </a:rPr>
              <a:t>lowercase</a:t>
            </a:r>
            <a:r>
              <a:rPr lang="zh-CN" altLang="en-US" sz="2000" dirty="0">
                <a:ea typeface="+mn-lt"/>
                <a:cs typeface="+mn-lt"/>
              </a:rPr>
              <a:t> </a:t>
            </a:r>
            <a:r>
              <a:rPr lang="en-US" altLang="zh-CN" sz="2000" dirty="0">
                <a:ea typeface="+mn-lt"/>
                <a:cs typeface="+mn-lt"/>
              </a:rPr>
              <a:t>consonants</a:t>
            </a:r>
            <a:r>
              <a:rPr lang="zh-CN" altLang="en-US" sz="2000" dirty="0">
                <a:ea typeface="+mn-lt"/>
                <a:cs typeface="+mn-lt"/>
              </a:rPr>
              <a:t> </a:t>
            </a:r>
            <a:r>
              <a:rPr lang="en-US" altLang="zh-CN" sz="2000" dirty="0">
                <a:ea typeface="+mn-lt"/>
                <a:cs typeface="+mn-lt"/>
              </a:rPr>
              <a:t>reported</a:t>
            </a:r>
            <a:r>
              <a:rPr lang="zh-CN" altLang="en-US" sz="2000" dirty="0">
                <a:ea typeface="+mn-lt"/>
                <a:cs typeface="+mn-lt"/>
              </a:rPr>
              <a:t> </a:t>
            </a:r>
            <a:r>
              <a:rPr lang="en-US" altLang="zh-CN" sz="2000" dirty="0">
                <a:ea typeface="+mn-lt"/>
                <a:cs typeface="+mn-lt"/>
              </a:rPr>
              <a:t>by</a:t>
            </a:r>
            <a:r>
              <a:rPr lang="zh-CN" altLang="en-US" sz="2000" dirty="0">
                <a:ea typeface="+mn-lt"/>
                <a:cs typeface="+mn-lt"/>
              </a:rPr>
              <a:t> </a:t>
            </a:r>
            <a:r>
              <a:rPr lang="en-US" altLang="zh-CN" sz="2000" dirty="0">
                <a:ea typeface="+mn-lt"/>
                <a:cs typeface="+mn-lt"/>
              </a:rPr>
              <a:t>P</a:t>
            </a:r>
            <a:r>
              <a:rPr lang="zh-CN" altLang="en-US" sz="2000" dirty="0">
                <a:ea typeface="+mn-lt"/>
                <a:cs typeface="+mn-lt"/>
              </a:rPr>
              <a:t> </a:t>
            </a:r>
            <a:r>
              <a:rPr lang="en-US" altLang="zh-CN" sz="2000" dirty="0">
                <a:ea typeface="+mn-lt"/>
                <a:cs typeface="+mn-lt"/>
              </a:rPr>
              <a:t>on</a:t>
            </a:r>
            <a:r>
              <a:rPr lang="zh-CN" altLang="en-US" sz="2000" dirty="0">
                <a:ea typeface="+mn-lt"/>
                <a:cs typeface="+mn-lt"/>
              </a:rPr>
              <a:t> </a:t>
            </a:r>
            <a:r>
              <a:rPr lang="en-US" altLang="zh-CN" sz="2000" dirty="0">
                <a:ea typeface="+mn-lt"/>
                <a:cs typeface="+mn-lt"/>
              </a:rPr>
              <a:t>x,</a:t>
            </a:r>
            <a:r>
              <a:rPr lang="zh-CN" altLang="en-US" sz="2000" dirty="0">
                <a:ea typeface="+mn-lt"/>
                <a:cs typeface="+mn-lt"/>
              </a:rPr>
              <a:t> </a:t>
            </a:r>
            <a:r>
              <a:rPr lang="en-US" altLang="zh-CN" sz="2000" dirty="0">
                <a:ea typeface="+mn-lt"/>
                <a:cs typeface="+mn-lt"/>
              </a:rPr>
              <a:t>y,</a:t>
            </a:r>
            <a:r>
              <a:rPr lang="zh-CN" altLang="en-US" sz="2000" dirty="0">
                <a:ea typeface="+mn-lt"/>
                <a:cs typeface="+mn-lt"/>
              </a:rPr>
              <a:t> </a:t>
            </a:r>
            <a:r>
              <a:rPr lang="en-US" altLang="zh-CN" sz="2000" dirty="0">
                <a:ea typeface="+mn-lt"/>
                <a:cs typeface="+mn-lt"/>
              </a:rPr>
              <a:t>and</a:t>
            </a:r>
            <a:r>
              <a:rPr lang="zh-CN" altLang="en-US" sz="2000" dirty="0">
                <a:ea typeface="+mn-lt"/>
                <a:cs typeface="+mn-lt"/>
              </a:rPr>
              <a:t> </a:t>
            </a:r>
            <a:r>
              <a:rPr lang="en-US" altLang="zh-CN" sz="2000" dirty="0">
                <a:ea typeface="+mn-lt"/>
                <a:cs typeface="+mn-lt"/>
              </a:rPr>
              <a:t>z</a:t>
            </a:r>
            <a:r>
              <a:rPr lang="zh-CN" altLang="en-US" sz="2000" dirty="0">
                <a:ea typeface="+mn-lt"/>
                <a:cs typeface="+mn-lt"/>
              </a:rPr>
              <a:t> </a:t>
            </a:r>
            <a:r>
              <a:rPr lang="en-US" altLang="zh-CN" sz="2000" dirty="0">
                <a:ea typeface="+mn-lt"/>
                <a:cs typeface="+mn-lt"/>
              </a:rPr>
              <a:t>will</a:t>
            </a:r>
            <a:r>
              <a:rPr lang="zh-CN" altLang="en-US" sz="2000" dirty="0">
                <a:ea typeface="+mn-lt"/>
                <a:cs typeface="+mn-lt"/>
              </a:rPr>
              <a:t> </a:t>
            </a:r>
            <a:r>
              <a:rPr lang="en-US" altLang="zh-CN" sz="2000" dirty="0">
                <a:ea typeface="+mn-lt"/>
                <a:cs typeface="+mn-lt"/>
              </a:rPr>
              <a:t>be</a:t>
            </a:r>
            <a:r>
              <a:rPr lang="zh-CN" altLang="en-US" sz="2000" dirty="0">
                <a:ea typeface="+mn-lt"/>
                <a:cs typeface="+mn-lt"/>
              </a:rPr>
              <a:t> </a:t>
            </a:r>
            <a:r>
              <a:rPr lang="en-US" altLang="zh-CN" sz="2000" dirty="0">
                <a:ea typeface="+mn-lt"/>
                <a:cs typeface="+mn-lt"/>
              </a:rPr>
              <a:t>4,</a:t>
            </a:r>
            <a:r>
              <a:rPr lang="zh-CN" altLang="en-US" sz="2000" dirty="0">
                <a:ea typeface="+mn-lt"/>
                <a:cs typeface="+mn-lt"/>
              </a:rPr>
              <a:t> </a:t>
            </a:r>
            <a:r>
              <a:rPr lang="en-US" altLang="zh-CN" sz="2000" dirty="0">
                <a:ea typeface="+mn-lt"/>
                <a:cs typeface="+mn-lt"/>
              </a:rPr>
              <a:t>1,</a:t>
            </a:r>
            <a:r>
              <a:rPr lang="zh-CN" altLang="en-US" sz="2000" dirty="0">
                <a:ea typeface="+mn-lt"/>
                <a:cs typeface="+mn-lt"/>
              </a:rPr>
              <a:t> </a:t>
            </a:r>
            <a:r>
              <a:rPr lang="en-US" altLang="zh-CN" sz="2000" dirty="0">
                <a:ea typeface="+mn-lt"/>
                <a:cs typeface="+mn-lt"/>
              </a:rPr>
              <a:t>and</a:t>
            </a:r>
            <a:r>
              <a:rPr lang="zh-CN" altLang="en-US" sz="2000" dirty="0">
                <a:ea typeface="+mn-lt"/>
                <a:cs typeface="+mn-lt"/>
              </a:rPr>
              <a:t> </a:t>
            </a:r>
            <a:r>
              <a:rPr lang="en-US" altLang="zh-CN" sz="2000" dirty="0">
                <a:ea typeface="+mn-lt"/>
                <a:cs typeface="+mn-lt"/>
              </a:rPr>
              <a:t>4,</a:t>
            </a:r>
            <a:r>
              <a:rPr lang="zh-CN" altLang="en-US" sz="2000" dirty="0">
                <a:ea typeface="+mn-lt"/>
                <a:cs typeface="+mn-lt"/>
              </a:rPr>
              <a:t> </a:t>
            </a:r>
            <a:r>
              <a:rPr lang="en-US" altLang="zh-CN" sz="2000" dirty="0">
                <a:ea typeface="+mn-lt"/>
                <a:cs typeface="+mn-lt"/>
              </a:rPr>
              <a:t>respectively.</a:t>
            </a:r>
            <a:r>
              <a:rPr lang="zh-CN" altLang="en-US" sz="2000" dirty="0">
                <a:ea typeface="+mn-lt"/>
                <a:cs typeface="+mn-lt"/>
              </a:rPr>
              <a:t>  </a:t>
            </a:r>
            <a:r>
              <a:rPr lang="en-US" altLang="zh-CN" sz="2000" dirty="0">
                <a:ea typeface="+mn-lt"/>
                <a:cs typeface="+mn-lt"/>
              </a:rPr>
              <a:t>Since</a:t>
            </a:r>
            <a:r>
              <a:rPr lang="zh-CN" altLang="en-US" sz="2000" dirty="0">
                <a:ea typeface="+mn-lt"/>
                <a:cs typeface="+mn-lt"/>
              </a:rPr>
              <a:t> </a:t>
            </a:r>
            <a:r>
              <a:rPr lang="en-US" altLang="zh-CN" sz="2000" dirty="0">
                <a:ea typeface="+mn-lt"/>
                <a:cs typeface="+mn-lt"/>
              </a:rPr>
              <a:t>4</a:t>
            </a:r>
            <a:r>
              <a:rPr lang="zh-CN" altLang="en-US" sz="2000" dirty="0">
                <a:ea typeface="+mn-lt"/>
                <a:cs typeface="+mn-lt"/>
              </a:rPr>
              <a:t> </a:t>
            </a:r>
            <a:r>
              <a:rPr lang="en-US" altLang="zh-CN" sz="2000" dirty="0">
                <a:ea typeface="+mn-lt"/>
                <a:cs typeface="+mn-lt"/>
              </a:rPr>
              <a:t>is</a:t>
            </a:r>
            <a:r>
              <a:rPr lang="zh-CN" altLang="en-US" sz="2000" dirty="0">
                <a:ea typeface="+mn-lt"/>
                <a:cs typeface="+mn-lt"/>
              </a:rPr>
              <a:t> </a:t>
            </a:r>
            <a:r>
              <a:rPr lang="en-US" altLang="zh-CN" sz="2000" dirty="0">
                <a:ea typeface="+mn-lt"/>
                <a:cs typeface="+mn-lt"/>
              </a:rPr>
              <a:t>not</a:t>
            </a:r>
            <a:r>
              <a:rPr lang="zh-CN" altLang="en-US" sz="2000" dirty="0">
                <a:ea typeface="+mn-lt"/>
                <a:cs typeface="+mn-lt"/>
              </a:rPr>
              <a:t> </a:t>
            </a:r>
            <a:r>
              <a:rPr lang="en-US" altLang="zh-CN" sz="2000" dirty="0">
                <a:ea typeface="+mn-lt"/>
                <a:cs typeface="+mn-lt"/>
              </a:rPr>
              <a:t>equal</a:t>
            </a:r>
            <a:r>
              <a:rPr lang="zh-CN" altLang="en-US" sz="2000" dirty="0">
                <a:ea typeface="+mn-lt"/>
                <a:cs typeface="+mn-lt"/>
              </a:rPr>
              <a:t> </a:t>
            </a:r>
            <a:r>
              <a:rPr lang="en-US" altLang="zh-CN" sz="2000" dirty="0">
                <a:ea typeface="+mn-lt"/>
                <a:cs typeface="+mn-lt"/>
              </a:rPr>
              <a:t>to</a:t>
            </a:r>
            <a:r>
              <a:rPr lang="zh-CN" altLang="en-US" sz="2000" dirty="0">
                <a:ea typeface="+mn-lt"/>
                <a:cs typeface="+mn-lt"/>
              </a:rPr>
              <a:t> </a:t>
            </a:r>
            <a:r>
              <a:rPr lang="en-US" altLang="zh-CN" sz="2000" dirty="0">
                <a:ea typeface="+mn-lt"/>
                <a:cs typeface="+mn-lt"/>
              </a:rPr>
              <a:t>1+4,</a:t>
            </a:r>
            <a:r>
              <a:rPr lang="zh-CN" altLang="en-US" sz="2000" dirty="0">
                <a:ea typeface="+mn-lt"/>
                <a:cs typeface="+mn-lt"/>
              </a:rPr>
              <a:t> </a:t>
            </a:r>
            <a:r>
              <a:rPr lang="en-US" altLang="zh-CN" sz="2000" dirty="0">
                <a:ea typeface="+mn-lt"/>
                <a:cs typeface="+mn-lt"/>
              </a:rPr>
              <a:t>so,</a:t>
            </a:r>
            <a:r>
              <a:rPr lang="zh-CN" altLang="en-US" sz="2000" dirty="0">
                <a:ea typeface="+mn-lt"/>
                <a:cs typeface="+mn-lt"/>
              </a:rPr>
              <a:t> </a:t>
            </a:r>
            <a:r>
              <a:rPr lang="en-US" altLang="zh-CN" sz="2000" dirty="0">
                <a:ea typeface="+mn-lt"/>
                <a:cs typeface="+mn-lt"/>
              </a:rPr>
              <a:t>a</a:t>
            </a:r>
            <a:r>
              <a:rPr lang="zh-CN" altLang="en-US" sz="2000" dirty="0">
                <a:ea typeface="+mn-lt"/>
                <a:cs typeface="+mn-lt"/>
              </a:rPr>
              <a:t> </a:t>
            </a:r>
            <a:r>
              <a:rPr lang="en-US" altLang="zh-CN" sz="2000" dirty="0">
                <a:ea typeface="+mn-lt"/>
                <a:cs typeface="+mn-lt"/>
              </a:rPr>
              <a:t>violation</a:t>
            </a:r>
            <a:r>
              <a:rPr lang="zh-CN" altLang="en-US" sz="2000" dirty="0">
                <a:ea typeface="+mn-lt"/>
                <a:cs typeface="+mn-lt"/>
              </a:rPr>
              <a:t> </a:t>
            </a:r>
            <a:r>
              <a:rPr lang="en-US" altLang="zh-CN" sz="2000" dirty="0">
                <a:ea typeface="+mn-lt"/>
                <a:cs typeface="+mn-lt"/>
              </a:rPr>
              <a:t>of</a:t>
            </a:r>
            <a:r>
              <a:rPr lang="zh-CN" altLang="en-US" sz="2000" dirty="0">
                <a:ea typeface="+mn-lt"/>
                <a:cs typeface="+mn-lt"/>
              </a:rPr>
              <a:t> </a:t>
            </a:r>
            <a:r>
              <a:rPr lang="en-US" altLang="zh-CN" sz="2000" dirty="0">
                <a:ea typeface="+mn-lt"/>
                <a:cs typeface="+mn-lt"/>
              </a:rPr>
              <a:t>MR1</a:t>
            </a:r>
            <a:r>
              <a:rPr lang="zh-CN" altLang="en-US" sz="2000" dirty="0">
                <a:ea typeface="+mn-lt"/>
                <a:cs typeface="+mn-lt"/>
              </a:rPr>
              <a:t> </a:t>
            </a:r>
            <a:r>
              <a:rPr lang="en-US" altLang="zh-CN" sz="2000" dirty="0">
                <a:ea typeface="+mn-lt"/>
                <a:cs typeface="+mn-lt"/>
              </a:rPr>
              <a:t>is</a:t>
            </a:r>
            <a:r>
              <a:rPr lang="zh-CN" altLang="en-US" sz="2000" dirty="0">
                <a:ea typeface="+mn-lt"/>
                <a:cs typeface="+mn-lt"/>
              </a:rPr>
              <a:t> </a:t>
            </a:r>
            <a:r>
              <a:rPr lang="en-US" altLang="zh-CN" sz="2000" dirty="0">
                <a:ea typeface="+mn-lt"/>
                <a:cs typeface="+mn-lt"/>
              </a:rPr>
              <a:t>detected.</a:t>
            </a:r>
            <a:endParaRPr lang="zh-CN" altLang="en-US" sz="2000" dirty="0">
              <a:cs typeface="Times New Roman"/>
            </a:endParaRPr>
          </a:p>
          <a:p>
            <a:pPr marL="0" indent="0">
              <a:buNone/>
            </a:pPr>
            <a:r>
              <a:rPr lang="en-US" altLang="zh-CN" sz="2000" dirty="0">
                <a:ea typeface="+mn-lt"/>
                <a:cs typeface="+mn-lt"/>
              </a:rPr>
              <a:t>e.g.,</a:t>
            </a:r>
            <a:r>
              <a:rPr lang="zh-CN" altLang="en-US" sz="2000" dirty="0">
                <a:ea typeface="+mn-lt"/>
                <a:cs typeface="+mn-lt"/>
              </a:rPr>
              <a:t>  </a:t>
            </a:r>
            <a:endParaRPr lang="zh-CN" altLang="en-US" dirty="0">
              <a:cs typeface="Times New Roman"/>
            </a:endParaRPr>
          </a:p>
          <a:p>
            <a:pPr marL="0" indent="0">
              <a:buNone/>
            </a:pPr>
            <a:r>
              <a:rPr lang="en-US" altLang="zh-CN" sz="2000" dirty="0">
                <a:ea typeface="+mn-lt"/>
                <a:cs typeface="+mn-lt"/>
              </a:rPr>
              <a:t>x</a:t>
            </a:r>
            <a:r>
              <a:rPr lang="zh-CN" altLang="en-US" sz="2000" dirty="0">
                <a:ea typeface="+mn-lt"/>
                <a:cs typeface="+mn-lt"/>
              </a:rPr>
              <a:t> </a:t>
            </a:r>
            <a:r>
              <a:rPr lang="en-US" altLang="zh-CN" sz="2000" dirty="0">
                <a:ea typeface="+mn-lt"/>
                <a:cs typeface="+mn-lt"/>
              </a:rPr>
              <a:t>=</a:t>
            </a:r>
            <a:r>
              <a:rPr lang="zh-CN" altLang="en-US" sz="2000" dirty="0">
                <a:ea typeface="+mn-lt"/>
                <a:cs typeface="+mn-lt"/>
              </a:rPr>
              <a:t> </a:t>
            </a:r>
            <a:r>
              <a:rPr lang="en-US" altLang="zh-CN" sz="2000" dirty="0">
                <a:ea typeface="+mn-lt"/>
                <a:cs typeface="+mn-lt"/>
              </a:rPr>
              <a:t>CS5351</a:t>
            </a:r>
            <a:r>
              <a:rPr lang="zh-CN" altLang="en-US" sz="2000" dirty="0">
                <a:ea typeface="+mn-lt"/>
                <a:cs typeface="+mn-lt"/>
              </a:rPr>
              <a:t> </a:t>
            </a:r>
            <a:r>
              <a:rPr lang="en-US" altLang="zh-CN" sz="2000" dirty="0">
                <a:ea typeface="+mn-lt"/>
                <a:cs typeface="+mn-lt"/>
              </a:rPr>
              <a:t>SW</a:t>
            </a:r>
            <a:r>
              <a:rPr lang="zh-CN" altLang="en-US" sz="2000" dirty="0">
                <a:ea typeface="+mn-lt"/>
                <a:cs typeface="+mn-lt"/>
              </a:rPr>
              <a:t> </a:t>
            </a:r>
            <a:r>
              <a:rPr lang="en-US" altLang="zh-CN" sz="2000" dirty="0">
                <a:ea typeface="+mn-lt"/>
                <a:cs typeface="+mn-lt"/>
              </a:rPr>
              <a:t>E</a:t>
            </a:r>
            <a:r>
              <a:rPr lang="en-US" altLang="zh-CN" sz="2000" dirty="0">
                <a:solidFill>
                  <a:srgbClr val="FF0000"/>
                </a:solidFill>
                <a:ea typeface="+mn-lt"/>
                <a:cs typeface="+mn-lt"/>
              </a:rPr>
              <a:t>n</a:t>
            </a:r>
            <a:r>
              <a:rPr lang="en-US" altLang="zh-CN" sz="2000" dirty="0">
                <a:ea typeface="+mn-lt"/>
                <a:cs typeface="+mn-lt"/>
              </a:rPr>
              <a:t>gi</a:t>
            </a:r>
            <a:r>
              <a:rPr lang="en-US" altLang="zh-CN" sz="2000" dirty="0">
                <a:solidFill>
                  <a:srgbClr val="FF0000"/>
                </a:solidFill>
                <a:ea typeface="+mn-lt"/>
                <a:cs typeface="+mn-lt"/>
              </a:rPr>
              <a:t>n</a:t>
            </a:r>
            <a:r>
              <a:rPr lang="en-US" altLang="zh-CN" sz="2000" dirty="0">
                <a:ea typeface="+mn-lt"/>
                <a:cs typeface="+mn-lt"/>
              </a:rPr>
              <a:t>ee</a:t>
            </a:r>
            <a:r>
              <a:rPr lang="en-US" altLang="zh-CN" sz="2000" dirty="0">
                <a:solidFill>
                  <a:srgbClr val="FF0000"/>
                </a:solidFill>
                <a:ea typeface="+mn-lt"/>
                <a:cs typeface="+mn-lt"/>
              </a:rPr>
              <a:t>r</a:t>
            </a:r>
            <a:r>
              <a:rPr lang="en-US" altLang="zh-CN" sz="2000" dirty="0">
                <a:ea typeface="+mn-lt"/>
                <a:cs typeface="+mn-lt"/>
              </a:rPr>
              <a:t>i</a:t>
            </a:r>
            <a:r>
              <a:rPr lang="en-US" altLang="zh-CN" sz="2000" dirty="0">
                <a:solidFill>
                  <a:srgbClr val="FF0000"/>
                </a:solidFill>
                <a:ea typeface="+mn-lt"/>
                <a:cs typeface="+mn-lt"/>
              </a:rPr>
              <a:t>n</a:t>
            </a:r>
            <a:r>
              <a:rPr lang="en-US" altLang="zh-CN" sz="2000" dirty="0">
                <a:ea typeface="+mn-lt"/>
                <a:cs typeface="+mn-lt"/>
              </a:rPr>
              <a:t>g</a:t>
            </a:r>
            <a:r>
              <a:rPr lang="zh-CN" altLang="en-US" sz="2000" dirty="0">
                <a:ea typeface="+mn-lt"/>
                <a:cs typeface="+mn-lt"/>
              </a:rPr>
              <a:t> </a:t>
            </a:r>
            <a:r>
              <a:rPr lang="en-US" altLang="zh-CN" sz="2000" dirty="0">
                <a:ea typeface="+mn-lt"/>
                <a:cs typeface="+mn-lt"/>
              </a:rPr>
              <a:t>2025/2026</a:t>
            </a:r>
            <a:endParaRPr lang="zh-CN" altLang="en-US" dirty="0">
              <a:cs typeface="Times New Roman"/>
            </a:endParaRPr>
          </a:p>
          <a:p>
            <a:pPr marL="0" indent="0">
              <a:buNone/>
            </a:pPr>
            <a:r>
              <a:rPr lang="en-US" altLang="zh-CN" sz="2000" dirty="0">
                <a:ea typeface="+mn-lt"/>
                <a:cs typeface="+mn-lt"/>
              </a:rPr>
              <a:t>y</a:t>
            </a:r>
            <a:r>
              <a:rPr lang="zh-CN" altLang="en-US" sz="2000" dirty="0">
                <a:ea typeface="+mn-lt"/>
                <a:cs typeface="+mn-lt"/>
              </a:rPr>
              <a:t> </a:t>
            </a:r>
            <a:r>
              <a:rPr lang="en-US" altLang="zh-CN" sz="2000" dirty="0">
                <a:ea typeface="+mn-lt"/>
                <a:cs typeface="+mn-lt"/>
              </a:rPr>
              <a:t>=</a:t>
            </a:r>
            <a:r>
              <a:rPr lang="zh-CN" altLang="en-US" sz="2000" dirty="0">
                <a:ea typeface="+mn-lt"/>
                <a:cs typeface="+mn-lt"/>
              </a:rPr>
              <a:t> </a:t>
            </a:r>
            <a:r>
              <a:rPr lang="en-US" altLang="zh-CN" sz="2000" dirty="0">
                <a:ea typeface="+mn-lt"/>
                <a:cs typeface="+mn-lt"/>
              </a:rPr>
              <a:t>CS5351</a:t>
            </a:r>
            <a:r>
              <a:rPr lang="zh-CN" altLang="en-US" sz="2000" dirty="0">
                <a:ea typeface="+mn-lt"/>
                <a:cs typeface="+mn-lt"/>
              </a:rPr>
              <a:t> </a:t>
            </a:r>
            <a:r>
              <a:rPr lang="en-US" altLang="zh-CN" sz="2000" dirty="0">
                <a:ea typeface="+mn-lt"/>
                <a:cs typeface="+mn-lt"/>
              </a:rPr>
              <a:t>SW</a:t>
            </a:r>
            <a:r>
              <a:rPr lang="zh-CN" altLang="en-US" sz="2000" dirty="0">
                <a:ea typeface="+mn-lt"/>
                <a:cs typeface="+mn-lt"/>
              </a:rPr>
              <a:t> </a:t>
            </a:r>
            <a:r>
              <a:rPr lang="en-US" altLang="zh-CN" sz="2000" dirty="0">
                <a:ea typeface="+mn-lt"/>
                <a:cs typeface="+mn-lt"/>
              </a:rPr>
              <a:t>E</a:t>
            </a:r>
            <a:r>
              <a:rPr lang="en-US" altLang="zh-CN" sz="2000" dirty="0">
                <a:solidFill>
                  <a:srgbClr val="FF0000"/>
                </a:solidFill>
                <a:ea typeface="+mn-lt"/>
                <a:cs typeface="+mn-lt"/>
              </a:rPr>
              <a:t>n</a:t>
            </a:r>
            <a:endParaRPr lang="zh-CN" altLang="en-US" dirty="0">
              <a:solidFill>
                <a:srgbClr val="FF0000"/>
              </a:solidFill>
              <a:cs typeface="Times New Roman"/>
            </a:endParaRPr>
          </a:p>
          <a:p>
            <a:pPr marL="0" indent="0">
              <a:buNone/>
            </a:pPr>
            <a:r>
              <a:rPr lang="en-US" altLang="zh-CN" sz="2000" dirty="0">
                <a:ea typeface="+mn-lt"/>
                <a:cs typeface="+mn-lt"/>
              </a:rPr>
              <a:t>z</a:t>
            </a:r>
            <a:r>
              <a:rPr lang="zh-CN" altLang="en-US" sz="2000" dirty="0">
                <a:ea typeface="+mn-lt"/>
                <a:cs typeface="+mn-lt"/>
              </a:rPr>
              <a:t> </a:t>
            </a:r>
            <a:r>
              <a:rPr lang="en-US" altLang="zh-CN" sz="2000" dirty="0">
                <a:ea typeface="+mn-lt"/>
                <a:cs typeface="+mn-lt"/>
              </a:rPr>
              <a:t>=</a:t>
            </a:r>
            <a:r>
              <a:rPr lang="zh-CN" altLang="en-US" sz="2000" dirty="0">
                <a:ea typeface="+mn-lt"/>
                <a:cs typeface="+mn-lt"/>
              </a:rPr>
              <a:t> </a:t>
            </a:r>
            <a:r>
              <a:rPr lang="en-US" altLang="zh-CN" sz="2000" err="1">
                <a:solidFill>
                  <a:srgbClr val="FF0000"/>
                </a:solidFill>
                <a:ea typeface="+mn-lt"/>
                <a:cs typeface="+mn-lt"/>
              </a:rPr>
              <a:t>g</a:t>
            </a:r>
            <a:r>
              <a:rPr lang="en-US" altLang="zh-CN" sz="2000" err="1">
                <a:ea typeface="+mn-lt"/>
                <a:cs typeface="+mn-lt"/>
              </a:rPr>
              <a:t>i</a:t>
            </a:r>
            <a:r>
              <a:rPr lang="en-US" altLang="zh-CN" sz="2000" err="1">
                <a:solidFill>
                  <a:srgbClr val="FF0000"/>
                </a:solidFill>
                <a:ea typeface="+mn-lt"/>
                <a:cs typeface="+mn-lt"/>
              </a:rPr>
              <a:t>n</a:t>
            </a:r>
            <a:r>
              <a:rPr lang="en-US" altLang="zh-CN" sz="2000" err="1">
                <a:ea typeface="+mn-lt"/>
                <a:cs typeface="+mn-lt"/>
              </a:rPr>
              <a:t>ee</a:t>
            </a:r>
            <a:r>
              <a:rPr lang="en-US" altLang="zh-CN" sz="2000" err="1">
                <a:solidFill>
                  <a:srgbClr val="FF0000"/>
                </a:solidFill>
                <a:ea typeface="+mn-lt"/>
                <a:cs typeface="+mn-lt"/>
              </a:rPr>
              <a:t>r</a:t>
            </a:r>
            <a:r>
              <a:rPr lang="en-US" altLang="zh-CN" sz="2000" err="1">
                <a:ea typeface="+mn-lt"/>
                <a:cs typeface="+mn-lt"/>
              </a:rPr>
              <a:t>i</a:t>
            </a:r>
            <a:r>
              <a:rPr lang="en-US" altLang="zh-CN" sz="2000" err="1">
                <a:solidFill>
                  <a:srgbClr val="FF0000"/>
                </a:solidFill>
                <a:ea typeface="+mn-lt"/>
                <a:cs typeface="+mn-lt"/>
              </a:rPr>
              <a:t>n</a:t>
            </a:r>
            <a:r>
              <a:rPr lang="en-US" altLang="zh-CN" sz="2000" err="1">
                <a:ea typeface="+mn-lt"/>
                <a:cs typeface="+mn-lt"/>
              </a:rPr>
              <a:t>g</a:t>
            </a:r>
            <a:r>
              <a:rPr lang="zh-CN" altLang="en-US" sz="2000" dirty="0">
                <a:ea typeface="+mn-lt"/>
                <a:cs typeface="+mn-lt"/>
              </a:rPr>
              <a:t> </a:t>
            </a:r>
            <a:r>
              <a:rPr lang="en-US" altLang="zh-CN" sz="2000" dirty="0">
                <a:ea typeface="+mn-lt"/>
                <a:cs typeface="+mn-lt"/>
              </a:rPr>
              <a:t>2025/2026</a:t>
            </a:r>
          </a:p>
          <a:p>
            <a:pPr marL="0" indent="0">
              <a:buNone/>
            </a:pPr>
            <a:endParaRPr lang="en-US" altLang="zh-CN" sz="2000" dirty="0">
              <a:cs typeface="Times New Roman"/>
            </a:endParaRPr>
          </a:p>
          <a:p>
            <a:pPr marL="0" indent="0">
              <a:buNone/>
            </a:pPr>
            <a:r>
              <a:rPr lang="en-US" altLang="zh-CN" sz="2000" dirty="0">
                <a:cs typeface="Times New Roman"/>
              </a:rPr>
              <a:t>Explanation: We say </a:t>
            </a:r>
            <a:r>
              <a:rPr lang="en-US" sz="2000" dirty="0">
                <a:cs typeface="Times New Roman"/>
              </a:rPr>
              <a:t>MR1 is strong</a:t>
            </a:r>
            <a:r>
              <a:rPr lang="zh-CN" altLang="en-US" sz="2000" dirty="0">
                <a:cs typeface="Times New Roman"/>
              </a:rPr>
              <a:t> </a:t>
            </a:r>
            <a:r>
              <a:rPr lang="en-US" sz="2000" dirty="0">
                <a:cs typeface="Times New Roman"/>
              </a:rPr>
              <a:t>enough, since the 'additivity' is a necessary consequence of string statistics. If the program is correct, 'additivity' will be satisfied naturally, on the contrast, the bug in P will</a:t>
            </a:r>
            <a:endParaRPr lang="en-US">
              <a:cs typeface="Times New Roman"/>
            </a:endParaRPr>
          </a:p>
          <a:p>
            <a:pPr marL="0" indent="0">
              <a:buNone/>
            </a:pPr>
            <a:r>
              <a:rPr lang="en-US" sz="2000" dirty="0">
                <a:cs typeface="Times New Roman"/>
              </a:rPr>
              <a:t>Break this property. </a:t>
            </a:r>
          </a:p>
          <a:p>
            <a:pPr marL="0" indent="0">
              <a:buNone/>
            </a:pPr>
            <a:r>
              <a:rPr lang="en-US" sz="2000" dirty="0">
                <a:cs typeface="Times New Roman"/>
              </a:rPr>
              <a:t>We don’t expect MR1 can detect the bug in a single trail, but with sufficient tests, we can find the bug: only when split a string between two lowercase consonant letters will lead to the 'additivity' not being satisfied.</a:t>
            </a:r>
            <a:endParaRPr lang="en-US" dirty="0"/>
          </a:p>
        </p:txBody>
      </p:sp>
    </p:spTree>
    <p:extLst>
      <p:ext uri="{BB962C8B-B14F-4D97-AF65-F5344CB8AC3E}">
        <p14:creationId xmlns:p14="http://schemas.microsoft.com/office/powerpoint/2010/main" val="40907174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093C5-9DCF-67C4-3FB0-72D0DD5B9B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9B5C94-506B-9ED5-FA3C-135B6ACB9CF1}"/>
              </a:ext>
            </a:extLst>
          </p:cNvPr>
          <p:cNvSpPr>
            <a:spLocks noGrp="1"/>
          </p:cNvSpPr>
          <p:nvPr>
            <p:ph type="title"/>
          </p:nvPr>
        </p:nvSpPr>
        <p:spPr>
          <a:xfrm>
            <a:off x="-73023" y="227954"/>
            <a:ext cx="11557519" cy="1104900"/>
          </a:xfrm>
        </p:spPr>
        <p:txBody>
          <a:bodyPr/>
          <a:lstStyle/>
          <a:p>
            <a:r>
              <a:rPr lang="en-US" altLang="zh-CN" dirty="0">
                <a:ea typeface="+mj-lt"/>
                <a:cs typeface="Times New Roman"/>
              </a:rPr>
              <a:t>Q5.b  Metamorphic Relation: </a:t>
            </a:r>
            <a:r>
              <a:rPr lang="en-US" dirty="0">
                <a:ea typeface="+mj-lt"/>
                <a:cs typeface="+mj-lt"/>
              </a:rPr>
              <a:t>Marking scheme</a:t>
            </a:r>
            <a:endParaRPr lang="zh-CN" dirty="0">
              <a:solidFill>
                <a:srgbClr val="000000"/>
              </a:solidFill>
              <a:cs typeface="Times New Roman"/>
            </a:endParaRPr>
          </a:p>
        </p:txBody>
      </p:sp>
      <p:sp>
        <p:nvSpPr>
          <p:cNvPr id="4" name="灯片编号占位符 3">
            <a:extLst>
              <a:ext uri="{FF2B5EF4-FFF2-40B4-BE49-F238E27FC236}">
                <a16:creationId xmlns:a16="http://schemas.microsoft.com/office/drawing/2014/main" id="{E76DCA48-EDEC-3F42-AF28-9EB61B9CD7E3}"/>
              </a:ext>
            </a:extLst>
          </p:cNvPr>
          <p:cNvSpPr>
            <a:spLocks noGrp="1"/>
          </p:cNvSpPr>
          <p:nvPr>
            <p:ph type="sldNum" sz="quarter" idx="12"/>
          </p:nvPr>
        </p:nvSpPr>
        <p:spPr/>
        <p:txBody>
          <a:bodyPr/>
          <a:lstStyle/>
          <a:p>
            <a:pPr>
              <a:defRPr/>
            </a:pPr>
            <a:fld id="{5792DDC3-EFA3-4647-8A6E-E8039DA1A91A}" type="slidenum">
              <a:rPr lang="en-US" smtClean="0"/>
              <a:pPr>
                <a:defRPr/>
              </a:pPr>
              <a:t>16</a:t>
            </a:fld>
            <a:endParaRPr lang="en-US"/>
          </a:p>
        </p:txBody>
      </p:sp>
      <p:sp>
        <p:nvSpPr>
          <p:cNvPr id="5" name="表格占位符 4">
            <a:extLst>
              <a:ext uri="{FF2B5EF4-FFF2-40B4-BE49-F238E27FC236}">
                <a16:creationId xmlns:a16="http://schemas.microsoft.com/office/drawing/2014/main" id="{13BAE325-2C9B-4243-0BE5-FAEC77C066E9}"/>
              </a:ext>
            </a:extLst>
          </p:cNvPr>
          <p:cNvSpPr>
            <a:spLocks noGrp="1"/>
          </p:cNvSpPr>
          <p:nvPr>
            <p:ph type="tbl" idx="1"/>
          </p:nvPr>
        </p:nvSpPr>
        <p:spPr/>
        <p:txBody>
          <a:bodyPr/>
          <a:lstStyle/>
          <a:p>
            <a:pPr marL="398145" indent="-398145"/>
            <a:r>
              <a:rPr lang="en-US" sz="2000" dirty="0">
                <a:ea typeface="+mn-lt"/>
                <a:cs typeface="+mn-lt"/>
              </a:rPr>
              <a:t>+ Answer</a:t>
            </a:r>
            <a:r>
              <a:rPr lang="en-US" altLang="zh-CN" sz="2000" dirty="0">
                <a:ea typeface="+mn-lt"/>
                <a:cs typeface="+mn-lt"/>
              </a:rPr>
              <a:t> </a:t>
            </a:r>
            <a:r>
              <a:rPr lang="en-US" sz="2000" dirty="0">
                <a:ea typeface="+mn-lt"/>
                <a:cs typeface="+mn-lt"/>
              </a:rPr>
              <a:t>``Yes,</a:t>
            </a:r>
            <a:r>
              <a:rPr lang="en-US" altLang="zh-CN" sz="2000" dirty="0">
                <a:ea typeface="+mn-lt"/>
                <a:cs typeface="+mn-lt"/>
              </a:rPr>
              <a:t> </a:t>
            </a:r>
            <a:r>
              <a:rPr lang="en-US" sz="2000" dirty="0">
                <a:ea typeface="+mn-lt"/>
                <a:cs typeface="+mn-lt"/>
              </a:rPr>
              <a:t>MR1</a:t>
            </a:r>
            <a:r>
              <a:rPr lang="en-US" altLang="zh-CN" sz="2000" dirty="0">
                <a:ea typeface="+mn-lt"/>
                <a:cs typeface="+mn-lt"/>
              </a:rPr>
              <a:t> </a:t>
            </a:r>
            <a:r>
              <a:rPr lang="en-US" sz="2000" dirty="0">
                <a:ea typeface="+mn-lt"/>
                <a:cs typeface="+mn-lt"/>
              </a:rPr>
              <a:t>is</a:t>
            </a:r>
            <a:r>
              <a:rPr lang="en-US" altLang="zh-CN" sz="2000" dirty="0">
                <a:ea typeface="+mn-lt"/>
                <a:cs typeface="+mn-lt"/>
              </a:rPr>
              <a:t> </a:t>
            </a:r>
            <a:r>
              <a:rPr lang="en-US" sz="2000" dirty="0">
                <a:ea typeface="+mn-lt"/>
                <a:cs typeface="+mn-lt"/>
              </a:rPr>
              <a:t>strong</a:t>
            </a:r>
            <a:r>
              <a:rPr lang="en-US" altLang="zh-CN" sz="2000" dirty="0">
                <a:ea typeface="+mn-lt"/>
                <a:cs typeface="+mn-lt"/>
              </a:rPr>
              <a:t> </a:t>
            </a:r>
            <a:r>
              <a:rPr lang="en-US" sz="2000" dirty="0">
                <a:ea typeface="+mn-lt"/>
                <a:cs typeface="+mn-lt"/>
              </a:rPr>
              <a:t>enough.’’ (6 marks</a:t>
            </a:r>
            <a:r>
              <a:rPr lang="en-US" altLang="zh-CN" sz="2000" dirty="0">
                <a:ea typeface="+mn-lt"/>
                <a:cs typeface="+mn-lt"/>
              </a:rPr>
              <a:t>)</a:t>
            </a:r>
            <a:endParaRPr lang="zh-CN" altLang="en-US" sz="2000" dirty="0">
              <a:ea typeface="+mn-lt"/>
              <a:cs typeface="+mn-lt"/>
            </a:endParaRPr>
          </a:p>
          <a:p>
            <a:pPr marL="398145" indent="-398145"/>
            <a:r>
              <a:rPr lang="en-US" altLang="zh-CN" sz="2000" dirty="0">
                <a:ea typeface="+mn-lt"/>
                <a:cs typeface="+mn-lt"/>
              </a:rPr>
              <a:t>+</a:t>
            </a:r>
            <a:r>
              <a:rPr lang="en-US" sz="2000" dirty="0">
                <a:ea typeface="+mn-lt"/>
                <a:cs typeface="+mn-lt"/>
              </a:rPr>
              <a:t> </a:t>
            </a:r>
            <a:r>
              <a:rPr lang="en-US" altLang="zh-CN" sz="2000" dirty="0">
                <a:ea typeface="+mn-lt"/>
                <a:cs typeface="+mn-lt"/>
              </a:rPr>
              <a:t>Correctly</a:t>
            </a:r>
            <a:r>
              <a:rPr lang="en-US" sz="2000" dirty="0">
                <a:ea typeface="+mn-lt"/>
                <a:cs typeface="+mn-lt"/>
              </a:rPr>
              <a:t> use the</a:t>
            </a:r>
            <a:r>
              <a:rPr lang="en-US" altLang="zh-CN" sz="2000" dirty="0">
                <a:ea typeface="+mn-lt"/>
                <a:cs typeface="+mn-lt"/>
              </a:rPr>
              <a:t> </a:t>
            </a:r>
            <a:r>
              <a:rPr lang="en-US" sz="2000" dirty="0">
                <a:ea typeface="+mn-lt"/>
                <a:cs typeface="+mn-lt"/>
              </a:rPr>
              <a:t>test case in Question 4 with MR1 (4 marks)</a:t>
            </a:r>
            <a:endParaRPr lang="en-US" dirty="0"/>
          </a:p>
          <a:p>
            <a:pPr marL="398145" indent="-398145"/>
            <a:r>
              <a:rPr lang="en-US" sz="2000" dirty="0">
                <a:ea typeface="+mn-lt"/>
                <a:cs typeface="+mn-lt"/>
              </a:rPr>
              <a:t>+ Show how the test case finds the failure (4</a:t>
            </a:r>
            <a:r>
              <a:rPr lang="en-US" altLang="zh-CN" sz="2000" dirty="0">
                <a:ea typeface="+mn-lt"/>
                <a:cs typeface="+mn-lt"/>
              </a:rPr>
              <a:t> </a:t>
            </a:r>
            <a:r>
              <a:rPr lang="en-US" sz="2000" dirty="0">
                <a:ea typeface="+mn-lt"/>
                <a:cs typeface="+mn-lt"/>
              </a:rPr>
              <a:t>marks)  </a:t>
            </a:r>
            <a:endParaRPr lang="en-US" dirty="0">
              <a:ea typeface="+mn-lt"/>
              <a:cs typeface="+mn-lt"/>
            </a:endParaRPr>
          </a:p>
          <a:p>
            <a:pPr marL="0" indent="0">
              <a:buNone/>
            </a:pPr>
            <a:endParaRPr lang="en-US" altLang="zh-CN" sz="2000" dirty="0">
              <a:cs typeface="Times New Roman"/>
            </a:endParaRPr>
          </a:p>
        </p:txBody>
      </p:sp>
    </p:spTree>
    <p:extLst>
      <p:ext uri="{BB962C8B-B14F-4D97-AF65-F5344CB8AC3E}">
        <p14:creationId xmlns:p14="http://schemas.microsoft.com/office/powerpoint/2010/main" val="282619679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C36DE-D354-A044-418E-2A1F5E7407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BCAC48-6734-E7F0-E477-87B6E14DE1AE}"/>
              </a:ext>
            </a:extLst>
          </p:cNvPr>
          <p:cNvSpPr>
            <a:spLocks noGrp="1"/>
          </p:cNvSpPr>
          <p:nvPr>
            <p:ph type="title"/>
          </p:nvPr>
        </p:nvSpPr>
        <p:spPr/>
        <p:txBody>
          <a:bodyPr/>
          <a:lstStyle/>
          <a:p>
            <a:r>
              <a:rPr lang="en-US" altLang="zh-CN" dirty="0">
                <a:ea typeface="+mj-lt"/>
                <a:cs typeface="Times New Roman"/>
              </a:rPr>
              <a:t>Q5.b Metamorphic Relation: Questions</a:t>
            </a:r>
            <a:endParaRPr lang="zh-CN" b="0" dirty="0">
              <a:solidFill>
                <a:srgbClr val="000000"/>
              </a:solidFill>
              <a:cs typeface="Times New Roman"/>
            </a:endParaRPr>
          </a:p>
        </p:txBody>
      </p:sp>
      <p:sp>
        <p:nvSpPr>
          <p:cNvPr id="4" name="灯片编号占位符 3">
            <a:extLst>
              <a:ext uri="{FF2B5EF4-FFF2-40B4-BE49-F238E27FC236}">
                <a16:creationId xmlns:a16="http://schemas.microsoft.com/office/drawing/2014/main" id="{B32A386F-EFB6-396E-ACD4-B71063AD7D3A}"/>
              </a:ext>
            </a:extLst>
          </p:cNvPr>
          <p:cNvSpPr>
            <a:spLocks noGrp="1"/>
          </p:cNvSpPr>
          <p:nvPr>
            <p:ph type="sldNum" sz="quarter" idx="12"/>
          </p:nvPr>
        </p:nvSpPr>
        <p:spPr/>
        <p:txBody>
          <a:bodyPr/>
          <a:lstStyle/>
          <a:p>
            <a:pPr>
              <a:defRPr/>
            </a:pPr>
            <a:fld id="{5792DDC3-EFA3-4647-8A6E-E8039DA1A91A}" type="slidenum">
              <a:rPr lang="en-US" smtClean="0"/>
              <a:pPr>
                <a:defRPr/>
              </a:pPr>
              <a:t>17</a:t>
            </a:fld>
            <a:endParaRPr lang="en-US"/>
          </a:p>
        </p:txBody>
      </p:sp>
      <p:sp>
        <p:nvSpPr>
          <p:cNvPr id="5" name="表格占位符 4">
            <a:extLst>
              <a:ext uri="{FF2B5EF4-FFF2-40B4-BE49-F238E27FC236}">
                <a16:creationId xmlns:a16="http://schemas.microsoft.com/office/drawing/2014/main" id="{8AAD4633-4AFE-722D-C876-B89797839A95}"/>
              </a:ext>
            </a:extLst>
          </p:cNvPr>
          <p:cNvSpPr>
            <a:spLocks noGrp="1"/>
          </p:cNvSpPr>
          <p:nvPr>
            <p:ph type="tbl" idx="1"/>
          </p:nvPr>
        </p:nvSpPr>
        <p:spPr/>
        <p:txBody>
          <a:bodyPr/>
          <a:lstStyle/>
          <a:p>
            <a:pPr marL="398145" indent="-398145"/>
            <a:r>
              <a:rPr lang="en-US" altLang="zh-CN" sz="2000" dirty="0">
                <a:ea typeface="+mn-lt"/>
                <a:cs typeface="+mn-lt"/>
              </a:rPr>
              <a:t>(</a:t>
            </a:r>
            <a:r>
              <a:rPr lang="zh-CN" sz="2000" dirty="0">
                <a:ea typeface="+mn-lt"/>
                <a:cs typeface="+mn-lt"/>
              </a:rPr>
              <a:t>14 marks). </a:t>
            </a:r>
            <a:r>
              <a:rPr lang="en-US" altLang="zh-CN" sz="2000" dirty="0">
                <a:ea typeface="+mn-lt"/>
                <a:cs typeface="+mn-lt"/>
              </a:rPr>
              <a:t>What</a:t>
            </a:r>
            <a:r>
              <a:rPr lang="zh-CN" altLang="en-US" sz="2000" dirty="0">
                <a:ea typeface="+mn-lt"/>
                <a:cs typeface="+mn-lt"/>
              </a:rPr>
              <a:t>’</a:t>
            </a:r>
            <a:r>
              <a:rPr lang="zh-CN" sz="2000" dirty="0">
                <a:ea typeface="+mn-lt"/>
                <a:cs typeface="+mn-lt"/>
              </a:rPr>
              <a:t>s </a:t>
            </a:r>
            <a:r>
              <a:rPr lang="en-US" altLang="zh-CN" sz="2000" dirty="0">
                <a:ea typeface="+mn-lt"/>
                <a:cs typeface="+mn-lt"/>
              </a:rPr>
              <a:t>w</a:t>
            </a:r>
            <a:r>
              <a:rPr lang="zh-CN" sz="2000" dirty="0">
                <a:ea typeface="+mn-lt"/>
                <a:cs typeface="+mn-lt"/>
              </a:rPr>
              <a:t>rong </a:t>
            </a:r>
            <a:r>
              <a:rPr lang="en-US" altLang="zh-CN" sz="2000" dirty="0">
                <a:ea typeface="+mn-lt"/>
                <a:cs typeface="+mn-lt"/>
              </a:rPr>
              <a:t>with</a:t>
            </a:r>
            <a:r>
              <a:rPr lang="zh-CN" altLang="en-US" sz="2000" dirty="0">
                <a:ea typeface="+mn-lt"/>
                <a:cs typeface="+mn-lt"/>
              </a:rPr>
              <a:t> </a:t>
            </a:r>
            <a:r>
              <a:rPr lang="en-US" altLang="zh-CN" sz="2000" dirty="0">
                <a:ea typeface="+mn-lt"/>
                <a:cs typeface="+mn-lt"/>
              </a:rPr>
              <a:t>MR2</a:t>
            </a:r>
            <a:r>
              <a:rPr lang="zh-CN" altLang="en-US" sz="2000" dirty="0">
                <a:ea typeface="+mn-lt"/>
                <a:cs typeface="+mn-lt"/>
              </a:rPr>
              <a:t> </a:t>
            </a:r>
            <a:r>
              <a:rPr lang="en-US" altLang="zh-CN" sz="2000" dirty="0">
                <a:ea typeface="+mn-lt"/>
                <a:cs typeface="+mn-lt"/>
              </a:rPr>
              <a:t>if</a:t>
            </a:r>
            <a:r>
              <a:rPr lang="zh-CN" altLang="en-US" sz="2000" dirty="0">
                <a:ea typeface="+mn-lt"/>
                <a:cs typeface="+mn-lt"/>
              </a:rPr>
              <a:t> </a:t>
            </a:r>
            <a:r>
              <a:rPr lang="en-US" altLang="zh-CN" sz="2000" dirty="0">
                <a:ea typeface="+mn-lt"/>
                <a:cs typeface="+mn-lt"/>
              </a:rPr>
              <a:t>w</a:t>
            </a:r>
            <a:r>
              <a:rPr lang="zh-CN" sz="2000" dirty="0">
                <a:ea typeface="+mn-lt"/>
                <a:cs typeface="+mn-lt"/>
              </a:rPr>
              <a:t>e</a:t>
            </a:r>
            <a:r>
              <a:rPr lang="zh-CN" altLang="en-US" sz="2000" dirty="0">
                <a:ea typeface="+mn-lt"/>
                <a:cs typeface="+mn-lt"/>
              </a:rPr>
              <a:t> </a:t>
            </a:r>
            <a:r>
              <a:rPr lang="zh-CN" sz="2000" dirty="0">
                <a:ea typeface="+mn-lt"/>
                <a:cs typeface="+mn-lt"/>
              </a:rPr>
              <a:t>u</a:t>
            </a:r>
            <a:r>
              <a:rPr lang="en-US" altLang="zh-CN" sz="2000" dirty="0">
                <a:ea typeface="+mn-lt"/>
                <a:cs typeface="+mn-lt"/>
              </a:rPr>
              <a:t>s</a:t>
            </a:r>
            <a:r>
              <a:rPr lang="zh-CN" sz="2000" dirty="0">
                <a:ea typeface="+mn-lt"/>
                <a:cs typeface="+mn-lt"/>
              </a:rPr>
              <a:t>e</a:t>
            </a:r>
            <a:r>
              <a:rPr lang="zh-CN" altLang="en-US" sz="2000" dirty="0">
                <a:ea typeface="+mn-lt"/>
                <a:cs typeface="+mn-lt"/>
              </a:rPr>
              <a:t> </a:t>
            </a:r>
            <a:r>
              <a:rPr lang="en-US" altLang="zh-CN" sz="2000" dirty="0">
                <a:ea typeface="+mn-lt"/>
                <a:cs typeface="+mn-lt"/>
              </a:rPr>
              <a:t>i</a:t>
            </a:r>
            <a:r>
              <a:rPr lang="zh-CN" sz="2000" dirty="0">
                <a:ea typeface="+mn-lt"/>
                <a:cs typeface="+mn-lt"/>
              </a:rPr>
              <a:t>t</a:t>
            </a:r>
            <a:r>
              <a:rPr lang="zh-CN" altLang="en-US" sz="2000" dirty="0">
                <a:ea typeface="+mn-lt"/>
                <a:cs typeface="+mn-lt"/>
              </a:rPr>
              <a:t> </a:t>
            </a:r>
            <a:r>
              <a:rPr lang="en-US" altLang="zh-CN" sz="2000" dirty="0">
                <a:ea typeface="+mn-lt"/>
                <a:cs typeface="+mn-lt"/>
              </a:rPr>
              <a:t>as</a:t>
            </a:r>
            <a:r>
              <a:rPr lang="zh-CN" altLang="en-US" sz="2000" dirty="0">
                <a:ea typeface="+mn-lt"/>
                <a:cs typeface="+mn-lt"/>
              </a:rPr>
              <a:t> </a:t>
            </a:r>
            <a:r>
              <a:rPr lang="en-US" altLang="zh-CN" sz="2000" dirty="0">
                <a:ea typeface="+mn-lt"/>
                <a:cs typeface="+mn-lt"/>
              </a:rPr>
              <a:t>a</a:t>
            </a:r>
            <a:r>
              <a:rPr lang="zh-CN" altLang="en-US" sz="2000" dirty="0">
                <a:ea typeface="+mn-lt"/>
                <a:cs typeface="+mn-lt"/>
              </a:rPr>
              <a:t> </a:t>
            </a:r>
            <a:r>
              <a:rPr lang="en-US" altLang="zh-CN" sz="2000" dirty="0">
                <a:ea typeface="+mn-lt"/>
                <a:cs typeface="+mn-lt"/>
              </a:rPr>
              <a:t>m</a:t>
            </a:r>
            <a:r>
              <a:rPr lang="zh-CN" sz="2000" dirty="0">
                <a:ea typeface="+mn-lt"/>
                <a:cs typeface="+mn-lt"/>
              </a:rPr>
              <a:t>et</a:t>
            </a:r>
            <a:r>
              <a:rPr lang="en-US" altLang="zh-CN" sz="2000" dirty="0">
                <a:ea typeface="+mn-lt"/>
                <a:cs typeface="+mn-lt"/>
              </a:rPr>
              <a:t>amorp</a:t>
            </a:r>
            <a:r>
              <a:rPr lang="zh-CN" sz="2000" dirty="0">
                <a:ea typeface="+mn-lt"/>
                <a:cs typeface="+mn-lt"/>
              </a:rPr>
              <a:t>hi</a:t>
            </a:r>
            <a:r>
              <a:rPr lang="en-US" altLang="zh-CN" sz="2000" dirty="0">
                <a:ea typeface="+mn-lt"/>
                <a:cs typeface="+mn-lt"/>
              </a:rPr>
              <a:t>c</a:t>
            </a:r>
            <a:r>
              <a:rPr lang="zh-CN" altLang="en-US" sz="2000" dirty="0">
                <a:ea typeface="+mn-lt"/>
                <a:cs typeface="+mn-lt"/>
              </a:rPr>
              <a:t> </a:t>
            </a:r>
            <a:r>
              <a:rPr lang="zh-CN" sz="2000" dirty="0">
                <a:ea typeface="+mn-lt"/>
                <a:cs typeface="+mn-lt"/>
              </a:rPr>
              <a:t>re</a:t>
            </a:r>
            <a:r>
              <a:rPr lang="en-US" altLang="zh-CN" sz="2000" dirty="0">
                <a:ea typeface="+mn-lt"/>
                <a:cs typeface="+mn-lt"/>
              </a:rPr>
              <a:t>lati</a:t>
            </a:r>
            <a:r>
              <a:rPr lang="zh-CN" sz="2000" dirty="0">
                <a:ea typeface="+mn-lt"/>
                <a:cs typeface="+mn-lt"/>
              </a:rPr>
              <a:t>o</a:t>
            </a:r>
            <a:r>
              <a:rPr lang="en-US" altLang="zh-CN" sz="2000" dirty="0">
                <a:ea typeface="+mn-lt"/>
                <a:cs typeface="+mn-lt"/>
              </a:rPr>
              <a:t>n</a:t>
            </a:r>
            <a:r>
              <a:rPr lang="zh-CN" altLang="en-US" sz="2000" dirty="0">
                <a:ea typeface="+mn-lt"/>
                <a:cs typeface="+mn-lt"/>
              </a:rPr>
              <a:t> </a:t>
            </a:r>
            <a:r>
              <a:rPr lang="zh-CN" sz="2000" dirty="0">
                <a:ea typeface="+mn-lt"/>
                <a:cs typeface="+mn-lt"/>
              </a:rPr>
              <a:t>f</a:t>
            </a:r>
            <a:r>
              <a:rPr lang="en-US" altLang="zh-CN" sz="2000" dirty="0">
                <a:ea typeface="+mn-lt"/>
                <a:cs typeface="+mn-lt"/>
              </a:rPr>
              <a:t>or</a:t>
            </a:r>
            <a:r>
              <a:rPr lang="zh-CN" altLang="en-US" sz="2000" dirty="0">
                <a:ea typeface="+mn-lt"/>
                <a:cs typeface="+mn-lt"/>
              </a:rPr>
              <a:t> </a:t>
            </a:r>
            <a:r>
              <a:rPr lang="en-US" altLang="zh-CN" sz="2000" dirty="0">
                <a:ea typeface="+mn-lt"/>
                <a:cs typeface="+mn-lt"/>
              </a:rPr>
              <a:t>testing</a:t>
            </a:r>
            <a:r>
              <a:rPr lang="zh-CN" sz="2000" dirty="0">
                <a:ea typeface="+mn-lt"/>
                <a:cs typeface="+mn-lt"/>
              </a:rPr>
              <a:t> program P</a:t>
            </a:r>
            <a:r>
              <a:rPr lang="en-US" altLang="zh-CN" sz="2000" dirty="0">
                <a:ea typeface="+mn-lt"/>
                <a:cs typeface="+mn-lt"/>
              </a:rPr>
              <a:t>?</a:t>
            </a:r>
            <a:r>
              <a:rPr lang="zh-CN" altLang="en-US" sz="2000" dirty="0">
                <a:ea typeface="+mn-lt"/>
                <a:cs typeface="+mn-lt"/>
              </a:rPr>
              <a:t> </a:t>
            </a:r>
            <a:r>
              <a:rPr lang="en-US" altLang="zh-CN" sz="2000" dirty="0">
                <a:ea typeface="+mn-lt"/>
                <a:cs typeface="+mn-lt"/>
              </a:rPr>
              <a:t>Wha</a:t>
            </a:r>
            <a:r>
              <a:rPr lang="zh-CN" sz="2000" dirty="0">
                <a:ea typeface="+mn-lt"/>
                <a:cs typeface="+mn-lt"/>
              </a:rPr>
              <a:t>t</a:t>
            </a:r>
            <a:r>
              <a:rPr lang="zh-CN" altLang="en-US" sz="2000" dirty="0">
                <a:ea typeface="+mn-lt"/>
                <a:cs typeface="+mn-lt"/>
              </a:rPr>
              <a:t> </a:t>
            </a:r>
            <a:r>
              <a:rPr lang="en-US" altLang="zh-CN" sz="2000" dirty="0">
                <a:ea typeface="+mn-lt"/>
                <a:cs typeface="+mn-lt"/>
              </a:rPr>
              <a:t>is</a:t>
            </a:r>
            <a:r>
              <a:rPr lang="zh-CN" altLang="en-US" sz="2000" dirty="0">
                <a:ea typeface="+mn-lt"/>
                <a:cs typeface="+mn-lt"/>
              </a:rPr>
              <a:t> </a:t>
            </a:r>
            <a:r>
              <a:rPr lang="zh-CN" sz="2000" dirty="0">
                <a:ea typeface="+mn-lt"/>
                <a:cs typeface="+mn-lt"/>
              </a:rPr>
              <a:t>the </a:t>
            </a:r>
            <a:r>
              <a:rPr lang="en-US" altLang="zh-CN" sz="2000" dirty="0">
                <a:ea typeface="+mn-lt"/>
                <a:cs typeface="+mn-lt"/>
              </a:rPr>
              <a:t>consequence</a:t>
            </a:r>
            <a:r>
              <a:rPr lang="zh-CN" altLang="en-US" sz="2000" dirty="0">
                <a:ea typeface="+mn-lt"/>
                <a:cs typeface="+mn-lt"/>
              </a:rPr>
              <a:t> </a:t>
            </a:r>
            <a:r>
              <a:rPr lang="zh-CN" sz="2000" dirty="0">
                <a:ea typeface="+mn-lt"/>
                <a:cs typeface="+mn-lt"/>
              </a:rPr>
              <a:t>i</a:t>
            </a:r>
            <a:r>
              <a:rPr lang="en-US" altLang="zh-CN" sz="2000" dirty="0">
                <a:ea typeface="+mn-lt"/>
                <a:cs typeface="+mn-lt"/>
              </a:rPr>
              <a:t>f</a:t>
            </a:r>
            <a:r>
              <a:rPr lang="zh-CN" altLang="en-US" sz="2000" dirty="0">
                <a:ea typeface="+mn-lt"/>
                <a:cs typeface="+mn-lt"/>
              </a:rPr>
              <a:t> </a:t>
            </a:r>
            <a:r>
              <a:rPr lang="en-US" altLang="zh-CN" sz="2000" dirty="0">
                <a:ea typeface="+mn-lt"/>
                <a:cs typeface="+mn-lt"/>
              </a:rPr>
              <a:t>we</a:t>
            </a:r>
            <a:r>
              <a:rPr lang="zh-CN" altLang="en-US" sz="2000" dirty="0">
                <a:ea typeface="+mn-lt"/>
                <a:cs typeface="+mn-lt"/>
              </a:rPr>
              <a:t> </a:t>
            </a:r>
            <a:r>
              <a:rPr lang="en-US" altLang="zh-CN" sz="2000" dirty="0">
                <a:ea typeface="+mn-lt"/>
                <a:cs typeface="+mn-lt"/>
              </a:rPr>
              <a:t>use</a:t>
            </a:r>
            <a:r>
              <a:rPr lang="zh-CN" altLang="en-US" sz="2000" dirty="0">
                <a:ea typeface="+mn-lt"/>
                <a:cs typeface="+mn-lt"/>
              </a:rPr>
              <a:t> </a:t>
            </a:r>
            <a:r>
              <a:rPr lang="zh-CN" sz="2000" dirty="0">
                <a:ea typeface="+mn-lt"/>
                <a:cs typeface="+mn-lt"/>
              </a:rPr>
              <a:t>it</a:t>
            </a:r>
            <a:r>
              <a:rPr lang="zh-CN" altLang="en-US" sz="2000" dirty="0">
                <a:ea typeface="+mn-lt"/>
                <a:cs typeface="+mn-lt"/>
              </a:rPr>
              <a:t> </a:t>
            </a:r>
            <a:r>
              <a:rPr lang="en-US" altLang="zh-CN" sz="2000" dirty="0">
                <a:ea typeface="+mn-lt"/>
                <a:cs typeface="+mn-lt"/>
              </a:rPr>
              <a:t>to</a:t>
            </a:r>
            <a:r>
              <a:rPr lang="zh-CN" altLang="en-US" sz="2000" dirty="0">
                <a:ea typeface="+mn-lt"/>
                <a:cs typeface="+mn-lt"/>
              </a:rPr>
              <a:t> </a:t>
            </a:r>
            <a:r>
              <a:rPr lang="en-US" altLang="zh-CN" sz="2000" dirty="0">
                <a:ea typeface="+mn-lt"/>
                <a:cs typeface="+mn-lt"/>
              </a:rPr>
              <a:t>t</a:t>
            </a:r>
            <a:r>
              <a:rPr lang="zh-CN" sz="2000" dirty="0">
                <a:ea typeface="+mn-lt"/>
                <a:cs typeface="+mn-lt"/>
              </a:rPr>
              <a:t>e</a:t>
            </a:r>
            <a:r>
              <a:rPr lang="en-US" altLang="zh-CN" sz="2000" dirty="0">
                <a:ea typeface="+mn-lt"/>
                <a:cs typeface="+mn-lt"/>
              </a:rPr>
              <a:t>st</a:t>
            </a:r>
            <a:r>
              <a:rPr lang="zh-CN" altLang="en-US" sz="2000" dirty="0">
                <a:ea typeface="+mn-lt"/>
                <a:cs typeface="+mn-lt"/>
              </a:rPr>
              <a:t> </a:t>
            </a:r>
            <a:r>
              <a:rPr lang="en-US" altLang="zh-CN" sz="2000" dirty="0">
                <a:ea typeface="+mn-lt"/>
                <a:cs typeface="+mn-lt"/>
              </a:rPr>
              <a:t>P</a:t>
            </a:r>
            <a:r>
              <a:rPr lang="zh-CN" sz="2000" dirty="0">
                <a:ea typeface="+mn-lt"/>
                <a:cs typeface="+mn-lt"/>
              </a:rPr>
              <a:t>? Explain your answer.</a:t>
            </a:r>
            <a:endParaRPr lang="zh-CN" altLang="en-US" sz="2000" dirty="0">
              <a:ea typeface="+mn-lt"/>
              <a:cs typeface="+mn-lt"/>
            </a:endParaRPr>
          </a:p>
          <a:p>
            <a:pPr marL="398145" indent="-398145"/>
            <a:r>
              <a:rPr lang="zh-CN" sz="2000">
                <a:ea typeface="+mn-lt"/>
                <a:cs typeface="+mn-lt"/>
              </a:rPr>
              <a:t>MR</a:t>
            </a:r>
            <a:r>
              <a:rPr lang="en-US" altLang="zh-CN" sz="2000" dirty="0">
                <a:ea typeface="+mn-lt"/>
                <a:cs typeface="+mn-lt"/>
              </a:rPr>
              <a:t>2</a:t>
            </a:r>
            <a:r>
              <a:rPr lang="zh-CN" sz="2000">
                <a:ea typeface="+mn-lt"/>
                <a:cs typeface="+mn-lt"/>
              </a:rPr>
              <a:t>:</a:t>
            </a:r>
            <a:r>
              <a:rPr lang="zh-CN" altLang="en-US" sz="2000">
                <a:ea typeface="+mn-lt"/>
                <a:cs typeface="+mn-lt"/>
              </a:rPr>
              <a:t> </a:t>
            </a:r>
            <a:r>
              <a:rPr lang="zh-CN" sz="2000">
                <a:ea typeface="+mn-lt"/>
                <a:cs typeface="+mn-lt"/>
              </a:rPr>
              <a:t>Let x be a</a:t>
            </a:r>
            <a:r>
              <a:rPr lang="en-US" altLang="zh-CN" sz="2000" dirty="0">
                <a:ea typeface="+mn-lt"/>
                <a:cs typeface="+mn-lt"/>
              </a:rPr>
              <a:t>n</a:t>
            </a:r>
            <a:r>
              <a:rPr lang="zh-CN" altLang="en-US" sz="2000" dirty="0">
                <a:ea typeface="+mn-lt"/>
                <a:cs typeface="+mn-lt"/>
              </a:rPr>
              <a:t> </a:t>
            </a:r>
            <a:r>
              <a:rPr lang="en-US" altLang="zh-CN" sz="2000" dirty="0">
                <a:ea typeface="+mn-lt"/>
                <a:cs typeface="+mn-lt"/>
              </a:rPr>
              <a:t>arbitrary</a:t>
            </a:r>
            <a:r>
              <a:rPr lang="zh-CN" sz="2000">
                <a:ea typeface="+mn-lt"/>
                <a:cs typeface="+mn-lt"/>
              </a:rPr>
              <a:t> text string</a:t>
            </a:r>
            <a:r>
              <a:rPr lang="en-US" altLang="zh-CN" sz="2000" dirty="0">
                <a:ea typeface="+mn-lt"/>
                <a:cs typeface="+mn-lt"/>
              </a:rPr>
              <a:t>.</a:t>
            </a:r>
            <a:r>
              <a:rPr lang="zh-CN" altLang="en-US" sz="2000" dirty="0">
                <a:ea typeface="+mn-lt"/>
                <a:cs typeface="+mn-lt"/>
              </a:rPr>
              <a:t> </a:t>
            </a:r>
            <a:r>
              <a:rPr lang="en-US" altLang="zh-CN" sz="2000" dirty="0">
                <a:ea typeface="+mn-lt"/>
                <a:cs typeface="+mn-lt"/>
              </a:rPr>
              <a:t>y</a:t>
            </a:r>
            <a:r>
              <a:rPr lang="zh-CN" altLang="en-US" sz="2000">
                <a:ea typeface="+mn-lt"/>
                <a:cs typeface="+mn-lt"/>
              </a:rPr>
              <a:t> </a:t>
            </a:r>
            <a:r>
              <a:rPr lang="zh-CN" sz="2000">
                <a:ea typeface="+mn-lt"/>
                <a:cs typeface="+mn-lt"/>
              </a:rPr>
              <a:t>is </a:t>
            </a:r>
            <a:r>
              <a:rPr lang="en-US" altLang="zh-CN" sz="2000" dirty="0">
                <a:ea typeface="+mn-lt"/>
                <a:cs typeface="+mn-lt"/>
              </a:rPr>
              <a:t>p</a:t>
            </a:r>
            <a:r>
              <a:rPr lang="zh-CN" sz="2000">
                <a:ea typeface="+mn-lt"/>
                <a:cs typeface="+mn-lt"/>
              </a:rPr>
              <a:t>r</a:t>
            </a:r>
            <a:r>
              <a:rPr lang="en-US" altLang="zh-CN" sz="2000" dirty="0" err="1">
                <a:ea typeface="+mn-lt"/>
                <a:cs typeface="+mn-lt"/>
              </a:rPr>
              <a:t>oduced</a:t>
            </a:r>
            <a:r>
              <a:rPr lang="zh-CN" altLang="en-US" sz="2000">
                <a:ea typeface="+mn-lt"/>
                <a:cs typeface="+mn-lt"/>
              </a:rPr>
              <a:t> </a:t>
            </a:r>
            <a:r>
              <a:rPr lang="zh-CN" sz="2000">
                <a:ea typeface="+mn-lt"/>
                <a:cs typeface="+mn-lt"/>
              </a:rPr>
              <a:t>by conver</a:t>
            </a:r>
            <a:r>
              <a:rPr lang="en-US" altLang="zh-CN" sz="2000" dirty="0">
                <a:ea typeface="+mn-lt"/>
                <a:cs typeface="+mn-lt"/>
              </a:rPr>
              <a:t>t</a:t>
            </a:r>
            <a:r>
              <a:rPr lang="zh-CN" sz="2000">
                <a:ea typeface="+mn-lt"/>
                <a:cs typeface="+mn-lt"/>
              </a:rPr>
              <a:t>ing a</a:t>
            </a:r>
            <a:r>
              <a:rPr lang="en-US" altLang="zh-CN" sz="2000" dirty="0" err="1">
                <a:ea typeface="+mn-lt"/>
                <a:cs typeface="+mn-lt"/>
              </a:rPr>
              <a:t>ll</a:t>
            </a:r>
            <a:r>
              <a:rPr lang="zh-CN" altLang="en-US" sz="2000" dirty="0">
                <a:ea typeface="+mn-lt"/>
                <a:cs typeface="+mn-lt"/>
              </a:rPr>
              <a:t> </a:t>
            </a:r>
            <a:r>
              <a:rPr lang="en-US" altLang="zh-CN" sz="2000" dirty="0">
                <a:ea typeface="+mn-lt"/>
                <a:cs typeface="+mn-lt"/>
              </a:rPr>
              <a:t>c</a:t>
            </a:r>
            <a:r>
              <a:rPr lang="zh-CN" sz="2000">
                <a:ea typeface="+mn-lt"/>
                <a:cs typeface="+mn-lt"/>
              </a:rPr>
              <a:t>ha</a:t>
            </a:r>
            <a:r>
              <a:rPr lang="en-US" altLang="zh-CN" sz="2000" dirty="0" err="1">
                <a:ea typeface="+mn-lt"/>
                <a:cs typeface="+mn-lt"/>
              </a:rPr>
              <a:t>ract</a:t>
            </a:r>
            <a:r>
              <a:rPr lang="zh-CN" sz="2000">
                <a:ea typeface="+mn-lt"/>
                <a:cs typeface="+mn-lt"/>
              </a:rPr>
              <a:t>er</a:t>
            </a:r>
            <a:r>
              <a:rPr lang="en-US" altLang="zh-CN" sz="2000" dirty="0">
                <a:ea typeface="+mn-lt"/>
                <a:cs typeface="+mn-lt"/>
              </a:rPr>
              <a:t>s</a:t>
            </a:r>
            <a:r>
              <a:rPr lang="zh-CN" altLang="en-US" sz="2000" dirty="0">
                <a:ea typeface="+mn-lt"/>
                <a:cs typeface="+mn-lt"/>
              </a:rPr>
              <a:t> </a:t>
            </a:r>
            <a:r>
              <a:rPr lang="en-US" altLang="zh-CN" sz="2000" dirty="0">
                <a:ea typeface="+mn-lt"/>
                <a:cs typeface="+mn-lt"/>
              </a:rPr>
              <a:t>in</a:t>
            </a:r>
            <a:r>
              <a:rPr lang="zh-CN" altLang="en-US" sz="2000" dirty="0">
                <a:ea typeface="+mn-lt"/>
                <a:cs typeface="+mn-lt"/>
              </a:rPr>
              <a:t> </a:t>
            </a:r>
            <a:r>
              <a:rPr lang="en-US" altLang="zh-CN" sz="2000" dirty="0">
                <a:ea typeface="+mn-lt"/>
                <a:cs typeface="+mn-lt"/>
              </a:rPr>
              <a:t>x</a:t>
            </a:r>
            <a:r>
              <a:rPr lang="zh-CN" altLang="en-US" sz="2000" dirty="0">
                <a:ea typeface="+mn-lt"/>
                <a:cs typeface="+mn-lt"/>
              </a:rPr>
              <a:t> </a:t>
            </a:r>
            <a:r>
              <a:rPr lang="en-US" altLang="zh-CN" sz="2000" dirty="0" err="1">
                <a:ea typeface="+mn-lt"/>
                <a:cs typeface="+mn-lt"/>
              </a:rPr>
              <a:t>fr</a:t>
            </a:r>
            <a:r>
              <a:rPr lang="zh-CN" sz="2000">
                <a:ea typeface="+mn-lt"/>
                <a:cs typeface="+mn-lt"/>
              </a:rPr>
              <a:t>o</a:t>
            </a:r>
            <a:r>
              <a:rPr lang="en-US" altLang="zh-CN" sz="2000" dirty="0">
                <a:ea typeface="+mn-lt"/>
                <a:cs typeface="+mn-lt"/>
              </a:rPr>
              <a:t>m</a:t>
            </a:r>
            <a:r>
              <a:rPr lang="zh-CN" altLang="en-US" sz="2000">
                <a:ea typeface="+mn-lt"/>
                <a:cs typeface="+mn-lt"/>
              </a:rPr>
              <a:t> </a:t>
            </a:r>
            <a:r>
              <a:rPr lang="zh-CN" sz="2000">
                <a:ea typeface="+mn-lt"/>
                <a:cs typeface="+mn-lt"/>
              </a:rPr>
              <a:t>uppercase </a:t>
            </a:r>
            <a:r>
              <a:rPr lang="en-US" altLang="zh-CN" sz="2000" dirty="0">
                <a:ea typeface="+mn-lt"/>
                <a:cs typeface="+mn-lt"/>
              </a:rPr>
              <a:t>t</a:t>
            </a:r>
            <a:r>
              <a:rPr lang="zh-CN" sz="2000">
                <a:ea typeface="+mn-lt"/>
                <a:cs typeface="+mn-lt"/>
              </a:rPr>
              <a:t>o lowercase and </a:t>
            </a:r>
            <a:r>
              <a:rPr lang="en-US" altLang="zh-CN" sz="2000" dirty="0">
                <a:ea typeface="+mn-lt"/>
                <a:cs typeface="+mn-lt"/>
              </a:rPr>
              <a:t>v</a:t>
            </a:r>
            <a:r>
              <a:rPr lang="zh-CN" sz="2000">
                <a:ea typeface="+mn-lt"/>
                <a:cs typeface="+mn-lt"/>
              </a:rPr>
              <a:t>i</a:t>
            </a:r>
            <a:r>
              <a:rPr lang="en-US" altLang="zh-CN" sz="2000" dirty="0" err="1">
                <a:ea typeface="+mn-lt"/>
                <a:cs typeface="+mn-lt"/>
              </a:rPr>
              <a:t>ce</a:t>
            </a:r>
            <a:r>
              <a:rPr lang="zh-CN" altLang="en-US" sz="2000" dirty="0">
                <a:ea typeface="+mn-lt"/>
                <a:cs typeface="+mn-lt"/>
              </a:rPr>
              <a:t> </a:t>
            </a:r>
            <a:r>
              <a:rPr lang="en-US" altLang="zh-CN" sz="2000" dirty="0">
                <a:ea typeface="+mn-lt"/>
                <a:cs typeface="+mn-lt"/>
              </a:rPr>
              <a:t>v</a:t>
            </a:r>
            <a:r>
              <a:rPr lang="zh-CN" sz="2000">
                <a:ea typeface="+mn-lt"/>
                <a:cs typeface="+mn-lt"/>
              </a:rPr>
              <a:t>e</a:t>
            </a:r>
            <a:r>
              <a:rPr lang="en-US" altLang="zh-CN" sz="2000" dirty="0">
                <a:ea typeface="+mn-lt"/>
                <a:cs typeface="+mn-lt"/>
              </a:rPr>
              <a:t>r</a:t>
            </a:r>
            <a:r>
              <a:rPr lang="zh-CN" sz="2000">
                <a:ea typeface="+mn-lt"/>
                <a:cs typeface="+mn-lt"/>
              </a:rPr>
              <a:t>sa</a:t>
            </a:r>
            <a:r>
              <a:rPr lang="en-US" altLang="zh-CN" sz="2000" dirty="0">
                <a:ea typeface="+mn-lt"/>
                <a:cs typeface="+mn-lt"/>
              </a:rPr>
              <a:t>,</a:t>
            </a:r>
            <a:r>
              <a:rPr lang="zh-CN" altLang="en-US" sz="2000" dirty="0">
                <a:ea typeface="+mn-lt"/>
                <a:cs typeface="+mn-lt"/>
              </a:rPr>
              <a:t> </a:t>
            </a:r>
            <a:r>
              <a:rPr lang="en-US" altLang="zh-CN" sz="2000" dirty="0">
                <a:ea typeface="+mn-lt"/>
                <a:cs typeface="+mn-lt"/>
              </a:rPr>
              <a:t>follow</a:t>
            </a:r>
            <a:r>
              <a:rPr lang="zh-CN" sz="2000">
                <a:ea typeface="+mn-lt"/>
                <a:cs typeface="+mn-lt"/>
              </a:rPr>
              <a:t>e</a:t>
            </a:r>
            <a:r>
              <a:rPr lang="en-US" altLang="zh-CN" sz="2000" dirty="0">
                <a:ea typeface="+mn-lt"/>
                <a:cs typeface="+mn-lt"/>
              </a:rPr>
              <a:t>d</a:t>
            </a:r>
            <a:r>
              <a:rPr lang="zh-CN" altLang="en-US" sz="2000" dirty="0">
                <a:ea typeface="+mn-lt"/>
                <a:cs typeface="+mn-lt"/>
              </a:rPr>
              <a:t> </a:t>
            </a:r>
            <a:r>
              <a:rPr lang="en-US" altLang="zh-CN" sz="2000" dirty="0">
                <a:ea typeface="+mn-lt"/>
                <a:cs typeface="+mn-lt"/>
              </a:rPr>
              <a:t>by</a:t>
            </a:r>
            <a:r>
              <a:rPr lang="zh-CN" sz="2000">
                <a:ea typeface="+mn-lt"/>
                <a:cs typeface="+mn-lt"/>
              </a:rPr>
              <a:t> re</a:t>
            </a:r>
            <a:r>
              <a:rPr lang="en-US" altLang="zh-CN" sz="2000" dirty="0" err="1">
                <a:ea typeface="+mn-lt"/>
                <a:cs typeface="+mn-lt"/>
              </a:rPr>
              <a:t>ve</a:t>
            </a:r>
            <a:r>
              <a:rPr lang="zh-CN" sz="2000">
                <a:ea typeface="+mn-lt"/>
                <a:cs typeface="+mn-lt"/>
              </a:rPr>
              <a:t>rsin</a:t>
            </a:r>
            <a:r>
              <a:rPr lang="en-US" altLang="zh-CN" sz="2000" dirty="0">
                <a:ea typeface="+mn-lt"/>
                <a:cs typeface="+mn-lt"/>
              </a:rPr>
              <a:t>g</a:t>
            </a:r>
            <a:r>
              <a:rPr lang="zh-CN" altLang="en-US" sz="2000" dirty="0">
                <a:ea typeface="+mn-lt"/>
                <a:cs typeface="+mn-lt"/>
              </a:rPr>
              <a:t> </a:t>
            </a:r>
            <a:r>
              <a:rPr lang="en-US" altLang="zh-CN" sz="2000" dirty="0">
                <a:ea typeface="+mn-lt"/>
                <a:cs typeface="+mn-lt"/>
              </a:rPr>
              <a:t>the</a:t>
            </a:r>
            <a:r>
              <a:rPr lang="zh-CN" altLang="en-US" sz="2000" dirty="0">
                <a:ea typeface="+mn-lt"/>
                <a:cs typeface="+mn-lt"/>
              </a:rPr>
              <a:t> </a:t>
            </a:r>
            <a:r>
              <a:rPr lang="en-US" altLang="zh-CN" sz="2000" dirty="0" err="1">
                <a:ea typeface="+mn-lt"/>
                <a:cs typeface="+mn-lt"/>
              </a:rPr>
              <a:t>stri</a:t>
            </a:r>
            <a:r>
              <a:rPr lang="zh-CN" sz="2000">
                <a:ea typeface="+mn-lt"/>
                <a:cs typeface="+mn-lt"/>
              </a:rPr>
              <a:t>n</a:t>
            </a:r>
            <a:r>
              <a:rPr lang="en-US" altLang="zh-CN" sz="2000" dirty="0">
                <a:ea typeface="+mn-lt"/>
                <a:cs typeface="+mn-lt"/>
              </a:rPr>
              <a:t>g. P</a:t>
            </a:r>
            <a:r>
              <a:rPr lang="zh-CN" sz="2000">
                <a:ea typeface="+mn-lt"/>
                <a:cs typeface="+mn-lt"/>
              </a:rPr>
              <a:t>ro</a:t>
            </a:r>
            <a:r>
              <a:rPr lang="en-US" altLang="zh-CN" sz="2000" dirty="0">
                <a:ea typeface="+mn-lt"/>
                <a:cs typeface="+mn-lt"/>
              </a:rPr>
              <a:t>g</a:t>
            </a:r>
            <a:r>
              <a:rPr lang="zh-CN" sz="2000">
                <a:ea typeface="+mn-lt"/>
                <a:cs typeface="+mn-lt"/>
              </a:rPr>
              <a:t>r</a:t>
            </a:r>
            <a:r>
              <a:rPr lang="en-US" altLang="zh-CN" sz="2000" dirty="0">
                <a:ea typeface="+mn-lt"/>
                <a:cs typeface="+mn-lt"/>
              </a:rPr>
              <a:t>am</a:t>
            </a:r>
            <a:r>
              <a:rPr lang="zh-CN" altLang="en-US" sz="2000">
                <a:ea typeface="+mn-lt"/>
                <a:cs typeface="+mn-lt"/>
              </a:rPr>
              <a:t> </a:t>
            </a:r>
            <a:r>
              <a:rPr lang="zh-CN" sz="2000">
                <a:ea typeface="+mn-lt"/>
                <a:cs typeface="+mn-lt"/>
              </a:rPr>
              <a:t>P should </a:t>
            </a:r>
            <a:r>
              <a:rPr lang="en-US" altLang="zh-CN" sz="2000" dirty="0">
                <a:ea typeface="+mn-lt"/>
                <a:cs typeface="+mn-lt"/>
              </a:rPr>
              <a:t>r</a:t>
            </a:r>
            <a:r>
              <a:rPr lang="zh-CN" sz="2000">
                <a:ea typeface="+mn-lt"/>
                <a:cs typeface="+mn-lt"/>
              </a:rPr>
              <a:t>e</a:t>
            </a:r>
            <a:r>
              <a:rPr lang="en-US" altLang="zh-CN" sz="2000" dirty="0">
                <a:ea typeface="+mn-lt"/>
                <a:cs typeface="+mn-lt"/>
              </a:rPr>
              <a:t>p</a:t>
            </a:r>
            <a:r>
              <a:rPr lang="zh-CN" sz="2000">
                <a:ea typeface="+mn-lt"/>
                <a:cs typeface="+mn-lt"/>
              </a:rPr>
              <a:t>o</a:t>
            </a:r>
            <a:r>
              <a:rPr lang="en-US" altLang="zh-CN" sz="2000" dirty="0">
                <a:ea typeface="+mn-lt"/>
                <a:cs typeface="+mn-lt"/>
              </a:rPr>
              <a:t>r</a:t>
            </a:r>
            <a:r>
              <a:rPr lang="zh-CN" sz="2000">
                <a:ea typeface="+mn-lt"/>
                <a:cs typeface="+mn-lt"/>
              </a:rPr>
              <a:t>t</a:t>
            </a:r>
            <a:r>
              <a:rPr lang="zh-CN" altLang="en-US" sz="2000">
                <a:ea typeface="+mn-lt"/>
                <a:cs typeface="+mn-lt"/>
              </a:rPr>
              <a:t> </a:t>
            </a:r>
            <a:r>
              <a:rPr lang="en-US" altLang="zh-CN" sz="2000" dirty="0">
                <a:ea typeface="+mn-lt"/>
                <a:cs typeface="+mn-lt"/>
              </a:rPr>
              <a:t>differ</a:t>
            </a:r>
            <a:r>
              <a:rPr lang="zh-CN" sz="2000">
                <a:ea typeface="+mn-lt"/>
                <a:cs typeface="+mn-lt"/>
              </a:rPr>
              <a:t>e</a:t>
            </a:r>
            <a:r>
              <a:rPr lang="en-US" altLang="zh-CN" sz="2000" dirty="0" err="1">
                <a:ea typeface="+mn-lt"/>
                <a:cs typeface="+mn-lt"/>
              </a:rPr>
              <a:t>nt</a:t>
            </a:r>
            <a:r>
              <a:rPr lang="zh-CN" sz="2000">
                <a:ea typeface="+mn-lt"/>
                <a:cs typeface="+mn-lt"/>
              </a:rPr>
              <a:t> number</a:t>
            </a:r>
            <a:r>
              <a:rPr lang="en-US" altLang="zh-CN" sz="2000" dirty="0">
                <a:ea typeface="+mn-lt"/>
                <a:cs typeface="+mn-lt"/>
              </a:rPr>
              <a:t>s</a:t>
            </a:r>
            <a:r>
              <a:rPr lang="zh-CN" sz="2000">
                <a:ea typeface="+mn-lt"/>
                <a:cs typeface="+mn-lt"/>
              </a:rPr>
              <a:t> of uppercase vowels</a:t>
            </a:r>
            <a:r>
              <a:rPr lang="zh-CN" altLang="en-US" sz="2000">
                <a:ea typeface="+mn-lt"/>
                <a:cs typeface="+mn-lt"/>
              </a:rPr>
              <a:t> </a:t>
            </a:r>
            <a:r>
              <a:rPr lang="en-US" altLang="zh-CN" sz="2000" dirty="0">
                <a:ea typeface="+mn-lt"/>
                <a:cs typeface="+mn-lt"/>
              </a:rPr>
              <a:t>and</a:t>
            </a:r>
            <a:r>
              <a:rPr lang="zh-CN" altLang="en-US" sz="2000">
                <a:ea typeface="+mn-lt"/>
                <a:cs typeface="+mn-lt"/>
              </a:rPr>
              <a:t> </a:t>
            </a:r>
            <a:r>
              <a:rPr lang="zh-CN" sz="2000">
                <a:ea typeface="+mn-lt"/>
                <a:cs typeface="+mn-lt"/>
              </a:rPr>
              <a:t>lowercase consonants</a:t>
            </a:r>
            <a:r>
              <a:rPr lang="zh-CN" altLang="en-US" sz="2000">
                <a:ea typeface="+mn-lt"/>
                <a:cs typeface="+mn-lt"/>
              </a:rPr>
              <a:t> </a:t>
            </a:r>
            <a:r>
              <a:rPr lang="en-US" altLang="zh-CN" sz="2000" dirty="0">
                <a:ea typeface="+mn-lt"/>
                <a:cs typeface="+mn-lt"/>
              </a:rPr>
              <a:t>be</a:t>
            </a:r>
            <a:r>
              <a:rPr lang="zh-CN" sz="2000">
                <a:ea typeface="+mn-lt"/>
                <a:cs typeface="+mn-lt"/>
              </a:rPr>
              <a:t>t</a:t>
            </a:r>
            <a:r>
              <a:rPr lang="en-US" altLang="zh-CN" sz="2000" dirty="0">
                <a:ea typeface="+mn-lt"/>
                <a:cs typeface="+mn-lt"/>
              </a:rPr>
              <a:t>w</a:t>
            </a:r>
            <a:r>
              <a:rPr lang="zh-CN" sz="2000">
                <a:ea typeface="+mn-lt"/>
                <a:cs typeface="+mn-lt"/>
              </a:rPr>
              <a:t>een x </a:t>
            </a:r>
            <a:r>
              <a:rPr lang="en-US" altLang="zh-CN" sz="2000" dirty="0">
                <a:ea typeface="+mn-lt"/>
                <a:cs typeface="+mn-lt"/>
              </a:rPr>
              <a:t>an</a:t>
            </a:r>
            <a:r>
              <a:rPr lang="zh-CN" sz="2000">
                <a:ea typeface="+mn-lt"/>
                <a:cs typeface="+mn-lt"/>
              </a:rPr>
              <a:t>d y.</a:t>
            </a:r>
          </a:p>
          <a:p>
            <a:pPr marL="398145" indent="-398145"/>
            <a:endParaRPr lang="zh-CN" altLang="en-US" sz="2000" dirty="0">
              <a:ea typeface="+mn-lt"/>
              <a:cs typeface="+mn-lt"/>
            </a:endParaRPr>
          </a:p>
          <a:p>
            <a:pPr marL="0" indent="0">
              <a:buNone/>
            </a:pPr>
            <a:r>
              <a:rPr lang="zh-CN" altLang="en-US" sz="2000">
                <a:ea typeface="+mn-lt"/>
                <a:cs typeface="+mn-lt"/>
              </a:rPr>
              <a:t>   AbCd-&gt;DcBa</a:t>
            </a:r>
            <a:endParaRPr lang="zh-CN" altLang="en-US" sz="2000" dirty="0">
              <a:ea typeface="+mn-lt"/>
              <a:cs typeface="+mn-lt"/>
            </a:endParaRPr>
          </a:p>
        </p:txBody>
      </p:sp>
    </p:spTree>
    <p:extLst>
      <p:ext uri="{BB962C8B-B14F-4D97-AF65-F5344CB8AC3E}">
        <p14:creationId xmlns:p14="http://schemas.microsoft.com/office/powerpoint/2010/main" val="290983584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C687C-2958-0CB4-A238-915B785691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7289B0-6025-D95D-2720-6AE570E9059E}"/>
              </a:ext>
            </a:extLst>
          </p:cNvPr>
          <p:cNvSpPr>
            <a:spLocks noGrp="1"/>
          </p:cNvSpPr>
          <p:nvPr>
            <p:ph type="title"/>
          </p:nvPr>
        </p:nvSpPr>
        <p:spPr/>
        <p:txBody>
          <a:bodyPr/>
          <a:lstStyle/>
          <a:p>
            <a:r>
              <a:rPr lang="en-US" altLang="zh-CN" dirty="0">
                <a:ea typeface="+mj-lt"/>
                <a:cs typeface="Times New Roman"/>
              </a:rPr>
              <a:t>Q5.b Metamorphic Relation: Answers</a:t>
            </a:r>
            <a:endParaRPr lang="zh-CN" b="0" dirty="0">
              <a:solidFill>
                <a:srgbClr val="000000"/>
              </a:solidFill>
              <a:cs typeface="Times New Roman"/>
            </a:endParaRPr>
          </a:p>
        </p:txBody>
      </p:sp>
      <p:sp>
        <p:nvSpPr>
          <p:cNvPr id="4" name="灯片编号占位符 3">
            <a:extLst>
              <a:ext uri="{FF2B5EF4-FFF2-40B4-BE49-F238E27FC236}">
                <a16:creationId xmlns:a16="http://schemas.microsoft.com/office/drawing/2014/main" id="{48C0D75A-C373-05F5-1D81-5FEC19906F0A}"/>
              </a:ext>
            </a:extLst>
          </p:cNvPr>
          <p:cNvSpPr>
            <a:spLocks noGrp="1"/>
          </p:cNvSpPr>
          <p:nvPr>
            <p:ph type="sldNum" sz="quarter" idx="12"/>
          </p:nvPr>
        </p:nvSpPr>
        <p:spPr/>
        <p:txBody>
          <a:bodyPr/>
          <a:lstStyle/>
          <a:p>
            <a:pPr>
              <a:defRPr/>
            </a:pPr>
            <a:fld id="{5792DDC3-EFA3-4647-8A6E-E8039DA1A91A}" type="slidenum">
              <a:rPr lang="en-US" smtClean="0"/>
              <a:pPr>
                <a:defRPr/>
              </a:pPr>
              <a:t>18</a:t>
            </a:fld>
            <a:endParaRPr lang="en-US"/>
          </a:p>
        </p:txBody>
      </p:sp>
      <p:sp>
        <p:nvSpPr>
          <p:cNvPr id="5" name="表格占位符 4">
            <a:extLst>
              <a:ext uri="{FF2B5EF4-FFF2-40B4-BE49-F238E27FC236}">
                <a16:creationId xmlns:a16="http://schemas.microsoft.com/office/drawing/2014/main" id="{2F0E9BAF-B098-15ED-A7C8-891B4CC7D4E7}"/>
              </a:ext>
            </a:extLst>
          </p:cNvPr>
          <p:cNvSpPr>
            <a:spLocks noGrp="1"/>
          </p:cNvSpPr>
          <p:nvPr>
            <p:ph type="tbl" idx="1"/>
          </p:nvPr>
        </p:nvSpPr>
        <p:spPr>
          <a:xfrm>
            <a:off x="437129" y="1682858"/>
            <a:ext cx="11124858" cy="4953000"/>
          </a:xfrm>
        </p:spPr>
        <p:txBody>
          <a:bodyPr/>
          <a:lstStyle/>
          <a:p>
            <a:pPr marL="398145" indent="-398145"/>
            <a:r>
              <a:rPr lang="en-US" sz="2000" dirty="0">
                <a:ea typeface="+mn-lt"/>
                <a:cs typeface="+mn-lt"/>
              </a:rPr>
              <a:t>MR2 is</a:t>
            </a:r>
            <a:r>
              <a:rPr lang="en-US" altLang="zh-CN" sz="2000" dirty="0">
                <a:ea typeface="+mn-lt"/>
                <a:cs typeface="+mn-lt"/>
              </a:rPr>
              <a:t> </a:t>
            </a:r>
            <a:r>
              <a:rPr lang="en-US" sz="2000" dirty="0">
                <a:ea typeface="+mn-lt"/>
                <a:cs typeface="+mn-lt"/>
              </a:rPr>
              <a:t>not a metamorphic relation.</a:t>
            </a:r>
            <a:r>
              <a:rPr lang="en-US" altLang="zh-CN" sz="2000" dirty="0">
                <a:ea typeface="+mn-lt"/>
                <a:cs typeface="+mn-lt"/>
              </a:rPr>
              <a:t>  </a:t>
            </a:r>
            <a:endParaRPr lang="zh-CN" altLang="en-US" sz="2000" dirty="0">
              <a:ea typeface="+mn-lt"/>
              <a:cs typeface="+mn-lt"/>
            </a:endParaRPr>
          </a:p>
          <a:p>
            <a:pPr marL="398145" indent="-398145"/>
            <a:r>
              <a:rPr lang="en-US" altLang="zh-CN" sz="2000" dirty="0">
                <a:ea typeface="+mn-lt"/>
                <a:cs typeface="+mn-lt"/>
              </a:rPr>
              <a:t>Metamorphic relations should be a necessary (or expected) property of </a:t>
            </a:r>
            <a:r>
              <a:rPr lang="en-US" sz="2000" dirty="0">
                <a:ea typeface="+mn-lt"/>
                <a:cs typeface="+mn-lt"/>
              </a:rPr>
              <a:t>the</a:t>
            </a:r>
            <a:r>
              <a:rPr lang="en-US" altLang="zh-CN" sz="2000" dirty="0">
                <a:ea typeface="+mn-lt"/>
                <a:cs typeface="+mn-lt"/>
              </a:rPr>
              <a:t> </a:t>
            </a:r>
            <a:r>
              <a:rPr lang="en-US" sz="2000" dirty="0">
                <a:ea typeface="+mn-lt"/>
                <a:cs typeface="+mn-lt"/>
              </a:rPr>
              <a:t>expected and correct</a:t>
            </a:r>
            <a:r>
              <a:rPr lang="en-US" altLang="zh-CN" sz="2000" dirty="0">
                <a:ea typeface="+mn-lt"/>
                <a:cs typeface="+mn-lt"/>
              </a:rPr>
              <a:t> </a:t>
            </a:r>
            <a:r>
              <a:rPr lang="en-US" sz="2000" dirty="0">
                <a:ea typeface="+mn-lt"/>
                <a:cs typeface="+mn-lt"/>
              </a:rPr>
              <a:t>behavior of</a:t>
            </a:r>
            <a:r>
              <a:rPr lang="en-US" altLang="zh-CN" sz="2000" dirty="0">
                <a:ea typeface="+mn-lt"/>
                <a:cs typeface="+mn-lt"/>
              </a:rPr>
              <a:t> </a:t>
            </a:r>
            <a:r>
              <a:rPr lang="en-US" sz="2000" dirty="0">
                <a:ea typeface="+mn-lt"/>
                <a:cs typeface="+mn-lt"/>
              </a:rPr>
              <a:t>a program.</a:t>
            </a:r>
            <a:endParaRPr lang="zh-CN" dirty="0"/>
          </a:p>
          <a:p>
            <a:pPr marL="398145" indent="-398145"/>
            <a:r>
              <a:rPr lang="en-US" sz="2000" dirty="0">
                <a:ea typeface="+mn-lt"/>
                <a:cs typeface="+mn-lt"/>
              </a:rPr>
              <a:t>For MR2,</a:t>
            </a:r>
            <a:r>
              <a:rPr lang="en-US" altLang="zh-CN" sz="2000" dirty="0">
                <a:ea typeface="+mn-lt"/>
                <a:cs typeface="+mn-lt"/>
              </a:rPr>
              <a:t> </a:t>
            </a:r>
            <a:r>
              <a:rPr lang="en-US" sz="2000" dirty="0">
                <a:ea typeface="+mn-lt"/>
                <a:cs typeface="+mn-lt"/>
              </a:rPr>
              <a:t>there is no logical relation </a:t>
            </a:r>
            <a:r>
              <a:rPr lang="en-US" altLang="zh-CN" sz="2000" dirty="0">
                <a:ea typeface="+mn-lt"/>
                <a:cs typeface="+mn-lt"/>
              </a:rPr>
              <a:t>that</a:t>
            </a:r>
            <a:r>
              <a:rPr lang="en-US" sz="2000" dirty="0">
                <a:ea typeface="+mn-lt"/>
                <a:cs typeface="+mn-lt"/>
              </a:rPr>
              <a:t> flipping lowercase and</a:t>
            </a:r>
            <a:r>
              <a:rPr lang="en-US" altLang="zh-CN" sz="2000" dirty="0">
                <a:ea typeface="+mn-lt"/>
                <a:cs typeface="+mn-lt"/>
              </a:rPr>
              <a:t> </a:t>
            </a:r>
            <a:r>
              <a:rPr lang="en-US" sz="2000" dirty="0">
                <a:ea typeface="+mn-lt"/>
                <a:cs typeface="+mn-lt"/>
              </a:rPr>
              <a:t>uppercase letters must give</a:t>
            </a:r>
            <a:r>
              <a:rPr lang="en-US" altLang="zh-CN" sz="2000" dirty="0">
                <a:ea typeface="+mn-lt"/>
                <a:cs typeface="+mn-lt"/>
              </a:rPr>
              <a:t> different</a:t>
            </a:r>
            <a:r>
              <a:rPr lang="en-US" sz="2000" dirty="0">
                <a:ea typeface="+mn-lt"/>
                <a:cs typeface="+mn-lt"/>
              </a:rPr>
              <a:t> numbers</a:t>
            </a:r>
            <a:r>
              <a:rPr lang="en-US" altLang="zh-CN" sz="2000" dirty="0">
                <a:ea typeface="+mn-lt"/>
                <a:cs typeface="+mn-lt"/>
              </a:rPr>
              <a:t> </a:t>
            </a:r>
            <a:r>
              <a:rPr lang="en-US" sz="2000" dirty="0">
                <a:ea typeface="+mn-lt"/>
                <a:cs typeface="+mn-lt"/>
              </a:rPr>
              <a:t>of</a:t>
            </a:r>
            <a:r>
              <a:rPr lang="en-US" altLang="zh-CN" sz="2000" dirty="0">
                <a:ea typeface="+mn-lt"/>
                <a:cs typeface="+mn-lt"/>
              </a:rPr>
              <a:t> uppercase</a:t>
            </a:r>
            <a:r>
              <a:rPr lang="en-US" sz="2000" dirty="0">
                <a:ea typeface="+mn-lt"/>
                <a:cs typeface="+mn-lt"/>
              </a:rPr>
              <a:t> vowels and lowercase</a:t>
            </a:r>
            <a:r>
              <a:rPr lang="en-US" altLang="zh-CN" sz="2000" dirty="0">
                <a:ea typeface="+mn-lt"/>
                <a:cs typeface="+mn-lt"/>
              </a:rPr>
              <a:t> </a:t>
            </a:r>
            <a:r>
              <a:rPr lang="en-US" sz="2000" dirty="0">
                <a:ea typeface="+mn-lt"/>
                <a:cs typeface="+mn-lt"/>
              </a:rPr>
              <a:t>consonants.</a:t>
            </a:r>
            <a:endParaRPr lang="en-US" dirty="0">
              <a:ea typeface="+mn-lt"/>
              <a:cs typeface="+mn-lt"/>
            </a:endParaRPr>
          </a:p>
          <a:p>
            <a:pPr marL="398145" indent="-398145"/>
            <a:r>
              <a:rPr lang="en-US" sz="2000" dirty="0">
                <a:ea typeface="+mn-lt"/>
                <a:cs typeface="+mn-lt"/>
              </a:rPr>
              <a:t>If </a:t>
            </a:r>
            <a:r>
              <a:rPr lang="en-US" altLang="zh-CN" sz="2000" dirty="0">
                <a:ea typeface="+mn-lt"/>
                <a:cs typeface="+mn-lt"/>
              </a:rPr>
              <a:t>using</a:t>
            </a:r>
            <a:r>
              <a:rPr lang="en-US" sz="2000" dirty="0">
                <a:ea typeface="+mn-lt"/>
                <a:cs typeface="+mn-lt"/>
              </a:rPr>
              <a:t> </a:t>
            </a:r>
            <a:r>
              <a:rPr lang="en-US" altLang="zh-CN" sz="2000" dirty="0">
                <a:ea typeface="+mn-lt"/>
                <a:cs typeface="+mn-lt"/>
              </a:rPr>
              <a:t>MR2</a:t>
            </a:r>
            <a:r>
              <a:rPr lang="en-US" sz="2000" dirty="0">
                <a:ea typeface="+mn-lt"/>
                <a:cs typeface="+mn-lt"/>
              </a:rPr>
              <a:t> to</a:t>
            </a:r>
            <a:r>
              <a:rPr lang="en-US" altLang="zh-CN" sz="2000" dirty="0">
                <a:ea typeface="+mn-lt"/>
                <a:cs typeface="+mn-lt"/>
              </a:rPr>
              <a:t> </a:t>
            </a:r>
            <a:r>
              <a:rPr lang="en-US" sz="2000" dirty="0">
                <a:ea typeface="+mn-lt"/>
                <a:cs typeface="+mn-lt"/>
              </a:rPr>
              <a:t>test </a:t>
            </a:r>
            <a:r>
              <a:rPr lang="en-US" altLang="zh-CN" sz="2000" dirty="0">
                <a:ea typeface="+mn-lt"/>
                <a:cs typeface="+mn-lt"/>
              </a:rPr>
              <a:t>P</a:t>
            </a:r>
            <a:r>
              <a:rPr lang="en-US" sz="2000" dirty="0">
                <a:ea typeface="+mn-lt"/>
                <a:cs typeface="+mn-lt"/>
              </a:rPr>
              <a:t>,</a:t>
            </a:r>
            <a:r>
              <a:rPr lang="en-US" altLang="zh-CN" sz="2000" dirty="0">
                <a:ea typeface="+mn-lt"/>
                <a:cs typeface="+mn-lt"/>
              </a:rPr>
              <a:t> </a:t>
            </a:r>
            <a:r>
              <a:rPr lang="en-US" sz="2000" dirty="0">
                <a:ea typeface="+mn-lt"/>
                <a:cs typeface="+mn-lt"/>
              </a:rPr>
              <a:t>MR2 will report a</a:t>
            </a:r>
            <a:r>
              <a:rPr lang="en-US" altLang="zh-CN" sz="2000" dirty="0">
                <a:ea typeface="+mn-lt"/>
                <a:cs typeface="+mn-lt"/>
              </a:rPr>
              <a:t> </a:t>
            </a:r>
            <a:r>
              <a:rPr lang="en-US" sz="2000" dirty="0">
                <a:ea typeface="+mn-lt"/>
                <a:cs typeface="+mn-lt"/>
              </a:rPr>
              <a:t>lot</a:t>
            </a:r>
            <a:r>
              <a:rPr lang="en-US" altLang="zh-CN" sz="2000" dirty="0">
                <a:ea typeface="+mn-lt"/>
                <a:cs typeface="+mn-lt"/>
              </a:rPr>
              <a:t> of</a:t>
            </a:r>
            <a:r>
              <a:rPr lang="en-US" sz="2000" dirty="0">
                <a:ea typeface="+mn-lt"/>
                <a:cs typeface="+mn-lt"/>
              </a:rPr>
              <a:t> </a:t>
            </a:r>
            <a:r>
              <a:rPr lang="en-US" sz="2000" dirty="0">
                <a:solidFill>
                  <a:srgbClr val="FF0000"/>
                </a:solidFill>
                <a:ea typeface="+mn-lt"/>
                <a:cs typeface="+mn-lt"/>
              </a:rPr>
              <a:t>false</a:t>
            </a:r>
            <a:r>
              <a:rPr lang="en-US" altLang="zh-CN" sz="2000" dirty="0">
                <a:solidFill>
                  <a:srgbClr val="FF0000"/>
                </a:solidFill>
                <a:ea typeface="+mn-lt"/>
                <a:cs typeface="+mn-lt"/>
              </a:rPr>
              <a:t> positive</a:t>
            </a:r>
            <a:r>
              <a:rPr lang="en-US" sz="2000" dirty="0">
                <a:ea typeface="+mn-lt"/>
                <a:cs typeface="+mn-lt"/>
              </a:rPr>
              <a:t> pairs of</a:t>
            </a:r>
            <a:r>
              <a:rPr lang="en-US" altLang="zh-CN" sz="2000" dirty="0">
                <a:ea typeface="+mn-lt"/>
                <a:cs typeface="+mn-lt"/>
              </a:rPr>
              <a:t> </a:t>
            </a:r>
            <a:r>
              <a:rPr lang="en-US" sz="2000" dirty="0">
                <a:ea typeface="+mn-lt"/>
                <a:cs typeface="+mn-lt"/>
              </a:rPr>
              <a:t>test cases.</a:t>
            </a:r>
            <a:endParaRPr lang="en-US" dirty="0">
              <a:ea typeface="+mn-lt"/>
              <a:cs typeface="+mn-lt"/>
            </a:endParaRPr>
          </a:p>
          <a:p>
            <a:pPr marL="0" indent="0">
              <a:buNone/>
            </a:pPr>
            <a:endParaRPr lang="en-US" altLang="zh-CN" sz="2000" dirty="0">
              <a:cs typeface="Times New Roman"/>
            </a:endParaRPr>
          </a:p>
          <a:p>
            <a:pPr marL="0" indent="0">
              <a:buNone/>
            </a:pPr>
            <a:endParaRPr lang="en-US" altLang="zh-CN" sz="2000" dirty="0">
              <a:cs typeface="Times New Roman"/>
            </a:endParaRPr>
          </a:p>
        </p:txBody>
      </p:sp>
    </p:spTree>
    <p:extLst>
      <p:ext uri="{BB962C8B-B14F-4D97-AF65-F5344CB8AC3E}">
        <p14:creationId xmlns:p14="http://schemas.microsoft.com/office/powerpoint/2010/main" val="282149239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3BFA9-5689-43E3-7BF8-DDBA01768CD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9DE5A0-BB5F-9C55-E7ED-C2BFDD145D92}"/>
              </a:ext>
            </a:extLst>
          </p:cNvPr>
          <p:cNvSpPr>
            <a:spLocks noGrp="1"/>
          </p:cNvSpPr>
          <p:nvPr>
            <p:ph type="title"/>
          </p:nvPr>
        </p:nvSpPr>
        <p:spPr/>
        <p:txBody>
          <a:bodyPr/>
          <a:lstStyle/>
          <a:p>
            <a:r>
              <a:rPr lang="en-US" altLang="zh-CN" dirty="0">
                <a:ea typeface="+mj-lt"/>
                <a:cs typeface="Times New Roman"/>
              </a:rPr>
              <a:t>Q5.b Metamorphic Relation: Answers</a:t>
            </a:r>
            <a:endParaRPr lang="zh-CN" b="0" dirty="0">
              <a:solidFill>
                <a:srgbClr val="000000"/>
              </a:solidFill>
              <a:cs typeface="Times New Roman"/>
            </a:endParaRPr>
          </a:p>
        </p:txBody>
      </p:sp>
      <p:sp>
        <p:nvSpPr>
          <p:cNvPr id="4" name="灯片编号占位符 3">
            <a:extLst>
              <a:ext uri="{FF2B5EF4-FFF2-40B4-BE49-F238E27FC236}">
                <a16:creationId xmlns:a16="http://schemas.microsoft.com/office/drawing/2014/main" id="{629F619D-31F5-994D-AE24-D71300BF3911}"/>
              </a:ext>
            </a:extLst>
          </p:cNvPr>
          <p:cNvSpPr>
            <a:spLocks noGrp="1"/>
          </p:cNvSpPr>
          <p:nvPr>
            <p:ph type="sldNum" sz="quarter" idx="12"/>
          </p:nvPr>
        </p:nvSpPr>
        <p:spPr/>
        <p:txBody>
          <a:bodyPr/>
          <a:lstStyle/>
          <a:p>
            <a:pPr>
              <a:defRPr/>
            </a:pPr>
            <a:fld id="{5792DDC3-EFA3-4647-8A6E-E8039DA1A91A}" type="slidenum">
              <a:rPr lang="en-US" smtClean="0"/>
              <a:pPr>
                <a:defRPr/>
              </a:pPr>
              <a:t>19</a:t>
            </a:fld>
            <a:endParaRPr lang="en-US"/>
          </a:p>
        </p:txBody>
      </p:sp>
      <p:sp>
        <p:nvSpPr>
          <p:cNvPr id="5" name="表格占位符 4">
            <a:extLst>
              <a:ext uri="{FF2B5EF4-FFF2-40B4-BE49-F238E27FC236}">
                <a16:creationId xmlns:a16="http://schemas.microsoft.com/office/drawing/2014/main" id="{754FFEFE-2692-D739-22DF-3CCB422AB3B7}"/>
              </a:ext>
            </a:extLst>
          </p:cNvPr>
          <p:cNvSpPr>
            <a:spLocks noGrp="1"/>
          </p:cNvSpPr>
          <p:nvPr>
            <p:ph type="tbl" idx="1"/>
          </p:nvPr>
        </p:nvSpPr>
        <p:spPr>
          <a:xfrm>
            <a:off x="437129" y="1682858"/>
            <a:ext cx="11124858" cy="4953000"/>
          </a:xfrm>
        </p:spPr>
        <p:txBody>
          <a:bodyPr/>
          <a:lstStyle/>
          <a:p>
            <a:pPr marL="0" indent="0">
              <a:buNone/>
            </a:pPr>
            <a:endParaRPr lang="en-US" sz="2000" dirty="0">
              <a:ea typeface="+mn-lt"/>
              <a:cs typeface="+mn-lt"/>
            </a:endParaRPr>
          </a:p>
          <a:p>
            <a:pPr marL="398145" indent="-398145"/>
            <a:r>
              <a:rPr lang="en-US" sz="2000" dirty="0">
                <a:ea typeface="+mn-lt"/>
                <a:cs typeface="+mn-lt"/>
              </a:rPr>
              <a:t>If </a:t>
            </a:r>
            <a:r>
              <a:rPr lang="en-US" altLang="zh-CN" sz="2000" dirty="0">
                <a:ea typeface="+mn-lt"/>
                <a:cs typeface="+mn-lt"/>
              </a:rPr>
              <a:t>using</a:t>
            </a:r>
            <a:r>
              <a:rPr lang="en-US" sz="2000" dirty="0">
                <a:ea typeface="+mn-lt"/>
                <a:cs typeface="+mn-lt"/>
              </a:rPr>
              <a:t> </a:t>
            </a:r>
            <a:r>
              <a:rPr lang="en-US" altLang="zh-CN" sz="2000" dirty="0">
                <a:ea typeface="+mn-lt"/>
                <a:cs typeface="+mn-lt"/>
              </a:rPr>
              <a:t>MR2</a:t>
            </a:r>
            <a:r>
              <a:rPr lang="en-US" sz="2000" dirty="0">
                <a:ea typeface="+mn-lt"/>
                <a:cs typeface="+mn-lt"/>
              </a:rPr>
              <a:t> to</a:t>
            </a:r>
            <a:r>
              <a:rPr lang="en-US" altLang="zh-CN" sz="2000" dirty="0">
                <a:ea typeface="+mn-lt"/>
                <a:cs typeface="+mn-lt"/>
              </a:rPr>
              <a:t> </a:t>
            </a:r>
            <a:r>
              <a:rPr lang="en-US" sz="2000" dirty="0">
                <a:ea typeface="+mn-lt"/>
                <a:cs typeface="+mn-lt"/>
              </a:rPr>
              <a:t>test </a:t>
            </a:r>
            <a:r>
              <a:rPr lang="en-US" altLang="zh-CN" sz="2000" dirty="0">
                <a:ea typeface="+mn-lt"/>
                <a:cs typeface="+mn-lt"/>
              </a:rPr>
              <a:t>P</a:t>
            </a:r>
            <a:r>
              <a:rPr lang="en-US" sz="2000" dirty="0">
                <a:ea typeface="+mn-lt"/>
                <a:cs typeface="+mn-lt"/>
              </a:rPr>
              <a:t>,</a:t>
            </a:r>
            <a:r>
              <a:rPr lang="en-US" altLang="zh-CN" sz="2000" dirty="0">
                <a:ea typeface="+mn-lt"/>
                <a:cs typeface="+mn-lt"/>
              </a:rPr>
              <a:t> </a:t>
            </a:r>
            <a:r>
              <a:rPr lang="en-US" sz="2000" dirty="0">
                <a:ea typeface="+mn-lt"/>
                <a:cs typeface="+mn-lt"/>
              </a:rPr>
              <a:t>MR2 will report a</a:t>
            </a:r>
            <a:r>
              <a:rPr lang="en-US" altLang="zh-CN" sz="2000" dirty="0">
                <a:ea typeface="+mn-lt"/>
                <a:cs typeface="+mn-lt"/>
              </a:rPr>
              <a:t> </a:t>
            </a:r>
            <a:r>
              <a:rPr lang="en-US" sz="2000" dirty="0">
                <a:ea typeface="+mn-lt"/>
                <a:cs typeface="+mn-lt"/>
              </a:rPr>
              <a:t>lot</a:t>
            </a:r>
            <a:r>
              <a:rPr lang="en-US" altLang="zh-CN" sz="2000" dirty="0">
                <a:ea typeface="+mn-lt"/>
                <a:cs typeface="+mn-lt"/>
              </a:rPr>
              <a:t> of</a:t>
            </a:r>
            <a:r>
              <a:rPr lang="en-US" sz="2000" dirty="0">
                <a:ea typeface="+mn-lt"/>
                <a:cs typeface="+mn-lt"/>
              </a:rPr>
              <a:t> </a:t>
            </a:r>
            <a:r>
              <a:rPr lang="en-US" sz="2000" dirty="0">
                <a:solidFill>
                  <a:srgbClr val="FF0000"/>
                </a:solidFill>
                <a:ea typeface="+mn-lt"/>
                <a:cs typeface="+mn-lt"/>
              </a:rPr>
              <a:t>false</a:t>
            </a:r>
            <a:r>
              <a:rPr lang="en-US" altLang="zh-CN" sz="2000" dirty="0">
                <a:solidFill>
                  <a:srgbClr val="FF0000"/>
                </a:solidFill>
                <a:ea typeface="+mn-lt"/>
                <a:cs typeface="+mn-lt"/>
              </a:rPr>
              <a:t> positive</a:t>
            </a:r>
            <a:r>
              <a:rPr lang="en-US" sz="2000" dirty="0">
                <a:ea typeface="+mn-lt"/>
                <a:cs typeface="+mn-lt"/>
              </a:rPr>
              <a:t> pairs of</a:t>
            </a:r>
            <a:r>
              <a:rPr lang="en-US" altLang="zh-CN" sz="2000" dirty="0">
                <a:ea typeface="+mn-lt"/>
                <a:cs typeface="+mn-lt"/>
              </a:rPr>
              <a:t> </a:t>
            </a:r>
            <a:r>
              <a:rPr lang="en-US" sz="2000" dirty="0">
                <a:ea typeface="+mn-lt"/>
                <a:cs typeface="+mn-lt"/>
              </a:rPr>
              <a:t>test cases.</a:t>
            </a:r>
            <a:endParaRPr lang="en-US" dirty="0">
              <a:ea typeface="+mn-lt"/>
              <a:cs typeface="+mn-lt"/>
            </a:endParaRPr>
          </a:p>
          <a:p>
            <a:pPr marL="0" indent="0">
              <a:buNone/>
            </a:pPr>
            <a:endParaRPr lang="en-US" altLang="zh-CN" sz="2000" dirty="0">
              <a:cs typeface="Times New Roman"/>
            </a:endParaRPr>
          </a:p>
          <a:p>
            <a:pPr marL="0" indent="0">
              <a:buNone/>
            </a:pPr>
            <a:endParaRPr lang="en-US" altLang="zh-CN" sz="2000" dirty="0">
              <a:cs typeface="Times New Roman"/>
            </a:endParaRPr>
          </a:p>
        </p:txBody>
      </p:sp>
      <p:sp>
        <p:nvSpPr>
          <p:cNvPr id="6" name="TextBox 5">
            <a:extLst>
              <a:ext uri="{FF2B5EF4-FFF2-40B4-BE49-F238E27FC236}">
                <a16:creationId xmlns:a16="http://schemas.microsoft.com/office/drawing/2014/main" id="{DD98900E-96C1-29A3-324E-84FE5349CF9E}"/>
              </a:ext>
            </a:extLst>
          </p:cNvPr>
          <p:cNvSpPr txBox="1"/>
          <p:nvPr/>
        </p:nvSpPr>
        <p:spPr>
          <a:xfrm>
            <a:off x="729710" y="2796153"/>
            <a:ext cx="255722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Empty string</a:t>
            </a:r>
          </a:p>
          <a:p>
            <a:pPr marL="228600" indent="-228600">
              <a:buFont typeface=""/>
              <a:buChar char="•"/>
            </a:pPr>
            <a:r>
              <a:rPr lang="en-US" b="1" dirty="0"/>
              <a:t>x</a:t>
            </a:r>
            <a:r>
              <a:rPr lang="en-US" dirty="0"/>
              <a:t> = " " (single space)</a:t>
            </a:r>
            <a:endParaRPr lang="en-US" dirty="0">
              <a:cs typeface="Times New Roman"/>
            </a:endParaRPr>
          </a:p>
          <a:p>
            <a:pPr marL="228600" lvl="1" indent="-228600">
              <a:buFont typeface=""/>
              <a:buChar char="•"/>
            </a:pPr>
            <a:r>
              <a:rPr lang="en-US" dirty="0"/>
              <a:t>UV(x) = 0, LC(x) = 0</a:t>
            </a:r>
            <a:endParaRPr lang="en-US" dirty="0">
              <a:cs typeface="Times New Roman"/>
            </a:endParaRPr>
          </a:p>
          <a:p>
            <a:pPr marL="228600" indent="-228600">
              <a:buFont typeface=""/>
              <a:buChar char="•"/>
            </a:pPr>
            <a:r>
              <a:rPr lang="en-US" b="1" dirty="0"/>
              <a:t>y</a:t>
            </a:r>
            <a:r>
              <a:rPr lang="en-US" dirty="0"/>
              <a:t> = " " </a:t>
            </a:r>
          </a:p>
          <a:p>
            <a:pPr marL="228600" indent="-228600">
              <a:buFont typeface=""/>
              <a:buChar char="•"/>
            </a:pPr>
            <a:r>
              <a:rPr lang="en-US" dirty="0"/>
              <a:t>UV(y) = 0, LC(y) = 0</a:t>
            </a:r>
          </a:p>
          <a:p>
            <a:pPr algn="ctr"/>
            <a:endParaRPr lang="en-US"/>
          </a:p>
        </p:txBody>
      </p:sp>
      <p:sp>
        <p:nvSpPr>
          <p:cNvPr id="8" name="TextBox 7">
            <a:extLst>
              <a:ext uri="{FF2B5EF4-FFF2-40B4-BE49-F238E27FC236}">
                <a16:creationId xmlns:a16="http://schemas.microsoft.com/office/drawing/2014/main" id="{11D49476-E49A-7839-B049-DF061445AC1D}"/>
              </a:ext>
            </a:extLst>
          </p:cNvPr>
          <p:cNvSpPr txBox="1"/>
          <p:nvPr/>
        </p:nvSpPr>
        <p:spPr>
          <a:xfrm>
            <a:off x="3803542" y="2796152"/>
            <a:ext cx="271220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No letters</a:t>
            </a:r>
          </a:p>
          <a:p>
            <a:pPr marL="228600" indent="-228600">
              <a:buFont typeface=""/>
              <a:buChar char="•"/>
            </a:pPr>
            <a:r>
              <a:rPr lang="en-US" b="1" dirty="0"/>
              <a:t>x</a:t>
            </a:r>
            <a:r>
              <a:rPr lang="en-US" dirty="0"/>
              <a:t> = "12345!?/"</a:t>
            </a:r>
            <a:endParaRPr lang="en-US" dirty="0">
              <a:cs typeface="Times New Roman"/>
            </a:endParaRPr>
          </a:p>
          <a:p>
            <a:pPr marL="228600" lvl="1" indent="-228600">
              <a:buFont typeface=""/>
              <a:buChar char="•"/>
            </a:pPr>
            <a:r>
              <a:rPr lang="en-US" dirty="0"/>
              <a:t>UV(x) = 0, LC(x) = 0</a:t>
            </a:r>
            <a:endParaRPr lang="en-US" dirty="0">
              <a:cs typeface="Times New Roman"/>
            </a:endParaRPr>
          </a:p>
          <a:p>
            <a:pPr marL="228600" indent="-228600">
              <a:buFont typeface=""/>
              <a:buChar char="•"/>
            </a:pPr>
            <a:r>
              <a:rPr lang="en-US" b="1" dirty="0"/>
              <a:t>y</a:t>
            </a:r>
            <a:r>
              <a:rPr lang="en-US" dirty="0"/>
              <a:t> = "/!?54321" </a:t>
            </a:r>
            <a:endParaRPr lang="en-US">
              <a:cs typeface="Times New Roman"/>
            </a:endParaRPr>
          </a:p>
          <a:p>
            <a:pPr marL="228600" indent="-228600">
              <a:buFont typeface=""/>
              <a:buChar char="•"/>
            </a:pPr>
            <a:r>
              <a:rPr lang="en-US" dirty="0"/>
              <a:t>UV(y) = 0, LC(y) = 0</a:t>
            </a:r>
            <a:endParaRPr lang="en-US" dirty="0">
              <a:cs typeface="Times New Roman"/>
            </a:endParaRPr>
          </a:p>
          <a:p>
            <a:endParaRPr lang="en-US" dirty="0">
              <a:cs typeface="Times New Roman"/>
            </a:endParaRPr>
          </a:p>
          <a:p>
            <a:pPr algn="ctr"/>
            <a:endParaRPr lang="en-US"/>
          </a:p>
        </p:txBody>
      </p:sp>
      <p:sp>
        <p:nvSpPr>
          <p:cNvPr id="10" name="TextBox 9">
            <a:extLst>
              <a:ext uri="{FF2B5EF4-FFF2-40B4-BE49-F238E27FC236}">
                <a16:creationId xmlns:a16="http://schemas.microsoft.com/office/drawing/2014/main" id="{E67ACA1D-487E-3446-ECEF-F4CCAF0C4DDF}"/>
              </a:ext>
            </a:extLst>
          </p:cNvPr>
          <p:cNvSpPr txBox="1"/>
          <p:nvPr/>
        </p:nvSpPr>
        <p:spPr>
          <a:xfrm>
            <a:off x="6703016" y="2757408"/>
            <a:ext cx="269928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Special case</a:t>
            </a:r>
          </a:p>
          <a:p>
            <a:pPr marL="228600" indent="-228600">
              <a:buFont typeface=""/>
              <a:buChar char="•"/>
            </a:pPr>
            <a:r>
              <a:rPr lang="en-US" b="1" dirty="0"/>
              <a:t>x</a:t>
            </a:r>
            <a:r>
              <a:rPr lang="en-US" dirty="0"/>
              <a:t> = "</a:t>
            </a:r>
            <a:r>
              <a:rPr lang="en-US" dirty="0" err="1"/>
              <a:t>AaBbCc</a:t>
            </a:r>
            <a:r>
              <a:rPr lang="en-US" dirty="0"/>
              <a:t>"</a:t>
            </a:r>
            <a:endParaRPr lang="en-US" dirty="0">
              <a:cs typeface="Times New Roman"/>
            </a:endParaRPr>
          </a:p>
          <a:p>
            <a:pPr marL="228600" lvl="1" indent="-228600">
              <a:buFont typeface=""/>
              <a:buChar char="•"/>
            </a:pPr>
            <a:r>
              <a:rPr lang="en-US" dirty="0"/>
              <a:t>UV(x) = 1, LC(x) = 2</a:t>
            </a:r>
            <a:endParaRPr lang="en-US" dirty="0">
              <a:cs typeface="Times New Roman"/>
            </a:endParaRPr>
          </a:p>
          <a:p>
            <a:pPr marL="228600" indent="-228600">
              <a:buFont typeface=""/>
              <a:buChar char="•"/>
            </a:pPr>
            <a:r>
              <a:rPr lang="en-US" b="1" dirty="0"/>
              <a:t>y</a:t>
            </a:r>
            <a:r>
              <a:rPr lang="en-US" dirty="0"/>
              <a:t> = "</a:t>
            </a:r>
            <a:r>
              <a:rPr lang="en-US" dirty="0" err="1"/>
              <a:t>CcBcAa</a:t>
            </a:r>
            <a:r>
              <a:rPr lang="en-US" dirty="0"/>
              <a:t>"</a:t>
            </a:r>
            <a:endParaRPr lang="en-US" dirty="0">
              <a:cs typeface="Times New Roman"/>
            </a:endParaRPr>
          </a:p>
          <a:p>
            <a:pPr marL="228600" indent="-228600">
              <a:buFont typeface=""/>
              <a:buChar char="•"/>
            </a:pPr>
            <a:r>
              <a:rPr lang="en-US" dirty="0"/>
              <a:t>UV(y) = 1, LC(y) = 2</a:t>
            </a:r>
            <a:endParaRPr lang="en-US" dirty="0">
              <a:cs typeface="Times New Roman"/>
            </a:endParaRPr>
          </a:p>
          <a:p>
            <a:pPr algn="ctr"/>
            <a:endParaRPr lang="en-US"/>
          </a:p>
        </p:txBody>
      </p:sp>
      <p:sp>
        <p:nvSpPr>
          <p:cNvPr id="11" name="TextBox 10">
            <a:extLst>
              <a:ext uri="{FF2B5EF4-FFF2-40B4-BE49-F238E27FC236}">
                <a16:creationId xmlns:a16="http://schemas.microsoft.com/office/drawing/2014/main" id="{A4389DCC-CDD0-8D1B-EB45-304A88951174}"/>
              </a:ext>
            </a:extLst>
          </p:cNvPr>
          <p:cNvSpPr txBox="1"/>
          <p:nvPr/>
        </p:nvSpPr>
        <p:spPr>
          <a:xfrm>
            <a:off x="9402306" y="2757407"/>
            <a:ext cx="247972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 Only lowercase vowels</a:t>
            </a:r>
          </a:p>
          <a:p>
            <a:pPr marL="228600" indent="-228600">
              <a:buFont typeface=""/>
              <a:buChar char="•"/>
            </a:pPr>
            <a:r>
              <a:rPr lang="en-US" b="1" dirty="0"/>
              <a:t>x</a:t>
            </a:r>
            <a:r>
              <a:rPr lang="en-US" dirty="0"/>
              <a:t> = "</a:t>
            </a:r>
            <a:r>
              <a:rPr lang="en-US" dirty="0" err="1"/>
              <a:t>aeiou</a:t>
            </a:r>
            <a:r>
              <a:rPr lang="en-US" dirty="0"/>
              <a:t>"</a:t>
            </a:r>
            <a:endParaRPr lang="en-US" dirty="0">
              <a:cs typeface="Times New Roman"/>
            </a:endParaRPr>
          </a:p>
          <a:p>
            <a:pPr marL="228600" lvl="1" indent="-228600">
              <a:buFont typeface=""/>
              <a:buChar char="•"/>
            </a:pPr>
            <a:r>
              <a:rPr lang="en-US" dirty="0"/>
              <a:t>UV(x) = 0, LC(x) = 0</a:t>
            </a:r>
            <a:endParaRPr lang="en-US" dirty="0">
              <a:cs typeface="Times New Roman"/>
            </a:endParaRPr>
          </a:p>
          <a:p>
            <a:pPr marL="228600" indent="-228600">
              <a:buFont typeface=""/>
              <a:buChar char="•"/>
            </a:pPr>
            <a:r>
              <a:rPr lang="en-US" b="1" dirty="0"/>
              <a:t>y</a:t>
            </a:r>
            <a:r>
              <a:rPr lang="en-US" dirty="0"/>
              <a:t> = "UOIEA" </a:t>
            </a:r>
          </a:p>
          <a:p>
            <a:pPr marL="228600" indent="-228600">
              <a:buFont typeface=""/>
              <a:buChar char="•"/>
            </a:pPr>
            <a:r>
              <a:rPr lang="en-US" dirty="0"/>
              <a:t>UV(y) = 5, LC(y) = 0</a:t>
            </a:r>
            <a:endParaRPr lang="en-US" dirty="0">
              <a:cs typeface="Times New Roman"/>
            </a:endParaRPr>
          </a:p>
          <a:p>
            <a:pPr algn="ctr"/>
            <a:endParaRPr lang="en-US"/>
          </a:p>
        </p:txBody>
      </p:sp>
      <p:sp>
        <p:nvSpPr>
          <p:cNvPr id="12" name="TextBox 11">
            <a:extLst>
              <a:ext uri="{FF2B5EF4-FFF2-40B4-BE49-F238E27FC236}">
                <a16:creationId xmlns:a16="http://schemas.microsoft.com/office/drawing/2014/main" id="{2F95BC29-9098-430D-124B-2B020F85DE0D}"/>
              </a:ext>
            </a:extLst>
          </p:cNvPr>
          <p:cNvSpPr txBox="1"/>
          <p:nvPr/>
        </p:nvSpPr>
        <p:spPr>
          <a:xfrm>
            <a:off x="632847" y="4643034"/>
            <a:ext cx="308674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Only uppercase consonants</a:t>
            </a:r>
          </a:p>
          <a:p>
            <a:pPr marL="228600" indent="-228600">
              <a:buFont typeface=""/>
              <a:buChar char="•"/>
            </a:pPr>
            <a:r>
              <a:rPr lang="en-US" b="1" dirty="0"/>
              <a:t>x</a:t>
            </a:r>
            <a:r>
              <a:rPr lang="en-US" dirty="0"/>
              <a:t> = "BCDFG"</a:t>
            </a:r>
            <a:endParaRPr lang="en-US" dirty="0">
              <a:cs typeface="Times New Roman"/>
            </a:endParaRPr>
          </a:p>
          <a:p>
            <a:pPr marL="228600" lvl="1" indent="-228600">
              <a:buFont typeface=""/>
              <a:buChar char="•"/>
            </a:pPr>
            <a:r>
              <a:rPr lang="en-US" dirty="0"/>
              <a:t>UV(x) = 0, LC(x) = 0</a:t>
            </a:r>
            <a:endParaRPr lang="en-US" dirty="0">
              <a:cs typeface="Times New Roman"/>
            </a:endParaRPr>
          </a:p>
          <a:p>
            <a:pPr marL="228600" indent="-228600">
              <a:buFont typeface=""/>
              <a:buChar char="•"/>
            </a:pPr>
            <a:r>
              <a:rPr lang="en-US" b="1" dirty="0"/>
              <a:t>y</a:t>
            </a:r>
            <a:r>
              <a:rPr lang="en-US" dirty="0"/>
              <a:t> = "</a:t>
            </a:r>
            <a:r>
              <a:rPr lang="en-US" dirty="0" err="1"/>
              <a:t>gfdcb</a:t>
            </a:r>
            <a:r>
              <a:rPr lang="en-US" dirty="0"/>
              <a:t>"</a:t>
            </a:r>
            <a:endParaRPr lang="en-US" dirty="0">
              <a:cs typeface="Times New Roman"/>
            </a:endParaRPr>
          </a:p>
          <a:p>
            <a:pPr marL="228600" indent="-228600">
              <a:buFont typeface=""/>
              <a:buChar char="•"/>
            </a:pPr>
            <a:r>
              <a:rPr lang="en-US" dirty="0"/>
              <a:t>UV(y) = 0, LC(y) = 5</a:t>
            </a:r>
            <a:endParaRPr lang="en-US" dirty="0">
              <a:cs typeface="Times New Roman"/>
            </a:endParaRPr>
          </a:p>
          <a:p>
            <a:pPr algn="ctr"/>
            <a:endParaRPr lang="en-US"/>
          </a:p>
        </p:txBody>
      </p:sp>
      <p:sp>
        <p:nvSpPr>
          <p:cNvPr id="13" name="TextBox 12">
            <a:extLst>
              <a:ext uri="{FF2B5EF4-FFF2-40B4-BE49-F238E27FC236}">
                <a16:creationId xmlns:a16="http://schemas.microsoft.com/office/drawing/2014/main" id="{F1189221-FB5F-9DB6-EA3C-631F51709B8E}"/>
              </a:ext>
            </a:extLst>
          </p:cNvPr>
          <p:cNvSpPr txBox="1"/>
          <p:nvPr/>
        </p:nvSpPr>
        <p:spPr>
          <a:xfrm>
            <a:off x="3803542" y="4707610"/>
            <a:ext cx="825284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t>In these cases, the program is working as expected, but MR2 will incorrectly flag them as failures because it assumes the counts should always be different after performing the case swap and reversal operation. This is why MR2 is </a:t>
            </a:r>
            <a:r>
              <a:rPr lang="en-US" b="1"/>
              <a:t>not a valid metamorphic relation</a:t>
            </a:r>
            <a:r>
              <a:rPr lang="en-US"/>
              <a:t>—it doesn’t reflect an inherent property of correct behavior.</a:t>
            </a:r>
          </a:p>
          <a:p>
            <a:pPr algn="ctr"/>
            <a:endParaRPr lang="en-US"/>
          </a:p>
        </p:txBody>
      </p:sp>
    </p:spTree>
    <p:extLst>
      <p:ext uri="{BB962C8B-B14F-4D97-AF65-F5344CB8AC3E}">
        <p14:creationId xmlns:p14="http://schemas.microsoft.com/office/powerpoint/2010/main" val="316304751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D815C-A3CE-3C85-47FE-701FEDECF8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A792260-36B8-8E12-3F7A-36566DDDEDF6}"/>
              </a:ext>
            </a:extLst>
          </p:cNvPr>
          <p:cNvSpPr>
            <a:spLocks noGrp="1"/>
          </p:cNvSpPr>
          <p:nvPr>
            <p:ph type="title"/>
          </p:nvPr>
        </p:nvSpPr>
        <p:spPr>
          <a:xfrm>
            <a:off x="-73023" y="227954"/>
            <a:ext cx="11557519" cy="1104900"/>
          </a:xfrm>
        </p:spPr>
        <p:txBody>
          <a:bodyPr/>
          <a:lstStyle/>
          <a:p>
            <a:r>
              <a:rPr lang="en-US" altLang="zh-CN" dirty="0">
                <a:ea typeface="+mj-lt"/>
                <a:cs typeface="Times New Roman"/>
              </a:rPr>
              <a:t>Q5.b  Metamorphic Relation: </a:t>
            </a:r>
            <a:r>
              <a:rPr lang="en-US" dirty="0">
                <a:ea typeface="+mj-lt"/>
                <a:cs typeface="+mj-lt"/>
              </a:rPr>
              <a:t>Marking scheme</a:t>
            </a:r>
            <a:endParaRPr lang="zh-CN" dirty="0">
              <a:solidFill>
                <a:srgbClr val="000000"/>
              </a:solidFill>
              <a:cs typeface="Times New Roman"/>
            </a:endParaRPr>
          </a:p>
        </p:txBody>
      </p:sp>
      <p:sp>
        <p:nvSpPr>
          <p:cNvPr id="4" name="灯片编号占位符 3">
            <a:extLst>
              <a:ext uri="{FF2B5EF4-FFF2-40B4-BE49-F238E27FC236}">
                <a16:creationId xmlns:a16="http://schemas.microsoft.com/office/drawing/2014/main" id="{EA48FFE6-C60B-3A15-784A-1A5B8459AA85}"/>
              </a:ext>
            </a:extLst>
          </p:cNvPr>
          <p:cNvSpPr>
            <a:spLocks noGrp="1"/>
          </p:cNvSpPr>
          <p:nvPr>
            <p:ph type="sldNum" sz="quarter" idx="12"/>
          </p:nvPr>
        </p:nvSpPr>
        <p:spPr/>
        <p:txBody>
          <a:bodyPr/>
          <a:lstStyle/>
          <a:p>
            <a:pPr>
              <a:defRPr/>
            </a:pPr>
            <a:fld id="{5792DDC3-EFA3-4647-8A6E-E8039DA1A91A}" type="slidenum">
              <a:rPr lang="en-US" smtClean="0"/>
              <a:pPr>
                <a:defRPr/>
              </a:pPr>
              <a:t>20</a:t>
            </a:fld>
            <a:endParaRPr lang="en-US"/>
          </a:p>
        </p:txBody>
      </p:sp>
      <p:sp>
        <p:nvSpPr>
          <p:cNvPr id="5" name="表格占位符 4">
            <a:extLst>
              <a:ext uri="{FF2B5EF4-FFF2-40B4-BE49-F238E27FC236}">
                <a16:creationId xmlns:a16="http://schemas.microsoft.com/office/drawing/2014/main" id="{43B87563-E208-1C8B-5D32-6C32D7F1086E}"/>
              </a:ext>
            </a:extLst>
          </p:cNvPr>
          <p:cNvSpPr>
            <a:spLocks noGrp="1"/>
          </p:cNvSpPr>
          <p:nvPr>
            <p:ph type="tbl" idx="1"/>
          </p:nvPr>
        </p:nvSpPr>
        <p:spPr/>
        <p:txBody>
          <a:bodyPr/>
          <a:lstStyle/>
          <a:p>
            <a:pPr marL="398145" indent="-398145"/>
            <a:r>
              <a:rPr lang="en-US" sz="2000" dirty="0">
                <a:ea typeface="+mn-lt"/>
                <a:cs typeface="+mn-lt"/>
              </a:rPr>
              <a:t>Show what’s wrong with MR2 if we use it as a metamorphic relation (8 marks in total):</a:t>
            </a:r>
            <a:endParaRPr lang="zh-CN" altLang="en-US" sz="2000" dirty="0">
              <a:ea typeface="+mn-lt"/>
              <a:cs typeface="+mn-lt"/>
            </a:endParaRPr>
          </a:p>
          <a:p>
            <a:pPr marL="0" indent="0">
              <a:buNone/>
            </a:pPr>
            <a:r>
              <a:rPr lang="en-US" sz="2000" dirty="0">
                <a:ea typeface="+mn-lt"/>
                <a:cs typeface="+mn-lt"/>
              </a:rPr>
              <a:t>+  Metamorphic relations should be a necessary (or expected) property of the expected and correct behavior of a program.  (4 marks)</a:t>
            </a:r>
            <a:endParaRPr lang="zh-CN" dirty="0">
              <a:ea typeface="+mn-lt"/>
              <a:cs typeface="+mn-lt"/>
            </a:endParaRPr>
          </a:p>
          <a:p>
            <a:pPr marL="0" indent="0">
              <a:buNone/>
            </a:pPr>
            <a:r>
              <a:rPr lang="en-US" sz="2000" dirty="0">
                <a:ea typeface="+mn-lt"/>
                <a:cs typeface="+mn-lt"/>
              </a:rPr>
              <a:t>+ MR2 has no logical relation. (4 marks)</a:t>
            </a:r>
            <a:endParaRPr lang="en-US" dirty="0">
              <a:ea typeface="+mn-lt"/>
              <a:cs typeface="+mn-lt"/>
            </a:endParaRPr>
          </a:p>
          <a:p>
            <a:pPr marL="398145" indent="-398145"/>
            <a:r>
              <a:rPr lang="en-US" sz="2000" dirty="0">
                <a:ea typeface="+mn-lt"/>
                <a:cs typeface="+mn-lt"/>
              </a:rPr>
              <a:t>Show the consequence if we use it to test P :  </a:t>
            </a:r>
            <a:endParaRPr lang="en-US" dirty="0"/>
          </a:p>
          <a:p>
            <a:pPr marL="0" indent="0">
              <a:buNone/>
            </a:pPr>
            <a:r>
              <a:rPr lang="en-US" sz="2000" dirty="0">
                <a:ea typeface="+mn-lt"/>
                <a:cs typeface="+mn-lt"/>
              </a:rPr>
              <a:t>+ a lot of false positive pairs of test cases.   (6 marks)</a:t>
            </a:r>
            <a:endParaRPr lang="en-US" dirty="0">
              <a:ea typeface="+mn-lt"/>
              <a:cs typeface="+mn-lt"/>
            </a:endParaRPr>
          </a:p>
          <a:p>
            <a:pPr marL="0" indent="0">
              <a:buNone/>
            </a:pPr>
            <a:endParaRPr lang="en-US" altLang="zh-CN" sz="2000" dirty="0">
              <a:cs typeface="Times New Roman"/>
            </a:endParaRPr>
          </a:p>
        </p:txBody>
      </p:sp>
    </p:spTree>
    <p:extLst>
      <p:ext uri="{BB962C8B-B14F-4D97-AF65-F5344CB8AC3E}">
        <p14:creationId xmlns:p14="http://schemas.microsoft.com/office/powerpoint/2010/main" val="313416291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6BB6-396F-7733-C1CD-735C60A8464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EFE11A0-6096-3238-ED41-32CB0920B09E}"/>
              </a:ext>
            </a:extLst>
          </p:cNvPr>
          <p:cNvSpPr>
            <a:spLocks noGrp="1"/>
          </p:cNvSpPr>
          <p:nvPr>
            <p:ph type="title"/>
          </p:nvPr>
        </p:nvSpPr>
        <p:spPr/>
        <p:txBody>
          <a:bodyPr/>
          <a:lstStyle/>
          <a:p>
            <a:r>
              <a:rPr lang="en-US" altLang="zh-CN"/>
              <a:t>Q6. Fuzzing by AFL: Question</a:t>
            </a:r>
            <a:endParaRPr lang="zh-CN" altLang="zh-CN"/>
          </a:p>
        </p:txBody>
      </p:sp>
      <p:sp>
        <p:nvSpPr>
          <p:cNvPr id="4" name="灯片编号占位符 3">
            <a:extLst>
              <a:ext uri="{FF2B5EF4-FFF2-40B4-BE49-F238E27FC236}">
                <a16:creationId xmlns:a16="http://schemas.microsoft.com/office/drawing/2014/main" id="{BF739F85-17F9-D4A5-DBC0-25CAC02733C2}"/>
              </a:ext>
            </a:extLst>
          </p:cNvPr>
          <p:cNvSpPr>
            <a:spLocks noGrp="1"/>
          </p:cNvSpPr>
          <p:nvPr>
            <p:ph type="sldNum" sz="quarter" idx="12"/>
          </p:nvPr>
        </p:nvSpPr>
        <p:spPr/>
        <p:txBody>
          <a:bodyPr/>
          <a:lstStyle/>
          <a:p>
            <a:pPr>
              <a:defRPr/>
            </a:pPr>
            <a:fld id="{5792DDC3-EFA3-4647-8A6E-E8039DA1A91A}" type="slidenum">
              <a:rPr lang="en-US" smtClean="0"/>
              <a:pPr>
                <a:defRPr/>
              </a:pPr>
              <a:t>21</a:t>
            </a:fld>
            <a:endParaRPr lang="en-US"/>
          </a:p>
        </p:txBody>
      </p:sp>
      <p:sp>
        <p:nvSpPr>
          <p:cNvPr id="10" name="表格占位符 2">
            <a:extLst>
              <a:ext uri="{FF2B5EF4-FFF2-40B4-BE49-F238E27FC236}">
                <a16:creationId xmlns:a16="http://schemas.microsoft.com/office/drawing/2014/main" id="{F0209255-DA14-3771-C608-F50DDCE5DEAF}"/>
              </a:ext>
            </a:extLst>
          </p:cNvPr>
          <p:cNvSpPr>
            <a:spLocks noGrp="1"/>
          </p:cNvSpPr>
          <p:nvPr>
            <p:ph type="tbl" idx="1"/>
          </p:nvPr>
        </p:nvSpPr>
        <p:spPr>
          <a:xfrm>
            <a:off x="508163" y="1676400"/>
            <a:ext cx="11124858" cy="4953000"/>
          </a:xfrm>
        </p:spPr>
        <p:txBody>
          <a:bodyPr/>
          <a:lstStyle/>
          <a:p>
            <a:pPr marL="398145" indent="-398145"/>
            <a:r>
              <a:rPr lang="en-US"/>
              <a:t>You are given the same fuzzing as in the tutorial exercise on fuzzing in Week 9, where the details are recapped below. However, it has a new set of deterministic operators: </a:t>
            </a:r>
            <a:r>
              <a:rPr lang="en-US">
                <a:highlight>
                  <a:srgbClr val="FFFF00"/>
                </a:highlight>
              </a:rPr>
              <a:t>O3 and O4</a:t>
            </a:r>
            <a:r>
              <a:rPr lang="en-US"/>
              <a:t>, instead of the original O1 and O2. </a:t>
            </a:r>
            <a:endParaRPr lang="zh-CN" altLang="en-US"/>
          </a:p>
          <a:p>
            <a:pPr marL="861695" lvl="1"/>
            <a:r>
              <a:rPr lang="en-US"/>
              <a:t>Mutation O3(x) = {return (x / 2) +1}</a:t>
            </a:r>
            <a:endParaRPr lang="en-US">
              <a:cs typeface="Times New Roman"/>
            </a:endParaRPr>
          </a:p>
          <a:p>
            <a:pPr marL="861695" lvl="1"/>
            <a:r>
              <a:rPr lang="en-US">
                <a:cs typeface="Times New Roman"/>
              </a:rPr>
              <a:t>Mutation O4(x) = {return (int) (x*1.1)}</a:t>
            </a:r>
          </a:p>
          <a:p>
            <a:pPr marL="861695" lvl="1"/>
            <a:r>
              <a:rPr lang="en-US">
                <a:ea typeface="+mn-lt"/>
                <a:cs typeface="+mn-lt"/>
              </a:rPr>
              <a:t>Note that the division is an integer arithmetic operator. (e.g., Computing 13 / 2 produces 6) </a:t>
            </a:r>
            <a:endParaRPr lang="en-US" altLang="zh-CN">
              <a:cs typeface="Times New Roman"/>
            </a:endParaRPr>
          </a:p>
        </p:txBody>
      </p:sp>
    </p:spTree>
    <p:extLst>
      <p:ext uri="{BB962C8B-B14F-4D97-AF65-F5344CB8AC3E}">
        <p14:creationId xmlns:p14="http://schemas.microsoft.com/office/powerpoint/2010/main" val="80587954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199B-D5B6-39C3-09C7-DA30CD19DDB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65EC216-F46D-AD3D-9521-83C26264E353}"/>
              </a:ext>
            </a:extLst>
          </p:cNvPr>
          <p:cNvSpPr>
            <a:spLocks noGrp="1"/>
          </p:cNvSpPr>
          <p:nvPr>
            <p:ph type="title"/>
          </p:nvPr>
        </p:nvSpPr>
        <p:spPr/>
        <p:txBody>
          <a:bodyPr/>
          <a:lstStyle/>
          <a:p>
            <a:r>
              <a:rPr lang="en-US" altLang="zh-CN"/>
              <a:t>Q6. Fuzzing by AFL: </a:t>
            </a:r>
            <a:r>
              <a:rPr lang="en-US"/>
              <a:t>Marking scheme</a:t>
            </a:r>
            <a:endParaRPr lang="zh-CN" altLang="zh-CN"/>
          </a:p>
        </p:txBody>
      </p:sp>
      <p:sp>
        <p:nvSpPr>
          <p:cNvPr id="4" name="灯片编号占位符 3">
            <a:extLst>
              <a:ext uri="{FF2B5EF4-FFF2-40B4-BE49-F238E27FC236}">
                <a16:creationId xmlns:a16="http://schemas.microsoft.com/office/drawing/2014/main" id="{2E341D51-6FF7-6782-944B-4B169F2AD382}"/>
              </a:ext>
            </a:extLst>
          </p:cNvPr>
          <p:cNvSpPr>
            <a:spLocks noGrp="1"/>
          </p:cNvSpPr>
          <p:nvPr>
            <p:ph type="sldNum" sz="quarter" idx="12"/>
          </p:nvPr>
        </p:nvSpPr>
        <p:spPr/>
        <p:txBody>
          <a:bodyPr/>
          <a:lstStyle/>
          <a:p>
            <a:pPr>
              <a:defRPr/>
            </a:pPr>
            <a:fld id="{5792DDC3-EFA3-4647-8A6E-E8039DA1A91A}" type="slidenum">
              <a:rPr lang="en-US" smtClean="0"/>
              <a:pPr>
                <a:defRPr/>
              </a:pPr>
              <a:t>22</a:t>
            </a:fld>
            <a:endParaRPr lang="en-US"/>
          </a:p>
        </p:txBody>
      </p:sp>
      <p:sp>
        <p:nvSpPr>
          <p:cNvPr id="10" name="表格占位符 2">
            <a:extLst>
              <a:ext uri="{FF2B5EF4-FFF2-40B4-BE49-F238E27FC236}">
                <a16:creationId xmlns:a16="http://schemas.microsoft.com/office/drawing/2014/main" id="{BBBED000-A98F-0AA4-D9BC-902498D25BE6}"/>
              </a:ext>
            </a:extLst>
          </p:cNvPr>
          <p:cNvSpPr>
            <a:spLocks noGrp="1"/>
          </p:cNvSpPr>
          <p:nvPr>
            <p:ph type="tbl" idx="1"/>
          </p:nvPr>
        </p:nvSpPr>
        <p:spPr>
          <a:xfrm>
            <a:off x="508163" y="1676400"/>
            <a:ext cx="11124858" cy="4953000"/>
          </a:xfrm>
        </p:spPr>
        <p:txBody>
          <a:bodyPr/>
          <a:lstStyle/>
          <a:p>
            <a:pPr marL="398145" indent="-398145">
              <a:buFont typeface="Wingdings"/>
              <a:buChar char="u"/>
            </a:pPr>
            <a:r>
              <a:rPr lang="en-US">
                <a:cs typeface="Times New Roman"/>
              </a:rPr>
              <a:t>Marking Scheme:</a:t>
            </a:r>
          </a:p>
          <a:p>
            <a:pPr marL="861695" lvl="1">
              <a:buFont typeface="Wingdings"/>
              <a:buChar char="n"/>
            </a:pPr>
            <a:r>
              <a:rPr lang="en-US">
                <a:ea typeface="+mn-lt"/>
                <a:cs typeface="+mn-lt"/>
              </a:rPr>
              <a:t>Correct calculation of mutations. (4 marks)</a:t>
            </a:r>
            <a:endParaRPr lang="en-US"/>
          </a:p>
          <a:p>
            <a:pPr marL="861695" lvl="1">
              <a:buFont typeface="Wingdings"/>
              <a:buChar char="n"/>
            </a:pPr>
            <a:r>
              <a:rPr lang="en-US">
                <a:ea typeface="+mn-lt"/>
                <a:cs typeface="+mn-lt"/>
              </a:rPr>
              <a:t>Correct branch coverage. (4 marks)</a:t>
            </a:r>
            <a:endParaRPr lang="en-US"/>
          </a:p>
          <a:p>
            <a:pPr marL="861695" lvl="1">
              <a:buFont typeface="Wingdings"/>
              <a:buChar char="n"/>
            </a:pPr>
            <a:r>
              <a:rPr lang="en-US">
                <a:ea typeface="+mn-lt"/>
                <a:cs typeface="+mn-lt"/>
              </a:rPr>
              <a:t>Accurate identification of new coverage. (4 marks)</a:t>
            </a:r>
          </a:p>
          <a:p>
            <a:pPr marL="861695" lvl="1">
              <a:buFont typeface="Wingdings"/>
              <a:buChar char="n"/>
            </a:pPr>
            <a:r>
              <a:rPr lang="en-US">
                <a:ea typeface="+mn-lt"/>
                <a:cs typeface="+mn-lt"/>
              </a:rPr>
              <a:t>Correct queue evolution sequence. (4 marks) </a:t>
            </a:r>
          </a:p>
          <a:p>
            <a:pPr marL="861695" indent="-398145">
              <a:buFont typeface="Wingdings"/>
              <a:buChar char="n"/>
            </a:pPr>
            <a:r>
              <a:rPr lang="en-US" sz="2800">
                <a:ea typeface="+mn-lt"/>
                <a:cs typeface="+mn-lt"/>
              </a:rPr>
              <a:t>Clearly identifies that x=3 causes the program g(x) to crash, and that the fuzzing algorithm terminates at this point. ( 4 marks) </a:t>
            </a:r>
            <a:br>
              <a:rPr lang="en-US">
                <a:ea typeface="+mn-lt"/>
                <a:cs typeface="+mn-lt"/>
              </a:rPr>
            </a:br>
            <a:br>
              <a:rPr lang="en-US">
                <a:ea typeface="+mn-lt"/>
                <a:cs typeface="+mn-lt"/>
              </a:rPr>
            </a:br>
            <a:endParaRPr lang="en-US">
              <a:ea typeface="+mn-lt"/>
              <a:cs typeface="+mn-lt"/>
            </a:endParaRPr>
          </a:p>
          <a:p>
            <a:pPr marL="398145" indent="-398145"/>
            <a:endParaRPr lang="en-US" altLang="zh-CN">
              <a:cs typeface="Times New Roman"/>
            </a:endParaRPr>
          </a:p>
        </p:txBody>
      </p:sp>
    </p:spTree>
    <p:extLst>
      <p:ext uri="{BB962C8B-B14F-4D97-AF65-F5344CB8AC3E}">
        <p14:creationId xmlns:p14="http://schemas.microsoft.com/office/powerpoint/2010/main" val="158966685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12DE6-6B0A-F4B0-81E6-7C1DC4B021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B03A8B-7CA1-5241-C158-58715A61A321}"/>
              </a:ext>
            </a:extLst>
          </p:cNvPr>
          <p:cNvSpPr>
            <a:spLocks noGrp="1"/>
          </p:cNvSpPr>
          <p:nvPr>
            <p:ph type="title"/>
          </p:nvPr>
        </p:nvSpPr>
        <p:spPr/>
        <p:txBody>
          <a:bodyPr/>
          <a:lstStyle/>
          <a:p>
            <a:r>
              <a:rPr lang="en-US" altLang="zh-CN"/>
              <a:t>Q6. </a:t>
            </a:r>
            <a:r>
              <a:rPr lang="en-US"/>
              <a:t>AFL Concept (Super Short Version)</a:t>
            </a:r>
            <a:r>
              <a:rPr lang="en-US" altLang="zh-CN"/>
              <a:t> </a:t>
            </a:r>
            <a:endParaRPr lang="en-US"/>
          </a:p>
        </p:txBody>
      </p:sp>
      <p:sp>
        <p:nvSpPr>
          <p:cNvPr id="4" name="灯片编号占位符 3">
            <a:extLst>
              <a:ext uri="{FF2B5EF4-FFF2-40B4-BE49-F238E27FC236}">
                <a16:creationId xmlns:a16="http://schemas.microsoft.com/office/drawing/2014/main" id="{4B553504-88EB-A0F7-BF63-095E07528C4C}"/>
              </a:ext>
            </a:extLst>
          </p:cNvPr>
          <p:cNvSpPr>
            <a:spLocks noGrp="1"/>
          </p:cNvSpPr>
          <p:nvPr>
            <p:ph type="sldNum" sz="quarter" idx="12"/>
          </p:nvPr>
        </p:nvSpPr>
        <p:spPr/>
        <p:txBody>
          <a:bodyPr/>
          <a:lstStyle/>
          <a:p>
            <a:pPr>
              <a:defRPr/>
            </a:pPr>
            <a:fld id="{5792DDC3-EFA3-4647-8A6E-E8039DA1A91A}" type="slidenum">
              <a:rPr lang="en-US" smtClean="0"/>
              <a:pPr>
                <a:defRPr/>
              </a:pPr>
              <a:t>23</a:t>
            </a:fld>
            <a:endParaRPr lang="en-US"/>
          </a:p>
        </p:txBody>
      </p:sp>
      <p:sp>
        <p:nvSpPr>
          <p:cNvPr id="10" name="表格占位符 2">
            <a:extLst>
              <a:ext uri="{FF2B5EF4-FFF2-40B4-BE49-F238E27FC236}">
                <a16:creationId xmlns:a16="http://schemas.microsoft.com/office/drawing/2014/main" id="{823C4C52-3905-1066-2CEF-43B11C3E001A}"/>
              </a:ext>
            </a:extLst>
          </p:cNvPr>
          <p:cNvSpPr>
            <a:spLocks noGrp="1"/>
          </p:cNvSpPr>
          <p:nvPr>
            <p:ph type="tbl" idx="1"/>
          </p:nvPr>
        </p:nvSpPr>
        <p:spPr>
          <a:xfrm>
            <a:off x="263570" y="1676400"/>
            <a:ext cx="11124858" cy="4953000"/>
          </a:xfrm>
        </p:spPr>
        <p:txBody>
          <a:bodyPr/>
          <a:lstStyle/>
          <a:p>
            <a:pPr marL="398145" indent="-398145">
              <a:buFont typeface="Wingdings"/>
              <a:buChar char="u"/>
            </a:pPr>
            <a:r>
              <a:rPr lang="en-US">
                <a:ea typeface="+mn-lt"/>
                <a:cs typeface="+mn-lt"/>
              </a:rPr>
              <a:t>AFL maintains a </a:t>
            </a:r>
            <a:r>
              <a:rPr lang="en-US" b="1">
                <a:highlight>
                  <a:srgbClr val="FFFF00"/>
                </a:highlight>
                <a:ea typeface="+mn-lt"/>
                <a:cs typeface="+mn-lt"/>
              </a:rPr>
              <a:t>queue of inputs</a:t>
            </a:r>
            <a:r>
              <a:rPr lang="en-US">
                <a:ea typeface="+mn-lt"/>
                <a:cs typeface="+mn-lt"/>
              </a:rPr>
              <a:t>.</a:t>
            </a:r>
            <a:endParaRPr lang="zh-CN" altLang="en-US">
              <a:cs typeface="Times New Roman"/>
            </a:endParaRPr>
          </a:p>
          <a:p>
            <a:pPr marL="398145" indent="-398145">
              <a:buFont typeface="Wingdings"/>
              <a:buChar char="u"/>
            </a:pPr>
            <a:r>
              <a:rPr lang="en-US">
                <a:ea typeface="+mn-lt"/>
                <a:cs typeface="+mn-lt"/>
              </a:rPr>
              <a:t>For each input x:</a:t>
            </a:r>
          </a:p>
          <a:p>
            <a:pPr marL="398145" indent="398145">
              <a:spcBef>
                <a:spcPts val="1400"/>
              </a:spcBef>
              <a:spcAft>
                <a:spcPts val="0"/>
              </a:spcAft>
              <a:buFont typeface="Wingdings"/>
              <a:buChar char="u"/>
            </a:pPr>
            <a:r>
              <a:rPr lang="en-US">
                <a:ea typeface="+mn-lt"/>
                <a:cs typeface="+mn-lt"/>
              </a:rPr>
              <a:t>Apply mutation O3, then O4.</a:t>
            </a:r>
            <a:endParaRPr lang="en-US">
              <a:cs typeface="Times New Roman"/>
            </a:endParaRPr>
          </a:p>
          <a:p>
            <a:pPr marL="398145" indent="398145">
              <a:spcBef>
                <a:spcPts val="1400"/>
              </a:spcBef>
              <a:spcAft>
                <a:spcPts val="0"/>
              </a:spcAft>
              <a:buFont typeface="Wingdings"/>
              <a:buChar char="u"/>
            </a:pPr>
            <a:r>
              <a:rPr lang="en-US">
                <a:ea typeface="+mn-lt"/>
                <a:cs typeface="+mn-lt"/>
              </a:rPr>
              <a:t>Run </a:t>
            </a:r>
            <a:r>
              <a:rPr lang="en-US">
                <a:latin typeface="Times New Roman"/>
                <a:ea typeface="+mn-lt"/>
                <a:cs typeface="+mn-lt"/>
              </a:rPr>
              <a:t>g(x)</a:t>
            </a:r>
            <a:r>
              <a:rPr lang="en-US">
                <a:ea typeface="+mn-lt"/>
                <a:cs typeface="+mn-lt"/>
              </a:rPr>
              <a:t> and see what branches are executed.</a:t>
            </a:r>
            <a:endParaRPr lang="en-US">
              <a:cs typeface="Times New Roman"/>
            </a:endParaRPr>
          </a:p>
          <a:p>
            <a:pPr marL="398145" indent="398145">
              <a:spcBef>
                <a:spcPts val="1400"/>
              </a:spcBef>
              <a:spcAft>
                <a:spcPts val="0"/>
              </a:spcAft>
              <a:buFont typeface="Wingdings"/>
              <a:buChar char="u"/>
            </a:pPr>
            <a:r>
              <a:rPr lang="en-US">
                <a:ea typeface="+mn-lt"/>
                <a:cs typeface="+mn-lt"/>
              </a:rPr>
              <a:t>If coverage is </a:t>
            </a:r>
            <a:r>
              <a:rPr lang="en-US" b="1">
                <a:highlight>
                  <a:srgbClr val="FFFF00"/>
                </a:highlight>
                <a:ea typeface="+mn-lt"/>
                <a:cs typeface="+mn-lt"/>
              </a:rPr>
              <a:t>new</a:t>
            </a:r>
            <a:r>
              <a:rPr lang="en-US">
                <a:ea typeface="+mn-lt"/>
                <a:cs typeface="+mn-lt"/>
              </a:rPr>
              <a:t>, add input to queue.</a:t>
            </a:r>
          </a:p>
          <a:p>
            <a:pPr marL="398145" indent="398145">
              <a:spcBef>
                <a:spcPts val="1400"/>
              </a:spcBef>
              <a:spcAft>
                <a:spcPts val="0"/>
              </a:spcAft>
              <a:buFont typeface="Wingdings"/>
              <a:buChar char="u"/>
            </a:pPr>
            <a:r>
              <a:rPr lang="en-US">
                <a:ea typeface="+mn-lt"/>
                <a:cs typeface="+mn-lt"/>
              </a:rPr>
              <a:t>If </a:t>
            </a:r>
            <a:r>
              <a:rPr lang="en-US">
                <a:latin typeface="Times New Roman"/>
                <a:ea typeface="+mn-lt"/>
                <a:cs typeface="+mn-lt"/>
              </a:rPr>
              <a:t>g(x)</a:t>
            </a:r>
            <a:r>
              <a:rPr lang="en-US">
                <a:ea typeface="+mn-lt"/>
                <a:cs typeface="+mn-lt"/>
              </a:rPr>
              <a:t> </a:t>
            </a:r>
            <a:r>
              <a:rPr lang="en-US" b="1">
                <a:highlight>
                  <a:srgbClr val="FFFF00"/>
                </a:highlight>
                <a:ea typeface="+mn-lt"/>
                <a:cs typeface="+mn-lt"/>
              </a:rPr>
              <a:t>crashes</a:t>
            </a:r>
            <a:r>
              <a:rPr lang="en-US">
                <a:ea typeface="+mn-lt"/>
                <a:cs typeface="+mn-lt"/>
              </a:rPr>
              <a:t>, fuzzing stops immediately</a:t>
            </a:r>
            <a:endParaRPr lang="en-US">
              <a:cs typeface="Times New Roman"/>
            </a:endParaRPr>
          </a:p>
        </p:txBody>
      </p:sp>
    </p:spTree>
    <p:extLst>
      <p:ext uri="{BB962C8B-B14F-4D97-AF65-F5344CB8AC3E}">
        <p14:creationId xmlns:p14="http://schemas.microsoft.com/office/powerpoint/2010/main" val="377581319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37204-906B-B7A0-CCC2-283BD5CAC8D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019C74D-EFE7-1176-3474-E659274A8D0B}"/>
              </a:ext>
            </a:extLst>
          </p:cNvPr>
          <p:cNvSpPr>
            <a:spLocks noGrp="1"/>
          </p:cNvSpPr>
          <p:nvPr>
            <p:ph type="title"/>
          </p:nvPr>
        </p:nvSpPr>
        <p:spPr/>
        <p:txBody>
          <a:bodyPr/>
          <a:lstStyle/>
          <a:p>
            <a:r>
              <a:rPr lang="en-US" altLang="zh-CN"/>
              <a:t>Q6. Fuzzing by AFL: </a:t>
            </a:r>
            <a:r>
              <a:rPr lang="en-US"/>
              <a:t>Key Settings</a:t>
            </a:r>
            <a:r>
              <a:rPr lang="en-US">
                <a:solidFill>
                  <a:srgbClr val="C00000"/>
                </a:solidFill>
              </a:rPr>
              <a:t> In Q6</a:t>
            </a:r>
            <a:r>
              <a:rPr lang="en-US" sz="3200" b="0">
                <a:solidFill>
                  <a:srgbClr val="000000"/>
                </a:solidFill>
              </a:rPr>
              <a:t> </a:t>
            </a:r>
            <a:endParaRPr lang="en-US" altLang="zh-CN">
              <a:cs typeface="Times New Roman"/>
            </a:endParaRPr>
          </a:p>
        </p:txBody>
      </p:sp>
      <p:sp>
        <p:nvSpPr>
          <p:cNvPr id="4" name="灯片编号占位符 3">
            <a:extLst>
              <a:ext uri="{FF2B5EF4-FFF2-40B4-BE49-F238E27FC236}">
                <a16:creationId xmlns:a16="http://schemas.microsoft.com/office/drawing/2014/main" id="{1FC3A628-055C-9446-115B-574C17CDF8F9}"/>
              </a:ext>
            </a:extLst>
          </p:cNvPr>
          <p:cNvSpPr>
            <a:spLocks noGrp="1"/>
          </p:cNvSpPr>
          <p:nvPr>
            <p:ph type="sldNum" sz="quarter" idx="12"/>
          </p:nvPr>
        </p:nvSpPr>
        <p:spPr/>
        <p:txBody>
          <a:bodyPr/>
          <a:lstStyle/>
          <a:p>
            <a:pPr>
              <a:defRPr/>
            </a:pPr>
            <a:fld id="{5792DDC3-EFA3-4647-8A6E-E8039DA1A91A}" type="slidenum">
              <a:rPr lang="en-US" smtClean="0"/>
              <a:pPr>
                <a:defRPr/>
              </a:pPr>
              <a:t>24</a:t>
            </a:fld>
            <a:endParaRPr lang="en-US"/>
          </a:p>
        </p:txBody>
      </p:sp>
      <p:sp>
        <p:nvSpPr>
          <p:cNvPr id="10" name="表格占位符 2">
            <a:extLst>
              <a:ext uri="{FF2B5EF4-FFF2-40B4-BE49-F238E27FC236}">
                <a16:creationId xmlns:a16="http://schemas.microsoft.com/office/drawing/2014/main" id="{FA606306-C392-9331-E846-BD55B9AFEB4C}"/>
              </a:ext>
            </a:extLst>
          </p:cNvPr>
          <p:cNvSpPr>
            <a:spLocks noGrp="1"/>
          </p:cNvSpPr>
          <p:nvPr>
            <p:ph type="tbl" idx="1"/>
          </p:nvPr>
        </p:nvSpPr>
        <p:spPr>
          <a:xfrm>
            <a:off x="9570" y="1582326"/>
            <a:ext cx="11124858" cy="4953000"/>
          </a:xfrm>
        </p:spPr>
        <p:txBody>
          <a:bodyPr/>
          <a:lstStyle/>
          <a:p>
            <a:pPr marL="398145" indent="-398145">
              <a:buFont typeface="Wingdings"/>
              <a:buChar char="u"/>
            </a:pPr>
            <a:r>
              <a:rPr lang="en-US" altLang="zh-CN">
                <a:ea typeface="+mn-lt"/>
                <a:cs typeface="+mn-lt"/>
              </a:rPr>
              <a:t>Content​</a:t>
            </a:r>
            <a:endParaRPr lang="zh-CN" altLang="en-US"/>
          </a:p>
          <a:p>
            <a:pPr marL="861695" lvl="1">
              <a:buFont typeface="Wingdings"/>
              <a:buChar char="n"/>
            </a:pPr>
            <a:r>
              <a:rPr lang="en-US">
                <a:cs typeface="Times New Roman"/>
              </a:rPr>
              <a:t>Initial seed queue: &lt;13&gt;</a:t>
            </a:r>
          </a:p>
          <a:p>
            <a:pPr marL="861695" lvl="1">
              <a:buFont typeface="Wingdings"/>
              <a:buChar char="n"/>
            </a:pPr>
            <a:r>
              <a:rPr lang="en-US">
                <a:ea typeface="+mn-lt"/>
                <a:cs typeface="+mn-lt"/>
              </a:rPr>
              <a:t>Mutations:</a:t>
            </a:r>
            <a:endParaRPr lang="en-US">
              <a:cs typeface="Times New Roman"/>
            </a:endParaRPr>
          </a:p>
          <a:p>
            <a:pPr marL="861695" lvl="1" indent="349250">
              <a:spcBef>
                <a:spcPts val="1400"/>
              </a:spcBef>
              <a:spcAft>
                <a:spcPts val="0"/>
              </a:spcAft>
              <a:buFont typeface="Wingdings"/>
              <a:buChar char="n"/>
            </a:pPr>
            <a:r>
              <a:rPr lang="en-US">
                <a:ea typeface="+mn-lt"/>
                <a:cs typeface="+mn-lt"/>
              </a:rPr>
              <a:t>O3(x) = {return (x / 2) +1}</a:t>
            </a:r>
          </a:p>
          <a:p>
            <a:pPr marL="861695" lvl="1" indent="349250">
              <a:spcBef>
                <a:spcPts val="1400"/>
              </a:spcBef>
              <a:spcAft>
                <a:spcPts val="0"/>
              </a:spcAft>
              <a:buFont typeface="Wingdings"/>
              <a:buChar char="n"/>
            </a:pPr>
            <a:r>
              <a:rPr lang="en-US">
                <a:ea typeface="+mn-lt"/>
                <a:cs typeface="+mn-lt"/>
              </a:rPr>
              <a:t>O4(x) = {return (int) (x*1.1)}</a:t>
            </a:r>
          </a:p>
          <a:p>
            <a:pPr marL="861695" lvl="1">
              <a:buFont typeface="Wingdings"/>
              <a:buChar char="n"/>
            </a:pPr>
            <a:endParaRPr lang="en-US" b="1">
              <a:highlight>
                <a:srgbClr val="FFFF00"/>
              </a:highlight>
              <a:ea typeface="+mn-lt"/>
              <a:cs typeface="+mn-lt"/>
            </a:endParaRPr>
          </a:p>
          <a:p>
            <a:pPr marL="861695" lvl="1">
              <a:buFont typeface="Wingdings"/>
              <a:buChar char="n"/>
            </a:pPr>
            <a:r>
              <a:rPr lang="en-US" b="1">
                <a:highlight>
                  <a:srgbClr val="FFFF00"/>
                </a:highlight>
                <a:ea typeface="+mn-lt"/>
                <a:cs typeface="+mn-lt"/>
              </a:rPr>
              <a:t>Branch coverage table</a:t>
            </a:r>
            <a:r>
              <a:rPr lang="en-US">
                <a:ea typeface="+mn-lt"/>
                <a:cs typeface="+mn-lt"/>
              </a:rPr>
              <a:t> </a:t>
            </a:r>
          </a:p>
          <a:p>
            <a:pPr marL="512445" lvl="1" indent="0">
              <a:buNone/>
            </a:pPr>
            <a:r>
              <a:rPr lang="en-US">
                <a:ea typeface="+mn-lt"/>
                <a:cs typeface="+mn-lt"/>
              </a:rPr>
              <a:t>    determines whether coverage is new.</a:t>
            </a:r>
            <a:endParaRPr lang="en-US">
              <a:cs typeface="Times New Roman"/>
            </a:endParaRPr>
          </a:p>
          <a:p>
            <a:pPr marL="861695" lvl="1">
              <a:buFont typeface="Wingdings"/>
              <a:buChar char="n"/>
            </a:pPr>
            <a:r>
              <a:rPr lang="en-US" b="1">
                <a:highlight>
                  <a:srgbClr val="FFFF00"/>
                </a:highlight>
                <a:ea typeface="+mn-lt"/>
                <a:cs typeface="+mn-lt"/>
              </a:rPr>
              <a:t>Important</a:t>
            </a:r>
            <a:r>
              <a:rPr lang="en-US" b="1">
                <a:ea typeface="+mn-lt"/>
                <a:cs typeface="+mn-lt"/>
              </a:rPr>
              <a:t>:</a:t>
            </a:r>
            <a:br>
              <a:rPr lang="en-US" b="1">
                <a:ea typeface="+mn-lt"/>
                <a:cs typeface="+mn-lt"/>
              </a:rPr>
            </a:br>
            <a:r>
              <a:rPr lang="en-US" b="1">
                <a:ea typeface="+mn-lt"/>
                <a:cs typeface="+mn-lt"/>
              </a:rPr>
              <a:t> </a:t>
            </a:r>
            <a:r>
              <a:rPr lang="en-US">
                <a:latin typeface="Times New Roman"/>
                <a:ea typeface="+mn-lt"/>
                <a:cs typeface="+mn-lt"/>
              </a:rPr>
              <a:t>g(3)</a:t>
            </a:r>
            <a:r>
              <a:rPr lang="en-US">
                <a:ea typeface="+mn-lt"/>
                <a:cs typeface="+mn-lt"/>
              </a:rPr>
              <a:t> </a:t>
            </a:r>
            <a:r>
              <a:rPr lang="en-US" b="1">
                <a:highlight>
                  <a:srgbClr val="FFFF00"/>
                </a:highlight>
                <a:ea typeface="+mn-lt"/>
                <a:cs typeface="+mn-lt"/>
              </a:rPr>
              <a:t>crashes</a:t>
            </a:r>
            <a:r>
              <a:rPr lang="en-US">
                <a:ea typeface="+mn-lt"/>
                <a:cs typeface="+mn-lt"/>
              </a:rPr>
              <a:t>, so once input becomes 3 → algorithm terminates.</a:t>
            </a:r>
            <a:endParaRPr lang="en-US"/>
          </a:p>
          <a:p>
            <a:pPr marL="398145" indent="-398145"/>
            <a:endParaRPr lang="en-US" altLang="zh-CN">
              <a:ea typeface="+mn-lt"/>
              <a:cs typeface="+mn-lt"/>
            </a:endParaRPr>
          </a:p>
        </p:txBody>
      </p:sp>
      <p:pic>
        <p:nvPicPr>
          <p:cNvPr id="5" name="图片 4" descr="图片包含 门, 游戏, 建筑, 钟表&#10;&#10;AI 生成的内容可能不正确。">
            <a:extLst>
              <a:ext uri="{FF2B5EF4-FFF2-40B4-BE49-F238E27FC236}">
                <a16:creationId xmlns:a16="http://schemas.microsoft.com/office/drawing/2014/main" id="{C8632763-EAD3-973B-8B8F-C81023532B5C}"/>
              </a:ext>
            </a:extLst>
          </p:cNvPr>
          <p:cNvPicPr>
            <a:picLocks noChangeAspect="1"/>
          </p:cNvPicPr>
          <p:nvPr/>
        </p:nvPicPr>
        <p:blipFill>
          <a:blip r:embed="rId2"/>
          <a:stretch>
            <a:fillRect/>
          </a:stretch>
        </p:blipFill>
        <p:spPr>
          <a:xfrm>
            <a:off x="5569533" y="1434683"/>
            <a:ext cx="6624652" cy="2002945"/>
          </a:xfrm>
          <a:prstGeom prst="rect">
            <a:avLst/>
          </a:prstGeom>
          <a:ln>
            <a:noFill/>
          </a:ln>
        </p:spPr>
      </p:pic>
      <p:cxnSp>
        <p:nvCxnSpPr>
          <p:cNvPr id="6" name="连接符: 曲线 5">
            <a:extLst>
              <a:ext uri="{FF2B5EF4-FFF2-40B4-BE49-F238E27FC236}">
                <a16:creationId xmlns:a16="http://schemas.microsoft.com/office/drawing/2014/main" id="{9FFFB46A-B6B1-1F50-FBFD-6CC451D92E58}"/>
              </a:ext>
            </a:extLst>
          </p:cNvPr>
          <p:cNvCxnSpPr/>
          <p:nvPr/>
        </p:nvCxnSpPr>
        <p:spPr bwMode="auto">
          <a:xfrm flipV="1">
            <a:off x="4368801" y="4608762"/>
            <a:ext cx="1196621" cy="517694"/>
          </a:xfrm>
          <a:prstGeom prst="curvedConnector3">
            <a:avLst/>
          </a:prstGeom>
          <a:ln w="57150">
            <a:headEnd type="none" w="sm" len="sm"/>
            <a:tailEnd type="triangle"/>
          </a:ln>
        </p:spPr>
        <p:style>
          <a:lnRef idx="3">
            <a:schemeClr val="accent6"/>
          </a:lnRef>
          <a:fillRef idx="0">
            <a:schemeClr val="accent6"/>
          </a:fillRef>
          <a:effectRef idx="2">
            <a:schemeClr val="accent6"/>
          </a:effectRef>
          <a:fontRef idx="minor">
            <a:schemeClr val="tx1"/>
          </a:fontRef>
        </p:style>
      </p:cxnSp>
      <p:pic>
        <p:nvPicPr>
          <p:cNvPr id="8" name="图片 7">
            <a:extLst>
              <a:ext uri="{FF2B5EF4-FFF2-40B4-BE49-F238E27FC236}">
                <a16:creationId xmlns:a16="http://schemas.microsoft.com/office/drawing/2014/main" id="{CF7EF126-7940-1CCC-F5D8-41DFD33527B0}"/>
              </a:ext>
            </a:extLst>
          </p:cNvPr>
          <p:cNvPicPr>
            <a:picLocks noChangeAspect="1"/>
          </p:cNvPicPr>
          <p:nvPr/>
        </p:nvPicPr>
        <p:blipFill>
          <a:blip r:embed="rId3"/>
          <a:stretch>
            <a:fillRect/>
          </a:stretch>
        </p:blipFill>
        <p:spPr>
          <a:xfrm>
            <a:off x="5570121" y="3432145"/>
            <a:ext cx="6623116" cy="2102058"/>
          </a:xfrm>
          <a:prstGeom prst="rect">
            <a:avLst/>
          </a:prstGeom>
        </p:spPr>
      </p:pic>
    </p:spTree>
    <p:extLst>
      <p:ext uri="{BB962C8B-B14F-4D97-AF65-F5344CB8AC3E}">
        <p14:creationId xmlns:p14="http://schemas.microsoft.com/office/powerpoint/2010/main" val="301487508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1B30E-61F1-899A-78F0-6D12C7664B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5761CCD-BC20-1263-2AFF-5E9716C3DEDE}"/>
              </a:ext>
            </a:extLst>
          </p:cNvPr>
          <p:cNvSpPr>
            <a:spLocks noGrp="1"/>
          </p:cNvSpPr>
          <p:nvPr>
            <p:ph type="title"/>
          </p:nvPr>
        </p:nvSpPr>
        <p:spPr/>
        <p:txBody>
          <a:bodyPr/>
          <a:lstStyle/>
          <a:p>
            <a:r>
              <a:rPr lang="en-US" altLang="zh-CN"/>
              <a:t>Q6. Fuzzing by AFL: Reference Answer</a:t>
            </a:r>
            <a:endParaRPr lang="en-US" altLang="zh-CN">
              <a:cs typeface="Times New Roman"/>
            </a:endParaRPr>
          </a:p>
        </p:txBody>
      </p:sp>
      <p:sp>
        <p:nvSpPr>
          <p:cNvPr id="4" name="灯片编号占位符 3">
            <a:extLst>
              <a:ext uri="{FF2B5EF4-FFF2-40B4-BE49-F238E27FC236}">
                <a16:creationId xmlns:a16="http://schemas.microsoft.com/office/drawing/2014/main" id="{93028EDA-5E9B-B5F1-1AE3-EFE537532566}"/>
              </a:ext>
            </a:extLst>
          </p:cNvPr>
          <p:cNvSpPr>
            <a:spLocks noGrp="1"/>
          </p:cNvSpPr>
          <p:nvPr>
            <p:ph type="sldNum" sz="quarter" idx="12"/>
          </p:nvPr>
        </p:nvSpPr>
        <p:spPr/>
        <p:txBody>
          <a:bodyPr/>
          <a:lstStyle/>
          <a:p>
            <a:pPr>
              <a:defRPr/>
            </a:pPr>
            <a:fld id="{5792DDC3-EFA3-4647-8A6E-E8039DA1A91A}" type="slidenum">
              <a:rPr lang="en-US" smtClean="0"/>
              <a:pPr>
                <a:defRPr/>
              </a:pPr>
              <a:t>25</a:t>
            </a:fld>
            <a:endParaRPr lang="en-US"/>
          </a:p>
        </p:txBody>
      </p:sp>
      <p:pic>
        <p:nvPicPr>
          <p:cNvPr id="3" name="图片 2" descr="表格&#10;&#10;AI 生成的内容可能不正确。">
            <a:extLst>
              <a:ext uri="{FF2B5EF4-FFF2-40B4-BE49-F238E27FC236}">
                <a16:creationId xmlns:a16="http://schemas.microsoft.com/office/drawing/2014/main" id="{649009D7-9BAD-AB7A-A2D7-4F271EFC060A}"/>
              </a:ext>
            </a:extLst>
          </p:cNvPr>
          <p:cNvPicPr>
            <a:picLocks noChangeAspect="1"/>
          </p:cNvPicPr>
          <p:nvPr/>
        </p:nvPicPr>
        <p:blipFill>
          <a:blip r:embed="rId2"/>
          <a:srcRect t="1412" b="147"/>
          <a:stretch>
            <a:fillRect/>
          </a:stretch>
        </p:blipFill>
        <p:spPr>
          <a:xfrm>
            <a:off x="1493777" y="1528268"/>
            <a:ext cx="8404274" cy="5215725"/>
          </a:xfrm>
          <a:prstGeom prst="rect">
            <a:avLst/>
          </a:prstGeom>
        </p:spPr>
      </p:pic>
    </p:spTree>
    <p:extLst>
      <p:ext uri="{BB962C8B-B14F-4D97-AF65-F5344CB8AC3E}">
        <p14:creationId xmlns:p14="http://schemas.microsoft.com/office/powerpoint/2010/main" val="2340390652"/>
      </p:ext>
    </p:extLst>
  </p:cSld>
  <p:clrMapOvr>
    <a:masterClrMapping/>
  </p:clrMapOvr>
  <p:transition/>
</p:sld>
</file>

<file path=ppt/theme/theme1.xml><?xml version="1.0" encoding="utf-8"?>
<a:theme xmlns:a="http://schemas.openxmlformats.org/drawingml/2006/main" name="Side Bar">
  <a:themeElements>
    <a:clrScheme name="">
      <a:dk1>
        <a:srgbClr val="000000"/>
      </a:dk1>
      <a:lt1>
        <a:srgbClr val="FFFFFF"/>
      </a:lt1>
      <a:dk2>
        <a:srgbClr val="C00000"/>
      </a:dk2>
      <a:lt2>
        <a:srgbClr val="C00000"/>
      </a:lt2>
      <a:accent1>
        <a:srgbClr val="FFEBEB"/>
      </a:accent1>
      <a:accent2>
        <a:srgbClr val="006600"/>
      </a:accent2>
      <a:accent3>
        <a:srgbClr val="FFFFFF"/>
      </a:accent3>
      <a:accent4>
        <a:srgbClr val="000000"/>
      </a:accent4>
      <a:accent5>
        <a:srgbClr val="FFF3F3"/>
      </a:accent5>
      <a:accent6>
        <a:srgbClr val="005C00"/>
      </a:accent6>
      <a:hlink>
        <a:srgbClr val="000066"/>
      </a:hlink>
      <a:folHlink>
        <a:srgbClr val="808080"/>
      </a:folHlink>
    </a:clrScheme>
    <a:fontScheme name="Side Bar">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ide Bar 1">
        <a:dk1>
          <a:srgbClr val="FF9933"/>
        </a:dk1>
        <a:lt1>
          <a:srgbClr val="FFFFFF"/>
        </a:lt1>
        <a:dk2>
          <a:srgbClr val="003366"/>
        </a:dk2>
        <a:lt2>
          <a:srgbClr val="FF9933"/>
        </a:lt2>
        <a:accent1>
          <a:srgbClr val="2B557F"/>
        </a:accent1>
        <a:accent2>
          <a:srgbClr val="FF9933"/>
        </a:accent2>
        <a:accent3>
          <a:srgbClr val="AAADB8"/>
        </a:accent3>
        <a:accent4>
          <a:srgbClr val="DADADA"/>
        </a:accent4>
        <a:accent5>
          <a:srgbClr val="ACB4C0"/>
        </a:accent5>
        <a:accent6>
          <a:srgbClr val="E78A2D"/>
        </a:accent6>
        <a:hlink>
          <a:srgbClr val="005032"/>
        </a:hlink>
        <a:folHlink>
          <a:srgbClr val="A0A0A0"/>
        </a:folHlink>
      </a:clrScheme>
      <a:clrMap bg1="dk2" tx1="lt1" bg2="dk1" tx2="lt2" accent1="accent1" accent2="accent2" accent3="accent3" accent4="accent4" accent5="accent5" accent6="accent6" hlink="hlink" folHlink="folHlink"/>
    </a:extraClrScheme>
    <a:extraClrScheme>
      <a:clrScheme name="Side Bar 2">
        <a:dk1>
          <a:srgbClr val="000000"/>
        </a:dk1>
        <a:lt1>
          <a:srgbClr val="FFFFFF"/>
        </a:lt1>
        <a:dk2>
          <a:srgbClr val="E16414"/>
        </a:dk2>
        <a:lt2>
          <a:srgbClr val="E16414"/>
        </a:lt2>
        <a:accent1>
          <a:srgbClr val="FFF0EB"/>
        </a:accent1>
        <a:accent2>
          <a:srgbClr val="E16414"/>
        </a:accent2>
        <a:accent3>
          <a:srgbClr val="FFFFFF"/>
        </a:accent3>
        <a:accent4>
          <a:srgbClr val="000000"/>
        </a:accent4>
        <a:accent5>
          <a:srgbClr val="FFF6F3"/>
        </a:accent5>
        <a:accent6>
          <a:srgbClr val="CC5A11"/>
        </a:accent6>
        <a:hlink>
          <a:srgbClr val="C00000"/>
        </a:hlink>
        <a:folHlink>
          <a:srgbClr val="808080"/>
        </a:folHlink>
      </a:clrScheme>
      <a:clrMap bg1="lt1" tx1="dk1" bg2="lt2" tx2="dk2" accent1="accent1" accent2="accent2" accent3="accent3" accent4="accent4" accent5="accent5" accent6="accent6" hlink="hlink" folHlink="folHlink"/>
    </a:extraClrScheme>
    <a:extraClrScheme>
      <a:clrScheme name="Side Bar 3">
        <a:dk1>
          <a:srgbClr val="000000"/>
        </a:dk1>
        <a:lt1>
          <a:srgbClr val="FFFFFF"/>
        </a:lt1>
        <a:dk2>
          <a:srgbClr val="0066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clrMap bg1="lt1" tx1="dk1" bg2="lt2" tx2="dk2" accent1="accent1" accent2="accent2" accent3="accent3" accent4="accent4" accent5="accent5" accent6="accent6" hlink="hlink" folHlink="folHlink"/>
    </a:extraClrScheme>
    <a:extraClrScheme>
      <a:clrScheme name="Side Bar 4">
        <a:dk1>
          <a:srgbClr val="000000"/>
        </a:dk1>
        <a:lt1>
          <a:srgbClr val="FFFFFF"/>
        </a:lt1>
        <a:dk2>
          <a:srgbClr val="CC00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clrMap bg1="lt1" tx1="dk1" bg2="lt2" tx2="dk2" accent1="accent1" accent2="accent2" accent3="accent3" accent4="accent4" accent5="accent5" accent6="accent6" hlink="hlink" folHlink="folHlink"/>
    </a:extraClrScheme>
    <a:extraClrScheme>
      <a:clrScheme name="Side Bar 5">
        <a:dk1>
          <a:srgbClr val="000000"/>
        </a:dk1>
        <a:lt1>
          <a:srgbClr val="FFFFFF"/>
        </a:lt1>
        <a:dk2>
          <a:srgbClr val="80808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ide Bar 4">
    <a:dk1>
      <a:srgbClr val="000000"/>
    </a:dk1>
    <a:lt1>
      <a:srgbClr val="FFFFFF"/>
    </a:lt1>
    <a:dk2>
      <a:srgbClr val="CC00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themeOverride>
</file>

<file path=ppt/theme/themeOverride2.xml><?xml version="1.0" encoding="utf-8"?>
<a:themeOverride xmlns:a="http://schemas.openxmlformats.org/drawingml/2006/main">
  <a:clrScheme name="Side Bar 4">
    <a:dk1>
      <a:srgbClr val="000000"/>
    </a:dk1>
    <a:lt1>
      <a:srgbClr val="FFFFFF"/>
    </a:lt1>
    <a:dk2>
      <a:srgbClr val="CC00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1565</Words>
  <Application>Microsoft Office PowerPoint</Application>
  <PresentationFormat>Widescreen</PresentationFormat>
  <Paragraphs>188</Paragraphs>
  <Slides>25</Slides>
  <Notes>2</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Side Bar</vt:lpstr>
      <vt:lpstr>CS5351 Software Engineering 2025/26 Semester A Quiz 2</vt:lpstr>
      <vt:lpstr>Summary</vt:lpstr>
      <vt:lpstr>TAs</vt:lpstr>
      <vt:lpstr>Q1. Abstraction: Question </vt:lpstr>
      <vt:lpstr>First-In-First-Out (FIFO) Queue</vt:lpstr>
      <vt:lpstr>Q1. Abstraction:  Marking scheme</vt:lpstr>
      <vt:lpstr>Q2. Design Principle: Question</vt:lpstr>
      <vt:lpstr>Q2. Design Principle: Marking scheme</vt:lpstr>
      <vt:lpstr>Q2. Design Principle: Reference Answer</vt:lpstr>
      <vt:lpstr>Q3. Coupling and Cohesion: Question &amp; Marking scheme </vt:lpstr>
      <vt:lpstr>Q3. Coupling and Cohesion: Reference Answer</vt:lpstr>
      <vt:lpstr>Q4. Delta Debugging: Question</vt:lpstr>
      <vt:lpstr>Q4. Delta Debugging: Marking scheme&amp; Reference Answer</vt:lpstr>
      <vt:lpstr>Q5.a Metamorphic Relation: Questions</vt:lpstr>
      <vt:lpstr>Q5.a Metamorphic Relation: Answers</vt:lpstr>
      <vt:lpstr>Q5.b  Metamorphic Relation: Marking scheme</vt:lpstr>
      <vt:lpstr>Q5.b Metamorphic Relation: Questions</vt:lpstr>
      <vt:lpstr>Q5.b Metamorphic Relation: Answers</vt:lpstr>
      <vt:lpstr>Q5.b Metamorphic Relation: Answers</vt:lpstr>
      <vt:lpstr>Q5.b  Metamorphic Relation: Marking scheme</vt:lpstr>
      <vt:lpstr>Q6. Fuzzing by AFL: Question</vt:lpstr>
      <vt:lpstr>Q6. Fuzzing by AFL: Marking scheme</vt:lpstr>
      <vt:lpstr>Q6. AFL Concept (Super Short Version) </vt:lpstr>
      <vt:lpstr>Q6. Fuzzing by AFL: Key Settings In Q6 </vt:lpstr>
      <vt:lpstr>Q6. Fuzzing by AFL: Reference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Chan Wing Kwong</dc:creator>
  <cp:lastModifiedBy>ZHOU Qilin</cp:lastModifiedBy>
  <cp:revision>215</cp:revision>
  <dcterms:created xsi:type="dcterms:W3CDTF">2020-10-11T14:13:10Z</dcterms:created>
  <dcterms:modified xsi:type="dcterms:W3CDTF">2025-11-24T06:04:54Z</dcterms:modified>
</cp:coreProperties>
</file>