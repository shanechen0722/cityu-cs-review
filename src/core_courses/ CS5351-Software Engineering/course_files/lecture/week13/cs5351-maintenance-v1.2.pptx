
<file path=[Content_Types].xml><?xml version="1.0" encoding="utf-8"?>
<Types xmlns="http://schemas.openxmlformats.org/package/2006/content-types">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27"/>
  </p:notesMasterIdLst>
  <p:handoutMasterIdLst>
    <p:handoutMasterId r:id="rId28"/>
  </p:handoutMasterIdLst>
  <p:sldIdLst>
    <p:sldId id="1089" r:id="rId2"/>
    <p:sldId id="441" r:id="rId3"/>
    <p:sldId id="495" r:id="rId4"/>
    <p:sldId id="482" r:id="rId5"/>
    <p:sldId id="1096" r:id="rId6"/>
    <p:sldId id="1091" r:id="rId7"/>
    <p:sldId id="1092" r:id="rId8"/>
    <p:sldId id="1093" r:id="rId9"/>
    <p:sldId id="498" r:id="rId10"/>
    <p:sldId id="1098" r:id="rId11"/>
    <p:sldId id="1097" r:id="rId12"/>
    <p:sldId id="1094" r:id="rId13"/>
    <p:sldId id="1095" r:id="rId14"/>
    <p:sldId id="1099" r:id="rId15"/>
    <p:sldId id="1100" r:id="rId16"/>
    <p:sldId id="1101" r:id="rId17"/>
    <p:sldId id="483" r:id="rId18"/>
    <p:sldId id="487" r:id="rId19"/>
    <p:sldId id="491" r:id="rId20"/>
    <p:sldId id="446" r:id="rId21"/>
    <p:sldId id="463" r:id="rId22"/>
    <p:sldId id="473" r:id="rId23"/>
    <p:sldId id="474" r:id="rId24"/>
    <p:sldId id="465" r:id="rId25"/>
    <p:sldId id="500" r:id="rId26"/>
  </p:sldIdLst>
  <p:sldSz cx="9902825" cy="6858000"/>
  <p:notesSz cx="9874250" cy="6797675"/>
  <p:defaultTextStyle>
    <a:defPPr>
      <a:defRPr lang="en-US"/>
    </a:defPPr>
    <a:lvl1pPr algn="l" rtl="0" eaLnBrk="0" fontAlgn="base" hangingPunct="0">
      <a:spcBef>
        <a:spcPct val="0"/>
      </a:spcBef>
      <a:spcAft>
        <a:spcPct val="0"/>
      </a:spcAft>
      <a:defRPr sz="2800" kern="1200">
        <a:solidFill>
          <a:schemeClr val="tx1"/>
        </a:solidFill>
        <a:latin typeface="Times New Roman" pitchFamily="18" charset="0"/>
        <a:ea typeface="+mn-ea"/>
        <a:cs typeface="+mn-cs"/>
      </a:defRPr>
    </a:lvl1pPr>
    <a:lvl2pPr marL="457200" algn="l" rtl="0" eaLnBrk="0" fontAlgn="base" hangingPunct="0">
      <a:spcBef>
        <a:spcPct val="0"/>
      </a:spcBef>
      <a:spcAft>
        <a:spcPct val="0"/>
      </a:spcAft>
      <a:defRPr sz="2800" kern="1200">
        <a:solidFill>
          <a:schemeClr val="tx1"/>
        </a:solidFill>
        <a:latin typeface="Times New Roman" pitchFamily="18" charset="0"/>
        <a:ea typeface="+mn-ea"/>
        <a:cs typeface="+mn-cs"/>
      </a:defRPr>
    </a:lvl2pPr>
    <a:lvl3pPr marL="914400" algn="l" rtl="0" eaLnBrk="0" fontAlgn="base" hangingPunct="0">
      <a:spcBef>
        <a:spcPct val="0"/>
      </a:spcBef>
      <a:spcAft>
        <a:spcPct val="0"/>
      </a:spcAft>
      <a:defRPr sz="2800" kern="1200">
        <a:solidFill>
          <a:schemeClr val="tx1"/>
        </a:solidFill>
        <a:latin typeface="Times New Roman" pitchFamily="18" charset="0"/>
        <a:ea typeface="+mn-ea"/>
        <a:cs typeface="+mn-cs"/>
      </a:defRPr>
    </a:lvl3pPr>
    <a:lvl4pPr marL="1371600" algn="l" rtl="0" eaLnBrk="0" fontAlgn="base" hangingPunct="0">
      <a:spcBef>
        <a:spcPct val="0"/>
      </a:spcBef>
      <a:spcAft>
        <a:spcPct val="0"/>
      </a:spcAft>
      <a:defRPr sz="2800" kern="1200">
        <a:solidFill>
          <a:schemeClr val="tx1"/>
        </a:solidFill>
        <a:latin typeface="Times New Roman" pitchFamily="18" charset="0"/>
        <a:ea typeface="+mn-ea"/>
        <a:cs typeface="+mn-cs"/>
      </a:defRPr>
    </a:lvl4pPr>
    <a:lvl5pPr marL="1828800" algn="l" rtl="0" eaLnBrk="0" fontAlgn="base" hangingPunct="0">
      <a:spcBef>
        <a:spcPct val="0"/>
      </a:spcBef>
      <a:spcAft>
        <a:spcPct val="0"/>
      </a:spcAft>
      <a:defRPr sz="2800" kern="1200">
        <a:solidFill>
          <a:schemeClr val="tx1"/>
        </a:solidFill>
        <a:latin typeface="Times New Roman" pitchFamily="18" charset="0"/>
        <a:ea typeface="+mn-ea"/>
        <a:cs typeface="+mn-cs"/>
      </a:defRPr>
    </a:lvl5pPr>
    <a:lvl6pPr marL="2286000" algn="l" defTabSz="914400" rtl="0" eaLnBrk="1" latinLnBrk="0" hangingPunct="1">
      <a:defRPr sz="2800" kern="1200">
        <a:solidFill>
          <a:schemeClr val="tx1"/>
        </a:solidFill>
        <a:latin typeface="Times New Roman" pitchFamily="18" charset="0"/>
        <a:ea typeface="+mn-ea"/>
        <a:cs typeface="+mn-cs"/>
      </a:defRPr>
    </a:lvl6pPr>
    <a:lvl7pPr marL="2743200" algn="l" defTabSz="914400" rtl="0" eaLnBrk="1" latinLnBrk="0" hangingPunct="1">
      <a:defRPr sz="2800" kern="1200">
        <a:solidFill>
          <a:schemeClr val="tx1"/>
        </a:solidFill>
        <a:latin typeface="Times New Roman" pitchFamily="18" charset="0"/>
        <a:ea typeface="+mn-ea"/>
        <a:cs typeface="+mn-cs"/>
      </a:defRPr>
    </a:lvl7pPr>
    <a:lvl8pPr marL="3200400" algn="l" defTabSz="914400" rtl="0" eaLnBrk="1" latinLnBrk="0" hangingPunct="1">
      <a:defRPr sz="2800" kern="1200">
        <a:solidFill>
          <a:schemeClr val="tx1"/>
        </a:solidFill>
        <a:latin typeface="Times New Roman" pitchFamily="18" charset="0"/>
        <a:ea typeface="+mn-ea"/>
        <a:cs typeface="+mn-cs"/>
      </a:defRPr>
    </a:lvl8pPr>
    <a:lvl9pPr marL="3657600" algn="l" defTabSz="914400" rtl="0" eaLnBrk="1" latinLnBrk="0" hangingPunct="1">
      <a:defRPr sz="2800" kern="1200">
        <a:solidFill>
          <a:schemeClr val="tx1"/>
        </a:solidFill>
        <a:latin typeface="Times New Roman" pitchFamily="18"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19">
          <p15:clr>
            <a:srgbClr val="A4A3A4"/>
          </p15:clr>
        </p15:guide>
      </p15:sldGuideLst>
    </p:ext>
    <p:ext uri="{2D200454-40CA-4A62-9FC3-DE9A4176ACB9}">
      <p15:notesGuideLst xmlns:p15="http://schemas.microsoft.com/office/powerpoint/2012/main">
        <p15:guide id="1" orient="horz" pos="1503" userDrawn="1">
          <p15:clr>
            <a:srgbClr val="A4A3A4"/>
          </p15:clr>
        </p15:guide>
        <p15:guide id="2" pos="4494"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3C78"/>
    <a:srgbClr val="285078"/>
    <a:srgbClr val="1E3C5A"/>
    <a:srgbClr val="234669"/>
    <a:srgbClr val="264B71"/>
    <a:srgbClr val="FF3333"/>
    <a:srgbClr val="FFCC99"/>
    <a:srgbClr val="CCE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892" autoAdjust="0"/>
    <p:restoredTop sz="95450" autoAdjust="0"/>
  </p:normalViewPr>
  <p:slideViewPr>
    <p:cSldViewPr>
      <p:cViewPr varScale="1">
        <p:scale>
          <a:sx n="192" d="100"/>
          <a:sy n="192" d="100"/>
        </p:scale>
        <p:origin x="3354" y="726"/>
      </p:cViewPr>
      <p:guideLst>
        <p:guide orient="horz" pos="2160"/>
        <p:guide pos="3119"/>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75" d="100"/>
        <a:sy n="75" d="100"/>
      </p:scale>
      <p:origin x="0" y="0"/>
    </p:cViewPr>
  </p:sorterViewPr>
  <p:notesViewPr>
    <p:cSldViewPr>
      <p:cViewPr varScale="1">
        <p:scale>
          <a:sx n="20" d="100"/>
          <a:sy n="20" d="100"/>
        </p:scale>
        <p:origin x="-1088" y="-84"/>
      </p:cViewPr>
      <p:guideLst>
        <p:guide orient="horz" pos="1503"/>
        <p:guide pos="4494"/>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32143" y="-1124"/>
            <a:ext cx="4232128" cy="315831"/>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defTabSz="868788">
              <a:defRPr sz="1000" i="1"/>
            </a:lvl1pPr>
          </a:lstStyle>
          <a:p>
            <a:pPr>
              <a:defRPr/>
            </a:pPr>
            <a:endParaRPr lang="en-US"/>
          </a:p>
        </p:txBody>
      </p:sp>
      <p:sp>
        <p:nvSpPr>
          <p:cNvPr id="4099" name="Rectangle 3"/>
          <p:cNvSpPr>
            <a:spLocks noGrp="1" noChangeArrowheads="1"/>
          </p:cNvSpPr>
          <p:nvPr>
            <p:ph type="dt" sz="quarter" idx="1"/>
          </p:nvPr>
        </p:nvSpPr>
        <p:spPr bwMode="auto">
          <a:xfrm>
            <a:off x="5609981" y="-1124"/>
            <a:ext cx="4232128" cy="315831"/>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algn="r" defTabSz="868788">
              <a:defRPr sz="1000" i="1"/>
            </a:lvl1pPr>
          </a:lstStyle>
          <a:p>
            <a:pPr>
              <a:defRPr/>
            </a:pPr>
            <a:endParaRPr lang="en-US"/>
          </a:p>
        </p:txBody>
      </p:sp>
      <p:sp>
        <p:nvSpPr>
          <p:cNvPr id="4100" name="Rectangle 4"/>
          <p:cNvSpPr>
            <a:spLocks noGrp="1" noChangeArrowheads="1"/>
          </p:cNvSpPr>
          <p:nvPr>
            <p:ph type="ftr" sz="quarter" idx="2"/>
          </p:nvPr>
        </p:nvSpPr>
        <p:spPr bwMode="auto">
          <a:xfrm>
            <a:off x="32143" y="6430142"/>
            <a:ext cx="4232128" cy="368657"/>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defTabSz="868788">
              <a:defRPr sz="1000" i="1"/>
            </a:lvl1pPr>
          </a:lstStyle>
          <a:p>
            <a:pPr>
              <a:defRPr/>
            </a:pPr>
            <a:r>
              <a:rPr lang="en-US"/>
              <a:t>Software Design</a:t>
            </a:r>
          </a:p>
        </p:txBody>
      </p:sp>
      <p:sp>
        <p:nvSpPr>
          <p:cNvPr id="4101" name="Rectangle 5"/>
          <p:cNvSpPr>
            <a:spLocks noGrp="1" noChangeArrowheads="1"/>
          </p:cNvSpPr>
          <p:nvPr>
            <p:ph type="sldNum" sz="quarter" idx="3"/>
          </p:nvPr>
        </p:nvSpPr>
        <p:spPr bwMode="auto">
          <a:xfrm>
            <a:off x="5609981" y="6430142"/>
            <a:ext cx="4232128" cy="368657"/>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algn="r" defTabSz="868788">
              <a:defRPr sz="1000" i="1"/>
            </a:lvl1pPr>
          </a:lstStyle>
          <a:p>
            <a:pPr>
              <a:defRPr/>
            </a:pPr>
            <a:fld id="{B0AC2A3D-B99B-4BE3-904E-8F9BDE86B7D8}" type="slidenum">
              <a:rPr lang="en-US"/>
              <a:pPr>
                <a:defRPr/>
              </a:pPr>
              <a:t>‹#›</a:t>
            </a:fld>
            <a:endParaRPr lang="en-US"/>
          </a:p>
        </p:txBody>
      </p:sp>
    </p:spTree>
    <p:extLst>
      <p:ext uri="{BB962C8B-B14F-4D97-AF65-F5344CB8AC3E}">
        <p14:creationId xmlns:p14="http://schemas.microsoft.com/office/powerpoint/2010/main" val="11715663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25714" y="-6743"/>
            <a:ext cx="4315698" cy="338310"/>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defTabSz="842786">
              <a:defRPr sz="1000" i="1"/>
            </a:lvl1pPr>
          </a:lstStyle>
          <a:p>
            <a:pPr>
              <a:defRPr/>
            </a:pPr>
            <a:endParaRPr lang="en-US"/>
          </a:p>
        </p:txBody>
      </p:sp>
      <p:sp>
        <p:nvSpPr>
          <p:cNvPr id="2051" name="Rectangle 3"/>
          <p:cNvSpPr>
            <a:spLocks noGrp="1" noChangeArrowheads="1"/>
          </p:cNvSpPr>
          <p:nvPr>
            <p:ph type="dt" idx="1"/>
          </p:nvPr>
        </p:nvSpPr>
        <p:spPr bwMode="auto">
          <a:xfrm>
            <a:off x="5584267" y="-6743"/>
            <a:ext cx="4315698" cy="338310"/>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algn="r" defTabSz="842786">
              <a:defRPr sz="1000" i="1"/>
            </a:lvl1pPr>
          </a:lstStyle>
          <a:p>
            <a:pPr>
              <a:defRPr/>
            </a:pPr>
            <a:endParaRPr lang="en-US"/>
          </a:p>
        </p:txBody>
      </p:sp>
      <p:sp>
        <p:nvSpPr>
          <p:cNvPr id="12292" name="Rectangle 4"/>
          <p:cNvSpPr>
            <a:spLocks noGrp="1" noRot="1" noChangeAspect="1" noChangeArrowheads="1" noTextEdit="1"/>
          </p:cNvSpPr>
          <p:nvPr>
            <p:ph type="sldImg" idx="2"/>
          </p:nvPr>
        </p:nvSpPr>
        <p:spPr bwMode="auto">
          <a:xfrm>
            <a:off x="3098800" y="512763"/>
            <a:ext cx="3676650" cy="2546350"/>
          </a:xfrm>
          <a:prstGeom prst="rect">
            <a:avLst/>
          </a:pr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sp>
      <p:sp>
        <p:nvSpPr>
          <p:cNvPr id="2053" name="Rectangle 5"/>
          <p:cNvSpPr>
            <a:spLocks noGrp="1" noChangeArrowheads="1"/>
          </p:cNvSpPr>
          <p:nvPr>
            <p:ph type="body" sz="quarter" idx="3"/>
          </p:nvPr>
        </p:nvSpPr>
        <p:spPr bwMode="auto">
          <a:xfrm>
            <a:off x="1272854" y="3230244"/>
            <a:ext cx="7328544" cy="3070643"/>
          </a:xfrm>
          <a:prstGeom prst="rect">
            <a:avLst/>
          </a:prstGeom>
          <a:noFill/>
          <a:ln w="9525">
            <a:noFill/>
            <a:miter lim="800000"/>
            <a:headEnd/>
            <a:tailEnd/>
          </a:ln>
          <a:effectLst/>
        </p:spPr>
        <p:txBody>
          <a:bodyPr vert="horz" wrap="square" lIns="87569" tIns="41397" rIns="87569" bIns="41397"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4" name="Rectangle 6"/>
          <p:cNvSpPr>
            <a:spLocks noGrp="1" noChangeArrowheads="1"/>
          </p:cNvSpPr>
          <p:nvPr>
            <p:ph type="ftr" sz="quarter" idx="4"/>
          </p:nvPr>
        </p:nvSpPr>
        <p:spPr bwMode="auto">
          <a:xfrm>
            <a:off x="-25714" y="6466109"/>
            <a:ext cx="4315698" cy="338310"/>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defTabSz="842786">
              <a:defRPr sz="1000" i="1"/>
            </a:lvl1pPr>
          </a:lstStyle>
          <a:p>
            <a:pPr>
              <a:defRPr/>
            </a:pPr>
            <a:r>
              <a:rPr lang="en-US"/>
              <a:t>Software Design</a:t>
            </a:r>
          </a:p>
        </p:txBody>
      </p:sp>
      <p:sp>
        <p:nvSpPr>
          <p:cNvPr id="2055" name="Rectangle 7"/>
          <p:cNvSpPr>
            <a:spLocks noGrp="1" noChangeArrowheads="1"/>
          </p:cNvSpPr>
          <p:nvPr>
            <p:ph type="sldNum" sz="quarter" idx="5"/>
          </p:nvPr>
        </p:nvSpPr>
        <p:spPr bwMode="auto">
          <a:xfrm>
            <a:off x="5584267" y="6466109"/>
            <a:ext cx="4315698" cy="338310"/>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algn="r" defTabSz="842786">
              <a:defRPr sz="1000" i="1"/>
            </a:lvl1pPr>
          </a:lstStyle>
          <a:p>
            <a:pPr>
              <a:defRPr/>
            </a:pPr>
            <a:fld id="{A7E88535-4BEA-4EE8-AB4A-C9FA970A9824}" type="slidenum">
              <a:rPr lang="en-US"/>
              <a:pPr>
                <a:defRPr/>
              </a:pPr>
              <a:t>‹#›</a:t>
            </a:fld>
            <a:endParaRPr lang="en-US"/>
          </a:p>
        </p:txBody>
      </p:sp>
    </p:spTree>
    <p:extLst>
      <p:ext uri="{BB962C8B-B14F-4D97-AF65-F5344CB8AC3E}">
        <p14:creationId xmlns:p14="http://schemas.microsoft.com/office/powerpoint/2010/main" val="1836913820"/>
      </p:ext>
    </p:extLst>
  </p:cSld>
  <p:clrMap bg1="lt1" tx1="dk1" bg2="lt2" tx2="dk2" accent1="accent1" accent2="accent2" accent3="accent3" accent4="accent4" accent5="accent5" accent6="accent6" hlink="hlink" folHlink="folHlink"/>
  <p:hf hdr="0" dt="0"/>
  <p:notesStyle>
    <a:lvl1pPr algn="l" defTabSz="839788" rtl="0" eaLnBrk="0" fontAlgn="base" hangingPunct="0">
      <a:spcBef>
        <a:spcPct val="30000"/>
      </a:spcBef>
      <a:spcAft>
        <a:spcPct val="0"/>
      </a:spcAft>
      <a:defRPr sz="1200" kern="1200">
        <a:solidFill>
          <a:schemeClr val="tx1"/>
        </a:solidFill>
        <a:latin typeface="Arial" charset="0"/>
        <a:ea typeface="+mn-ea"/>
        <a:cs typeface="+mn-cs"/>
      </a:defRPr>
    </a:lvl1pPr>
    <a:lvl2pPr marL="439738" algn="l" defTabSz="839788" rtl="0" eaLnBrk="0" fontAlgn="base" hangingPunct="0">
      <a:spcBef>
        <a:spcPct val="30000"/>
      </a:spcBef>
      <a:spcAft>
        <a:spcPct val="0"/>
      </a:spcAft>
      <a:defRPr sz="1200" kern="1200">
        <a:solidFill>
          <a:schemeClr val="tx1"/>
        </a:solidFill>
        <a:latin typeface="Arial" charset="0"/>
        <a:ea typeface="+mn-ea"/>
        <a:cs typeface="+mn-cs"/>
      </a:defRPr>
    </a:lvl2pPr>
    <a:lvl3pPr marL="874713" algn="l" defTabSz="839788" rtl="0" eaLnBrk="0" fontAlgn="base" hangingPunct="0">
      <a:spcBef>
        <a:spcPct val="30000"/>
      </a:spcBef>
      <a:spcAft>
        <a:spcPct val="0"/>
      </a:spcAft>
      <a:defRPr sz="1200" kern="1200">
        <a:solidFill>
          <a:schemeClr val="tx1"/>
        </a:solidFill>
        <a:latin typeface="Arial" charset="0"/>
        <a:ea typeface="+mn-ea"/>
        <a:cs typeface="+mn-cs"/>
      </a:defRPr>
    </a:lvl3pPr>
    <a:lvl4pPr marL="1316038" algn="l" defTabSz="839788" rtl="0" eaLnBrk="0" fontAlgn="base" hangingPunct="0">
      <a:spcBef>
        <a:spcPct val="30000"/>
      </a:spcBef>
      <a:spcAft>
        <a:spcPct val="0"/>
      </a:spcAft>
      <a:defRPr sz="1200" kern="1200">
        <a:solidFill>
          <a:schemeClr val="tx1"/>
        </a:solidFill>
        <a:latin typeface="Arial" charset="0"/>
        <a:ea typeface="+mn-ea"/>
        <a:cs typeface="+mn-cs"/>
      </a:defRPr>
    </a:lvl4pPr>
    <a:lvl5pPr marL="1752600" algn="l" defTabSz="839788"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41375">
              <a:defRPr sz="2800">
                <a:solidFill>
                  <a:schemeClr val="tx1"/>
                </a:solidFill>
                <a:latin typeface="Times New Roman" pitchFamily="18" charset="0"/>
              </a:defRPr>
            </a:lvl1pPr>
            <a:lvl2pPr marL="742950" indent="-285750" defTabSz="841375">
              <a:defRPr sz="2800">
                <a:solidFill>
                  <a:schemeClr val="tx1"/>
                </a:solidFill>
                <a:latin typeface="Times New Roman" pitchFamily="18" charset="0"/>
              </a:defRPr>
            </a:lvl2pPr>
            <a:lvl3pPr marL="1143000" indent="-228600" defTabSz="841375">
              <a:defRPr sz="2800">
                <a:solidFill>
                  <a:schemeClr val="tx1"/>
                </a:solidFill>
                <a:latin typeface="Times New Roman" pitchFamily="18" charset="0"/>
              </a:defRPr>
            </a:lvl3pPr>
            <a:lvl4pPr marL="1600200" indent="-228600" defTabSz="841375">
              <a:defRPr sz="2800">
                <a:solidFill>
                  <a:schemeClr val="tx1"/>
                </a:solidFill>
                <a:latin typeface="Times New Roman" pitchFamily="18" charset="0"/>
              </a:defRPr>
            </a:lvl4pPr>
            <a:lvl5pPr marL="2057400" indent="-228600" defTabSz="841375">
              <a:defRPr sz="2800">
                <a:solidFill>
                  <a:schemeClr val="tx1"/>
                </a:solidFill>
                <a:latin typeface="Times New Roman" pitchFamily="18" charset="0"/>
              </a:defRPr>
            </a:lvl5pPr>
            <a:lvl6pPr marL="2514600" indent="-228600" defTabSz="841375" eaLnBrk="0" fontAlgn="base" hangingPunct="0">
              <a:spcBef>
                <a:spcPct val="0"/>
              </a:spcBef>
              <a:spcAft>
                <a:spcPct val="0"/>
              </a:spcAft>
              <a:defRPr sz="2800">
                <a:solidFill>
                  <a:schemeClr val="tx1"/>
                </a:solidFill>
                <a:latin typeface="Times New Roman" pitchFamily="18" charset="0"/>
              </a:defRPr>
            </a:lvl6pPr>
            <a:lvl7pPr marL="2971800" indent="-228600" defTabSz="841375" eaLnBrk="0" fontAlgn="base" hangingPunct="0">
              <a:spcBef>
                <a:spcPct val="0"/>
              </a:spcBef>
              <a:spcAft>
                <a:spcPct val="0"/>
              </a:spcAft>
              <a:defRPr sz="2800">
                <a:solidFill>
                  <a:schemeClr val="tx1"/>
                </a:solidFill>
                <a:latin typeface="Times New Roman" pitchFamily="18" charset="0"/>
              </a:defRPr>
            </a:lvl7pPr>
            <a:lvl8pPr marL="3429000" indent="-228600" defTabSz="841375" eaLnBrk="0" fontAlgn="base" hangingPunct="0">
              <a:spcBef>
                <a:spcPct val="0"/>
              </a:spcBef>
              <a:spcAft>
                <a:spcPct val="0"/>
              </a:spcAft>
              <a:defRPr sz="2800">
                <a:solidFill>
                  <a:schemeClr val="tx1"/>
                </a:solidFill>
                <a:latin typeface="Times New Roman" pitchFamily="18" charset="0"/>
              </a:defRPr>
            </a:lvl8pPr>
            <a:lvl9pPr marL="3886200" indent="-228600" defTabSz="841375" eaLnBrk="0" fontAlgn="base" hangingPunct="0">
              <a:spcBef>
                <a:spcPct val="0"/>
              </a:spcBef>
              <a:spcAft>
                <a:spcPct val="0"/>
              </a:spcAft>
              <a:defRPr sz="2800">
                <a:solidFill>
                  <a:schemeClr val="tx1"/>
                </a:solidFill>
                <a:latin typeface="Times New Roman" pitchFamily="18" charset="0"/>
              </a:defRPr>
            </a:lvl9pPr>
          </a:lstStyle>
          <a:p>
            <a:r>
              <a:rPr lang="en-US" sz="1000"/>
              <a:t>Software Design</a:t>
            </a:r>
          </a:p>
        </p:txBody>
      </p:sp>
      <p:sp>
        <p:nvSpPr>
          <p:cNvPr id="1331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41375">
              <a:defRPr sz="2800">
                <a:solidFill>
                  <a:schemeClr val="tx1"/>
                </a:solidFill>
                <a:latin typeface="Times New Roman" pitchFamily="18" charset="0"/>
              </a:defRPr>
            </a:lvl1pPr>
            <a:lvl2pPr marL="742950" indent="-285750" defTabSz="841375">
              <a:defRPr sz="2800">
                <a:solidFill>
                  <a:schemeClr val="tx1"/>
                </a:solidFill>
                <a:latin typeface="Times New Roman" pitchFamily="18" charset="0"/>
              </a:defRPr>
            </a:lvl2pPr>
            <a:lvl3pPr marL="1143000" indent="-228600" defTabSz="841375">
              <a:defRPr sz="2800">
                <a:solidFill>
                  <a:schemeClr val="tx1"/>
                </a:solidFill>
                <a:latin typeface="Times New Roman" pitchFamily="18" charset="0"/>
              </a:defRPr>
            </a:lvl3pPr>
            <a:lvl4pPr marL="1600200" indent="-228600" defTabSz="841375">
              <a:defRPr sz="2800">
                <a:solidFill>
                  <a:schemeClr val="tx1"/>
                </a:solidFill>
                <a:latin typeface="Times New Roman" pitchFamily="18" charset="0"/>
              </a:defRPr>
            </a:lvl4pPr>
            <a:lvl5pPr marL="2057400" indent="-228600" defTabSz="841375">
              <a:defRPr sz="2800">
                <a:solidFill>
                  <a:schemeClr val="tx1"/>
                </a:solidFill>
                <a:latin typeface="Times New Roman" pitchFamily="18" charset="0"/>
              </a:defRPr>
            </a:lvl5pPr>
            <a:lvl6pPr marL="2514600" indent="-228600" defTabSz="841375" eaLnBrk="0" fontAlgn="base" hangingPunct="0">
              <a:spcBef>
                <a:spcPct val="0"/>
              </a:spcBef>
              <a:spcAft>
                <a:spcPct val="0"/>
              </a:spcAft>
              <a:defRPr sz="2800">
                <a:solidFill>
                  <a:schemeClr val="tx1"/>
                </a:solidFill>
                <a:latin typeface="Times New Roman" pitchFamily="18" charset="0"/>
              </a:defRPr>
            </a:lvl6pPr>
            <a:lvl7pPr marL="2971800" indent="-228600" defTabSz="841375" eaLnBrk="0" fontAlgn="base" hangingPunct="0">
              <a:spcBef>
                <a:spcPct val="0"/>
              </a:spcBef>
              <a:spcAft>
                <a:spcPct val="0"/>
              </a:spcAft>
              <a:defRPr sz="2800">
                <a:solidFill>
                  <a:schemeClr val="tx1"/>
                </a:solidFill>
                <a:latin typeface="Times New Roman" pitchFamily="18" charset="0"/>
              </a:defRPr>
            </a:lvl7pPr>
            <a:lvl8pPr marL="3429000" indent="-228600" defTabSz="841375" eaLnBrk="0" fontAlgn="base" hangingPunct="0">
              <a:spcBef>
                <a:spcPct val="0"/>
              </a:spcBef>
              <a:spcAft>
                <a:spcPct val="0"/>
              </a:spcAft>
              <a:defRPr sz="2800">
                <a:solidFill>
                  <a:schemeClr val="tx1"/>
                </a:solidFill>
                <a:latin typeface="Times New Roman" pitchFamily="18" charset="0"/>
              </a:defRPr>
            </a:lvl8pPr>
            <a:lvl9pPr marL="3886200" indent="-228600" defTabSz="841375" eaLnBrk="0" fontAlgn="base" hangingPunct="0">
              <a:spcBef>
                <a:spcPct val="0"/>
              </a:spcBef>
              <a:spcAft>
                <a:spcPct val="0"/>
              </a:spcAft>
              <a:defRPr sz="2800">
                <a:solidFill>
                  <a:schemeClr val="tx1"/>
                </a:solidFill>
                <a:latin typeface="Times New Roman" pitchFamily="18" charset="0"/>
              </a:defRPr>
            </a:lvl9pPr>
          </a:lstStyle>
          <a:p>
            <a:fld id="{9230C636-ECB8-47BE-92DE-F91BE5C0FACE}" type="slidenum">
              <a:rPr lang="en-US" sz="1000" smtClean="0"/>
              <a:pPr/>
              <a:t>1</a:t>
            </a:fld>
            <a:endParaRPr lang="en-US" sz="1000"/>
          </a:p>
        </p:txBody>
      </p:sp>
      <p:sp>
        <p:nvSpPr>
          <p:cNvPr id="13316" name="Rectangle 2"/>
          <p:cNvSpPr>
            <a:spLocks noGrp="1" noRot="1" noChangeAspect="1" noChangeArrowheads="1" noTextEdit="1"/>
          </p:cNvSpPr>
          <p:nvPr>
            <p:ph type="sldImg"/>
          </p:nvPr>
        </p:nvSpPr>
        <p:spPr>
          <a:ln/>
        </p:spPr>
      </p:sp>
      <p:sp>
        <p:nvSpPr>
          <p:cNvPr id="1331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Tree>
    <p:extLst>
      <p:ext uri="{BB962C8B-B14F-4D97-AF65-F5344CB8AC3E}">
        <p14:creationId xmlns:p14="http://schemas.microsoft.com/office/powerpoint/2010/main" val="128403181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4" name="Line 1026"/>
          <p:cNvSpPr>
            <a:spLocks noChangeShapeType="1"/>
          </p:cNvSpPr>
          <p:nvPr/>
        </p:nvSpPr>
        <p:spPr bwMode="auto">
          <a:xfrm>
            <a:off x="0" y="3429000"/>
            <a:ext cx="8693150" cy="0"/>
          </a:xfrm>
          <a:prstGeom prst="line">
            <a:avLst/>
          </a:prstGeom>
          <a:noFill/>
          <a:ln w="50800">
            <a:solidFill>
              <a:schemeClr val="tx2"/>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3075" name="Rectangle 1027"/>
          <p:cNvSpPr>
            <a:spLocks noGrp="1" noChangeArrowheads="1"/>
          </p:cNvSpPr>
          <p:nvPr>
            <p:ph type="ctrTitle" sz="quarter"/>
          </p:nvPr>
        </p:nvSpPr>
        <p:spPr>
          <a:xfrm>
            <a:off x="381000" y="381000"/>
            <a:ext cx="9067800" cy="3048000"/>
          </a:xfrm>
        </p:spPr>
        <p:txBody>
          <a:bodyPr/>
          <a:lstStyle>
            <a:lvl1pPr>
              <a:defRPr sz="6600"/>
            </a:lvl1pPr>
          </a:lstStyle>
          <a:p>
            <a:r>
              <a:rPr lang="en-US"/>
              <a:t>Click to edit Master title style</a:t>
            </a:r>
          </a:p>
        </p:txBody>
      </p:sp>
      <p:sp>
        <p:nvSpPr>
          <p:cNvPr id="3076" name="Rectangle 1028"/>
          <p:cNvSpPr>
            <a:spLocks noGrp="1" noChangeArrowheads="1"/>
          </p:cNvSpPr>
          <p:nvPr>
            <p:ph type="subTitle" sz="quarter" idx="1"/>
          </p:nvPr>
        </p:nvSpPr>
        <p:spPr>
          <a:xfrm>
            <a:off x="401638" y="3886200"/>
            <a:ext cx="9067800" cy="2819400"/>
          </a:xfrm>
        </p:spPr>
        <p:txBody>
          <a:bodyPr/>
          <a:lstStyle>
            <a:lvl1pPr marL="0" indent="0">
              <a:buFont typeface="Wingdings" pitchFamily="2" charset="2"/>
              <a:buNone/>
              <a:defRPr/>
            </a:lvl1pPr>
          </a:lstStyle>
          <a:p>
            <a:r>
              <a:rPr lang="en-US"/>
              <a:t>Click to edit Master subtitle style</a:t>
            </a:r>
          </a:p>
        </p:txBody>
      </p:sp>
      <p:sp>
        <p:nvSpPr>
          <p:cNvPr id="5" name="Rectangle 1029"/>
          <p:cNvSpPr>
            <a:spLocks noGrp="1" noChangeArrowheads="1"/>
          </p:cNvSpPr>
          <p:nvPr>
            <p:ph type="dt" sz="quarter" idx="10"/>
          </p:nvPr>
        </p:nvSpPr>
        <p:spPr>
          <a:xfrm>
            <a:off x="401638" y="6248400"/>
            <a:ext cx="2062162" cy="457200"/>
          </a:xfrm>
        </p:spPr>
        <p:txBody>
          <a:bodyPr/>
          <a:lstStyle>
            <a:lvl1pPr>
              <a:defRPr/>
            </a:lvl1pPr>
          </a:lstStyle>
          <a:p>
            <a:pPr>
              <a:defRPr/>
            </a:pPr>
            <a:endParaRPr lang="en-US"/>
          </a:p>
        </p:txBody>
      </p:sp>
      <p:sp>
        <p:nvSpPr>
          <p:cNvPr id="6" name="Rectangle 1030"/>
          <p:cNvSpPr>
            <a:spLocks noGrp="1" noChangeArrowheads="1"/>
          </p:cNvSpPr>
          <p:nvPr>
            <p:ph type="ftr" sz="quarter" idx="11"/>
          </p:nvPr>
        </p:nvSpPr>
        <p:spPr>
          <a:xfrm>
            <a:off x="3367088" y="6248400"/>
            <a:ext cx="3136900" cy="457200"/>
          </a:xfrm>
        </p:spPr>
        <p:txBody>
          <a:bodyPr/>
          <a:lstStyle>
            <a:lvl1pPr>
              <a:defRPr/>
            </a:lvl1pPr>
          </a:lstStyle>
          <a:p>
            <a:pPr>
              <a:defRPr/>
            </a:pPr>
            <a:r>
              <a:rPr lang="en-US"/>
              <a:t>Software Quality</a:t>
            </a:r>
          </a:p>
        </p:txBody>
      </p:sp>
      <p:sp>
        <p:nvSpPr>
          <p:cNvPr id="7" name="Rectangle 1031"/>
          <p:cNvSpPr>
            <a:spLocks noGrp="1" noChangeArrowheads="1"/>
          </p:cNvSpPr>
          <p:nvPr>
            <p:ph type="sldNum" sz="quarter" idx="12"/>
          </p:nvPr>
        </p:nvSpPr>
        <p:spPr>
          <a:xfrm>
            <a:off x="7407275" y="6248400"/>
            <a:ext cx="2062163" cy="457200"/>
          </a:xfrm>
        </p:spPr>
        <p:txBody>
          <a:bodyPr/>
          <a:lstStyle>
            <a:lvl1pPr>
              <a:defRPr/>
            </a:lvl1pPr>
          </a:lstStyle>
          <a:p>
            <a:pPr>
              <a:defRPr/>
            </a:pPr>
            <a:fld id="{C9E3E309-C4F3-40C3-813B-7A36DC967DF9}" type="slidenum">
              <a:rPr lang="en-US"/>
              <a:pPr>
                <a:defRPr/>
              </a:pPr>
              <a:t>‹#›</a:t>
            </a:fld>
            <a:endParaRPr lang="en-US"/>
          </a:p>
        </p:txBody>
      </p:sp>
    </p:spTree>
    <p:extLst>
      <p:ext uri="{BB962C8B-B14F-4D97-AF65-F5344CB8AC3E}">
        <p14:creationId xmlns:p14="http://schemas.microsoft.com/office/powerpoint/2010/main" val="3444432482"/>
      </p:ext>
    </p:extLst>
  </p:cSld>
  <p:clrMapOvr>
    <a:overrideClrMapping bg1="lt1" tx1="dk1" bg2="lt2" tx2="dk2" accent1="accent1" accent2="accent2" accent3="accent3" accent4="accent4" accent5="accent5" accent6="accent6" hlink="hlink" folHlink="folHlink"/>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63B8F44C-0EDE-4D7D-9086-BD1CF3CE7AF7}" type="slidenum">
              <a:rPr lang="en-US"/>
              <a:pPr>
                <a:defRPr/>
              </a:pPr>
              <a:t>‹#›</a:t>
            </a:fld>
            <a:endParaRPr lang="en-US"/>
          </a:p>
        </p:txBody>
      </p:sp>
    </p:spTree>
    <p:extLst>
      <p:ext uri="{BB962C8B-B14F-4D97-AF65-F5344CB8AC3E}">
        <p14:creationId xmlns:p14="http://schemas.microsoft.com/office/powerpoint/2010/main" val="3531888079"/>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638" y="4406900"/>
            <a:ext cx="8416925"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82638" y="2906713"/>
            <a:ext cx="8416925"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ECCD115F-8D68-417D-BE51-0997C55306EF}" type="slidenum">
              <a:rPr lang="en-US"/>
              <a:pPr>
                <a:defRPr/>
              </a:pPr>
              <a:t>‹#›</a:t>
            </a:fld>
            <a:endParaRPr lang="en-US"/>
          </a:p>
        </p:txBody>
      </p:sp>
    </p:spTree>
    <p:extLst>
      <p:ext uri="{BB962C8B-B14F-4D97-AF65-F5344CB8AC3E}">
        <p14:creationId xmlns:p14="http://schemas.microsoft.com/office/powerpoint/2010/main" val="128324402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12750" y="1676400"/>
            <a:ext cx="4441825" cy="4953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06975" y="1676400"/>
            <a:ext cx="4441825" cy="4953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7" name="Rectangle 7"/>
          <p:cNvSpPr>
            <a:spLocks noGrp="1" noChangeArrowheads="1"/>
          </p:cNvSpPr>
          <p:nvPr>
            <p:ph type="sldNum" sz="quarter" idx="12"/>
          </p:nvPr>
        </p:nvSpPr>
        <p:spPr>
          <a:ln/>
        </p:spPr>
        <p:txBody>
          <a:bodyPr/>
          <a:lstStyle>
            <a:lvl1pPr>
              <a:defRPr/>
            </a:lvl1pPr>
          </a:lstStyle>
          <a:p>
            <a:pPr>
              <a:defRPr/>
            </a:pPr>
            <a:fld id="{D6C972CB-25A0-49CA-A04F-81E0CCB967DE}" type="slidenum">
              <a:rPr lang="en-US"/>
              <a:pPr>
                <a:defRPr/>
              </a:pPr>
              <a:t>‹#›</a:t>
            </a:fld>
            <a:endParaRPr lang="en-US"/>
          </a:p>
        </p:txBody>
      </p:sp>
    </p:spTree>
    <p:extLst>
      <p:ext uri="{BB962C8B-B14F-4D97-AF65-F5344CB8AC3E}">
        <p14:creationId xmlns:p14="http://schemas.microsoft.com/office/powerpoint/2010/main" val="3245672346"/>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95300" y="274638"/>
            <a:ext cx="8912225"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3"/>
            <a:ext cx="437515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95300" y="2174875"/>
            <a:ext cx="437515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0788" y="1535113"/>
            <a:ext cx="437673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30788" y="2174875"/>
            <a:ext cx="437673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5"/>
          <p:cNvSpPr>
            <a:spLocks noGrp="1" noChangeArrowheads="1"/>
          </p:cNvSpPr>
          <p:nvPr>
            <p:ph type="dt" sz="half" idx="10"/>
          </p:nvPr>
        </p:nvSpPr>
        <p:spPr>
          <a:ln/>
        </p:spPr>
        <p:txBody>
          <a:bodyPr/>
          <a:lstStyle>
            <a:lvl1pPr>
              <a:defRPr/>
            </a:lvl1pPr>
          </a:lstStyle>
          <a:p>
            <a:pPr>
              <a:defRPr/>
            </a:pPr>
            <a:endParaRPr lang="en-US"/>
          </a:p>
        </p:txBody>
      </p:sp>
      <p:sp>
        <p:nvSpPr>
          <p:cNvPr id="8"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9" name="Rectangle 7"/>
          <p:cNvSpPr>
            <a:spLocks noGrp="1" noChangeArrowheads="1"/>
          </p:cNvSpPr>
          <p:nvPr>
            <p:ph type="sldNum" sz="quarter" idx="12"/>
          </p:nvPr>
        </p:nvSpPr>
        <p:spPr>
          <a:ln/>
        </p:spPr>
        <p:txBody>
          <a:bodyPr/>
          <a:lstStyle>
            <a:lvl1pPr>
              <a:defRPr/>
            </a:lvl1pPr>
          </a:lstStyle>
          <a:p>
            <a:pPr>
              <a:defRPr/>
            </a:pPr>
            <a:fld id="{65FA675B-1F56-4A1F-B974-9460B94FF877}" type="slidenum">
              <a:rPr lang="en-US"/>
              <a:pPr>
                <a:defRPr/>
              </a:pPr>
              <a:t>‹#›</a:t>
            </a:fld>
            <a:endParaRPr lang="en-US"/>
          </a:p>
        </p:txBody>
      </p:sp>
    </p:spTree>
    <p:extLst>
      <p:ext uri="{BB962C8B-B14F-4D97-AF65-F5344CB8AC3E}">
        <p14:creationId xmlns:p14="http://schemas.microsoft.com/office/powerpoint/2010/main" val="4252614090"/>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5"/>
          <p:cNvSpPr>
            <a:spLocks noGrp="1" noChangeArrowheads="1"/>
          </p:cNvSpPr>
          <p:nvPr>
            <p:ph type="dt" sz="half" idx="10"/>
          </p:nvPr>
        </p:nvSpPr>
        <p:spPr>
          <a:ln/>
        </p:spPr>
        <p:txBody>
          <a:bodyPr/>
          <a:lstStyle>
            <a:lvl1pPr>
              <a:defRPr/>
            </a:lvl1pPr>
          </a:lstStyle>
          <a:p>
            <a:pPr>
              <a:defRPr/>
            </a:pPr>
            <a:endParaRPr lang="en-US"/>
          </a:p>
        </p:txBody>
      </p:sp>
      <p:sp>
        <p:nvSpPr>
          <p:cNvPr id="4"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5" name="Rectangle 7"/>
          <p:cNvSpPr>
            <a:spLocks noGrp="1" noChangeArrowheads="1"/>
          </p:cNvSpPr>
          <p:nvPr>
            <p:ph type="sldNum" sz="quarter" idx="12"/>
          </p:nvPr>
        </p:nvSpPr>
        <p:spPr>
          <a:ln/>
        </p:spPr>
        <p:txBody>
          <a:bodyPr/>
          <a:lstStyle>
            <a:lvl1pPr>
              <a:defRPr/>
            </a:lvl1pPr>
          </a:lstStyle>
          <a:p>
            <a:pPr>
              <a:defRPr/>
            </a:pPr>
            <a:fld id="{C55598A2-17A2-444F-952B-9804449BE04B}" type="slidenum">
              <a:rPr lang="en-US"/>
              <a:pPr>
                <a:defRPr/>
              </a:pPr>
              <a:t>‹#›</a:t>
            </a:fld>
            <a:endParaRPr lang="en-US"/>
          </a:p>
        </p:txBody>
      </p:sp>
    </p:spTree>
    <p:extLst>
      <p:ext uri="{BB962C8B-B14F-4D97-AF65-F5344CB8AC3E}">
        <p14:creationId xmlns:p14="http://schemas.microsoft.com/office/powerpoint/2010/main" val="132614715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p>
        </p:txBody>
      </p:sp>
      <p:sp>
        <p:nvSpPr>
          <p:cNvPr id="3"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4" name="Rectangle 7"/>
          <p:cNvSpPr>
            <a:spLocks noGrp="1" noChangeArrowheads="1"/>
          </p:cNvSpPr>
          <p:nvPr>
            <p:ph type="sldNum" sz="quarter" idx="12"/>
          </p:nvPr>
        </p:nvSpPr>
        <p:spPr>
          <a:ln/>
        </p:spPr>
        <p:txBody>
          <a:bodyPr/>
          <a:lstStyle>
            <a:lvl1pPr>
              <a:defRPr/>
            </a:lvl1pPr>
          </a:lstStyle>
          <a:p>
            <a:pPr>
              <a:defRPr/>
            </a:pPr>
            <a:fld id="{1AD18685-0001-4CA4-BB9B-682137D85FB6}" type="slidenum">
              <a:rPr lang="en-US"/>
              <a:pPr>
                <a:defRPr/>
              </a:pPr>
              <a:t>‹#›</a:t>
            </a:fld>
            <a:endParaRPr lang="en-US"/>
          </a:p>
        </p:txBody>
      </p:sp>
    </p:spTree>
    <p:extLst>
      <p:ext uri="{BB962C8B-B14F-4D97-AF65-F5344CB8AC3E}">
        <p14:creationId xmlns:p14="http://schemas.microsoft.com/office/powerpoint/2010/main" val="269660345"/>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0" y="273050"/>
            <a:ext cx="3257550"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871913" y="273050"/>
            <a:ext cx="553561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0" y="1435100"/>
            <a:ext cx="3257550"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5"/>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7" name="Rectangle 7"/>
          <p:cNvSpPr>
            <a:spLocks noGrp="1" noChangeArrowheads="1"/>
          </p:cNvSpPr>
          <p:nvPr>
            <p:ph type="sldNum" sz="quarter" idx="12"/>
          </p:nvPr>
        </p:nvSpPr>
        <p:spPr>
          <a:ln/>
        </p:spPr>
        <p:txBody>
          <a:bodyPr/>
          <a:lstStyle>
            <a:lvl1pPr>
              <a:defRPr/>
            </a:lvl1pPr>
          </a:lstStyle>
          <a:p>
            <a:pPr>
              <a:defRPr/>
            </a:pPr>
            <a:fld id="{A00572DE-3297-44C9-8095-AE1A459C6662}" type="slidenum">
              <a:rPr lang="en-US"/>
              <a:pPr>
                <a:defRPr/>
              </a:pPr>
              <a:t>‹#›</a:t>
            </a:fld>
            <a:endParaRPr lang="en-US"/>
          </a:p>
        </p:txBody>
      </p:sp>
    </p:spTree>
    <p:extLst>
      <p:ext uri="{BB962C8B-B14F-4D97-AF65-F5344CB8AC3E}">
        <p14:creationId xmlns:p14="http://schemas.microsoft.com/office/powerpoint/2010/main" val="422564286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513" y="4800600"/>
            <a:ext cx="5940425"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941513" y="612775"/>
            <a:ext cx="594042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941513" y="5367338"/>
            <a:ext cx="594042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5"/>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7" name="Rectangle 7"/>
          <p:cNvSpPr>
            <a:spLocks noGrp="1" noChangeArrowheads="1"/>
          </p:cNvSpPr>
          <p:nvPr>
            <p:ph type="sldNum" sz="quarter" idx="12"/>
          </p:nvPr>
        </p:nvSpPr>
        <p:spPr>
          <a:ln/>
        </p:spPr>
        <p:txBody>
          <a:bodyPr/>
          <a:lstStyle>
            <a:lvl1pPr>
              <a:defRPr/>
            </a:lvl1pPr>
          </a:lstStyle>
          <a:p>
            <a:pPr>
              <a:defRPr/>
            </a:pPr>
            <a:fld id="{C68E5FA2-5579-48D2-AAEA-0395A9685864}" type="slidenum">
              <a:rPr lang="en-US"/>
              <a:pPr>
                <a:defRPr/>
              </a:pPr>
              <a:t>‹#›</a:t>
            </a:fld>
            <a:endParaRPr lang="en-US"/>
          </a:p>
        </p:txBody>
      </p:sp>
    </p:spTree>
    <p:extLst>
      <p:ext uri="{BB962C8B-B14F-4D97-AF65-F5344CB8AC3E}">
        <p14:creationId xmlns:p14="http://schemas.microsoft.com/office/powerpoint/2010/main" val="1610922350"/>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4EDE836C-C506-41B6-AE73-6EC51D540379}" type="slidenum">
              <a:rPr lang="en-US"/>
              <a:pPr>
                <a:defRPr/>
              </a:pPr>
              <a:t>‹#›</a:t>
            </a:fld>
            <a:endParaRPr lang="en-US"/>
          </a:p>
        </p:txBody>
      </p:sp>
    </p:spTree>
    <p:extLst>
      <p:ext uri="{BB962C8B-B14F-4D97-AF65-F5344CB8AC3E}">
        <p14:creationId xmlns:p14="http://schemas.microsoft.com/office/powerpoint/2010/main" val="2008190766"/>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9788" y="266700"/>
            <a:ext cx="2259012" cy="63627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12750" y="266700"/>
            <a:ext cx="6624638" cy="63627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C807D62A-A25F-4874-AB67-6CF4C9C4736C}" type="slidenum">
              <a:rPr lang="en-US"/>
              <a:pPr>
                <a:defRPr/>
              </a:pPr>
              <a:t>‹#›</a:t>
            </a:fld>
            <a:endParaRPr lang="en-US"/>
          </a:p>
        </p:txBody>
      </p:sp>
    </p:spTree>
    <p:extLst>
      <p:ext uri="{BB962C8B-B14F-4D97-AF65-F5344CB8AC3E}">
        <p14:creationId xmlns:p14="http://schemas.microsoft.com/office/powerpoint/2010/main" val="4168420388"/>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412750" y="266700"/>
            <a:ext cx="9036050" cy="1104900"/>
          </a:xfrm>
        </p:spPr>
        <p:txBody>
          <a:bodyPr/>
          <a:lstStyle/>
          <a:p>
            <a:r>
              <a:rPr lang="en-US"/>
              <a:t>Click to edit Master title style</a:t>
            </a:r>
          </a:p>
        </p:txBody>
      </p:sp>
      <p:sp>
        <p:nvSpPr>
          <p:cNvPr id="3" name="Table Placeholder 2"/>
          <p:cNvSpPr>
            <a:spLocks noGrp="1"/>
          </p:cNvSpPr>
          <p:nvPr>
            <p:ph type="tbl" idx="1"/>
          </p:nvPr>
        </p:nvSpPr>
        <p:spPr>
          <a:xfrm>
            <a:off x="412750" y="1676400"/>
            <a:ext cx="9036050" cy="4953000"/>
          </a:xfrm>
        </p:spPr>
        <p:txBody>
          <a:bodyPr/>
          <a:lstStyle/>
          <a:p>
            <a:pPr lvl="0"/>
            <a:endParaRPr lang="en-US" noProof="0"/>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5792DDC3-EFA3-4647-8A6E-E8039DA1A91A}" type="slidenum">
              <a:rPr lang="en-US"/>
              <a:pPr>
                <a:defRPr/>
              </a:pPr>
              <a:t>‹#›</a:t>
            </a:fld>
            <a:endParaRPr lang="en-US"/>
          </a:p>
        </p:txBody>
      </p:sp>
    </p:spTree>
    <p:extLst>
      <p:ext uri="{BB962C8B-B14F-4D97-AF65-F5344CB8AC3E}">
        <p14:creationId xmlns:p14="http://schemas.microsoft.com/office/powerpoint/2010/main" val="1249592127"/>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
          <p:cNvSpPr>
            <a:spLocks noChangeShapeType="1"/>
          </p:cNvSpPr>
          <p:nvPr/>
        </p:nvSpPr>
        <p:spPr bwMode="auto">
          <a:xfrm>
            <a:off x="0" y="1371600"/>
            <a:ext cx="8693150" cy="0"/>
          </a:xfrm>
          <a:prstGeom prst="line">
            <a:avLst/>
          </a:prstGeom>
          <a:noFill/>
          <a:ln w="50800">
            <a:solidFill>
              <a:schemeClr val="tx2"/>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1027" name="Rectangle 3"/>
          <p:cNvSpPr>
            <a:spLocks noGrp="1" noChangeArrowheads="1"/>
          </p:cNvSpPr>
          <p:nvPr>
            <p:ph type="title"/>
          </p:nvPr>
        </p:nvSpPr>
        <p:spPr bwMode="auto">
          <a:xfrm>
            <a:off x="412750" y="266700"/>
            <a:ext cx="9036050" cy="1104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b" anchorCtr="0" compatLnSpc="1">
            <a:prstTxWarp prst="textNoShape">
              <a:avLst/>
            </a:prstTxWarp>
          </a:bodyPr>
          <a:lstStyle/>
          <a:p>
            <a:pPr lvl="0"/>
            <a:r>
              <a:rPr lang="en-US"/>
              <a:t>Click to edit Master title style</a:t>
            </a:r>
          </a:p>
        </p:txBody>
      </p:sp>
      <p:sp>
        <p:nvSpPr>
          <p:cNvPr id="1028" name="Rectangle 4"/>
          <p:cNvSpPr>
            <a:spLocks noGrp="1" noChangeArrowheads="1"/>
          </p:cNvSpPr>
          <p:nvPr>
            <p:ph type="body" idx="1"/>
          </p:nvPr>
        </p:nvSpPr>
        <p:spPr bwMode="auto">
          <a:xfrm>
            <a:off x="412750" y="1676400"/>
            <a:ext cx="9036050"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9" name="Rectangle 5"/>
          <p:cNvSpPr>
            <a:spLocks noGrp="1" noChangeArrowheads="1"/>
          </p:cNvSpPr>
          <p:nvPr>
            <p:ph type="dt" sz="half" idx="2"/>
          </p:nvPr>
        </p:nvSpPr>
        <p:spPr bwMode="auto">
          <a:xfrm>
            <a:off x="412750" y="6172200"/>
            <a:ext cx="2062163"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defRPr sz="1400">
                <a:solidFill>
                  <a:schemeClr val="folHlink"/>
                </a:solidFill>
              </a:defRPr>
            </a:lvl1pPr>
          </a:lstStyle>
          <a:p>
            <a:pPr>
              <a:defRPr/>
            </a:pPr>
            <a:endParaRPr lang="en-US"/>
          </a:p>
        </p:txBody>
      </p:sp>
      <p:sp>
        <p:nvSpPr>
          <p:cNvPr id="1030" name="Rectangle 6"/>
          <p:cNvSpPr>
            <a:spLocks noGrp="1" noChangeArrowheads="1"/>
          </p:cNvSpPr>
          <p:nvPr>
            <p:ph type="ftr" sz="quarter" idx="3"/>
          </p:nvPr>
        </p:nvSpPr>
        <p:spPr bwMode="auto">
          <a:xfrm>
            <a:off x="3382963" y="6172200"/>
            <a:ext cx="31369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ctr">
              <a:defRPr sz="1400">
                <a:solidFill>
                  <a:schemeClr val="folHlink"/>
                </a:solidFill>
              </a:defRPr>
            </a:lvl1pPr>
          </a:lstStyle>
          <a:p>
            <a:pPr>
              <a:defRPr/>
            </a:pPr>
            <a:r>
              <a:rPr lang="en-US"/>
              <a:t>Software Quality</a:t>
            </a:r>
          </a:p>
        </p:txBody>
      </p:sp>
      <p:sp>
        <p:nvSpPr>
          <p:cNvPr id="1031" name="Rectangle 7"/>
          <p:cNvSpPr>
            <a:spLocks noGrp="1" noChangeArrowheads="1"/>
          </p:cNvSpPr>
          <p:nvPr>
            <p:ph type="sldNum" sz="quarter" idx="4"/>
          </p:nvPr>
        </p:nvSpPr>
        <p:spPr bwMode="auto">
          <a:xfrm>
            <a:off x="7427913" y="6172200"/>
            <a:ext cx="2062162"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r">
              <a:defRPr sz="1400">
                <a:solidFill>
                  <a:schemeClr val="folHlink"/>
                </a:solidFill>
              </a:defRPr>
            </a:lvl1pPr>
          </a:lstStyle>
          <a:p>
            <a:pPr>
              <a:defRPr/>
            </a:pPr>
            <a:fld id="{BD8E331F-9D83-4245-9A62-97CA84DE22F4}"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868" r:id="rId1"/>
    <p:sldLayoutId id="2147483857" r:id="rId2"/>
    <p:sldLayoutId id="2147483858" r:id="rId3"/>
    <p:sldLayoutId id="2147483859" r:id="rId4"/>
    <p:sldLayoutId id="2147483860" r:id="rId5"/>
    <p:sldLayoutId id="2147483861" r:id="rId6"/>
    <p:sldLayoutId id="2147483862" r:id="rId7"/>
    <p:sldLayoutId id="2147483863" r:id="rId8"/>
    <p:sldLayoutId id="2147483864" r:id="rId9"/>
    <p:sldLayoutId id="2147483865" r:id="rId10"/>
    <p:sldLayoutId id="2147483866" r:id="rId11"/>
    <p:sldLayoutId id="2147483867" r:id="rId12"/>
  </p:sldLayoutIdLst>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028">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1028">
                                            <p:txEl>
                                              <p:pRg st="0" end="0"/>
                                            </p:txEl>
                                          </p:spTgt>
                                        </p:tgtEl>
                                        <p:attrNameLst>
                                          <p:attrName>ppt_c</p:attrName>
                                        </p:attrNameLst>
                                      </p:cBhvr>
                                      <p:to>
                                        <a:schemeClr val="folHlink"/>
                                      </p:to>
                                    </p:animClr>
                                  </p:sub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028">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1028">
                                            <p:txEl>
                                              <p:pRg st="1" end="1"/>
                                            </p:txEl>
                                          </p:spTgt>
                                        </p:tgtEl>
                                        <p:attrNameLst>
                                          <p:attrName>ppt_c</p:attrName>
                                        </p:attrNameLst>
                                      </p:cBhvr>
                                      <p:to>
                                        <a:schemeClr val="folHlink"/>
                                      </p:to>
                                    </p:animClr>
                                  </p:sub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028">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1028">
                                            <p:txEl>
                                              <p:pRg st="2" end="2"/>
                                            </p:txEl>
                                          </p:spTgt>
                                        </p:tgtEl>
                                        <p:attrNameLst>
                                          <p:attrName>ppt_c</p:attrName>
                                        </p:attrNameLst>
                                      </p:cBhvr>
                                      <p:to>
                                        <a:schemeClr val="folHlink"/>
                                      </p:to>
                                    </p:animClr>
                                  </p:subTnLst>
                                </p:cTn>
                              </p:par>
                              <p:par>
                                <p:cTn id="15" presetID="1" presetClass="entr" presetSubtype="0" fill="hold" grpId="0" nodeType="withEffect">
                                  <p:stCondLst>
                                    <p:cond delay="0"/>
                                  </p:stCondLst>
                                  <p:childTnLst>
                                    <p:set>
                                      <p:cBhvr>
                                        <p:cTn id="16" dur="1" fill="hold">
                                          <p:stCondLst>
                                            <p:cond delay="499"/>
                                          </p:stCondLst>
                                        </p:cTn>
                                        <p:tgtEl>
                                          <p:spTgt spid="1028">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1028">
                                            <p:txEl>
                                              <p:pRg st="3" end="3"/>
                                            </p:txEl>
                                          </p:spTgt>
                                        </p:tgtEl>
                                        <p:attrNameLst>
                                          <p:attrName>ppt_c</p:attrName>
                                        </p:attrNameLst>
                                      </p:cBhvr>
                                      <p:to>
                                        <a:schemeClr val="folHlink"/>
                                      </p:to>
                                    </p:animClr>
                                  </p:subTnLst>
                                </p:cTn>
                              </p:par>
                              <p:par>
                                <p:cTn id="17" presetID="1" presetClass="entr" presetSubtype="0" fill="hold" grpId="0" nodeType="withEffect">
                                  <p:stCondLst>
                                    <p:cond delay="0"/>
                                  </p:stCondLst>
                                  <p:childTnLst>
                                    <p:set>
                                      <p:cBhvr>
                                        <p:cTn id="18" dur="1" fill="hold">
                                          <p:stCondLst>
                                            <p:cond delay="499"/>
                                          </p:stCondLst>
                                        </p:cTn>
                                        <p:tgtEl>
                                          <p:spTgt spid="1028">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1028">
                                            <p:txEl>
                                              <p:pRg st="4" end="4"/>
                                            </p:txEl>
                                          </p:spTgt>
                                        </p:tgtEl>
                                        <p:attrNameLst>
                                          <p:attrName>ppt_c</p:attrName>
                                        </p:attrNameLst>
                                      </p:cBhvr>
                                      <p:to>
                                        <a:schemeClr val="folHlink"/>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8" grpId="0" build="p" bldLvl="3" autoUpdateAnimBg="0">
        <p:tmplLst>
          <p:tmpl lvl="1">
            <p:tnLst>
              <p:par>
                <p:cTn presetID="1" presetClass="entr" presetSubtype="0" fill="hold" nodeType="clickEffect">
                  <p:stCondLst>
                    <p:cond delay="0"/>
                  </p:stCondLst>
                  <p:childTnLst>
                    <p:set>
                      <p:cBhvr>
                        <p:cTn dur="1" fill="hold">
                          <p:stCondLst>
                            <p:cond delay="499"/>
                          </p:stCondLst>
                        </p:cTn>
                        <p:tgtEl>
                          <p:spTgt spid="1028"/>
                        </p:tgtEl>
                        <p:attrNameLst>
                          <p:attrName>style.visibility</p:attrName>
                        </p:attrNameLst>
                      </p:cBhvr>
                      <p:to>
                        <p:strVal val="visible"/>
                      </p:to>
                    </p:set>
                  </p:childTnLst>
                  <p:subTnLst>
                    <p:animClr clrSpc="rgb" dir="cw">
                      <p:cBhvr override="childStyle">
                        <p:cTn dur="1" fill="hold" display="0" masterRel="nextClick" afterEffect="1"/>
                        <p:tgtEl>
                          <p:spTgt spid="1028"/>
                        </p:tgtEl>
                        <p:attrNameLst>
                          <p:attrName>ppt_c</p:attrName>
                        </p:attrNameLst>
                      </p:cBhvr>
                      <p:to>
                        <a:schemeClr val="folHlink"/>
                      </p:to>
                    </p:animClr>
                  </p:subTnLst>
                </p:cTn>
              </p:par>
            </p:tnLst>
          </p:tmpl>
          <p:tmpl lvl="2">
            <p:tnLst>
              <p:par>
                <p:cTn presetID="1" presetClass="entr" presetSubtype="0" fill="hold" nodeType="clickEffect">
                  <p:stCondLst>
                    <p:cond delay="0"/>
                  </p:stCondLst>
                  <p:childTnLst>
                    <p:set>
                      <p:cBhvr>
                        <p:cTn dur="1" fill="hold">
                          <p:stCondLst>
                            <p:cond delay="499"/>
                          </p:stCondLst>
                        </p:cTn>
                        <p:tgtEl>
                          <p:spTgt spid="1028"/>
                        </p:tgtEl>
                        <p:attrNameLst>
                          <p:attrName>style.visibility</p:attrName>
                        </p:attrNameLst>
                      </p:cBhvr>
                      <p:to>
                        <p:strVal val="visible"/>
                      </p:to>
                    </p:set>
                  </p:childTnLst>
                  <p:subTnLst>
                    <p:animClr clrSpc="rgb" dir="cw">
                      <p:cBhvr override="childStyle">
                        <p:cTn dur="1" fill="hold" display="0" masterRel="nextClick" afterEffect="1"/>
                        <p:tgtEl>
                          <p:spTgt spid="1028"/>
                        </p:tgtEl>
                        <p:attrNameLst>
                          <p:attrName>ppt_c</p:attrName>
                        </p:attrNameLst>
                      </p:cBhvr>
                      <p:to>
                        <a:schemeClr val="folHlink"/>
                      </p:to>
                    </p:animClr>
                  </p:subTnLst>
                </p:cTn>
              </p:par>
            </p:tnLst>
          </p:tmpl>
          <p:tmpl lvl="3">
            <p:tnLst>
              <p:par>
                <p:cTn presetID="1" presetClass="entr" presetSubtype="0" fill="hold" nodeType="clickEffect">
                  <p:stCondLst>
                    <p:cond delay="0"/>
                  </p:stCondLst>
                  <p:childTnLst>
                    <p:set>
                      <p:cBhvr>
                        <p:cTn dur="1" fill="hold">
                          <p:stCondLst>
                            <p:cond delay="499"/>
                          </p:stCondLst>
                        </p:cTn>
                        <p:tgtEl>
                          <p:spTgt spid="1028"/>
                        </p:tgtEl>
                        <p:attrNameLst>
                          <p:attrName>style.visibility</p:attrName>
                        </p:attrNameLst>
                      </p:cBhvr>
                      <p:to>
                        <p:strVal val="visible"/>
                      </p:to>
                    </p:set>
                  </p:childTnLst>
                  <p:subTnLst>
                    <p:animClr clrSpc="rgb" dir="cw">
                      <p:cBhvr override="childStyle">
                        <p:cTn dur="1" fill="hold" display="0" masterRel="nextClick" afterEffect="1"/>
                        <p:tgtEl>
                          <p:spTgt spid="1028"/>
                        </p:tgtEl>
                        <p:attrNameLst>
                          <p:attrName>ppt_c</p:attrName>
                        </p:attrNameLst>
                      </p:cBhvr>
                      <p:to>
                        <a:schemeClr val="folHlink"/>
                      </p:to>
                    </p:animClr>
                  </p:subTnLst>
                </p:cTn>
              </p:par>
            </p:tnLst>
          </p:tmpl>
          <p:tmpl lvl="4">
            <p:tnLst>
              <p:par>
                <p:cTn presetID="1" presetClass="entr" presetSubtype="0" fill="hold" nodeType="withEffect">
                  <p:stCondLst>
                    <p:cond delay="0"/>
                  </p:stCondLst>
                  <p:childTnLst>
                    <p:set>
                      <p:cBhvr>
                        <p:cTn dur="1" fill="hold">
                          <p:stCondLst>
                            <p:cond delay="499"/>
                          </p:stCondLst>
                        </p:cTn>
                        <p:tgtEl>
                          <p:spTgt spid="1028"/>
                        </p:tgtEl>
                        <p:attrNameLst>
                          <p:attrName>style.visibility</p:attrName>
                        </p:attrNameLst>
                      </p:cBhvr>
                      <p:to>
                        <p:strVal val="visible"/>
                      </p:to>
                    </p:set>
                  </p:childTnLst>
                  <p:subTnLst>
                    <p:animClr clrSpc="rgb" dir="cw">
                      <p:cBhvr override="childStyle">
                        <p:cTn dur="1" fill="hold" display="0" masterRel="nextClick" afterEffect="1"/>
                        <p:tgtEl>
                          <p:spTgt spid="1028"/>
                        </p:tgtEl>
                        <p:attrNameLst>
                          <p:attrName>ppt_c</p:attrName>
                        </p:attrNameLst>
                      </p:cBhvr>
                      <p:to>
                        <a:schemeClr val="folHlink"/>
                      </p:to>
                    </p:animClr>
                  </p:subTnLst>
                </p:cTn>
              </p:par>
            </p:tnLst>
          </p:tmpl>
          <p:tmpl lvl="5">
            <p:tnLst>
              <p:par>
                <p:cTn presetID="1" presetClass="entr" presetSubtype="0" fill="hold" nodeType="withEffect">
                  <p:stCondLst>
                    <p:cond delay="0"/>
                  </p:stCondLst>
                  <p:childTnLst>
                    <p:set>
                      <p:cBhvr>
                        <p:cTn dur="1" fill="hold">
                          <p:stCondLst>
                            <p:cond delay="499"/>
                          </p:stCondLst>
                        </p:cTn>
                        <p:tgtEl>
                          <p:spTgt spid="1028"/>
                        </p:tgtEl>
                        <p:attrNameLst>
                          <p:attrName>style.visibility</p:attrName>
                        </p:attrNameLst>
                      </p:cBhvr>
                      <p:to>
                        <p:strVal val="visible"/>
                      </p:to>
                    </p:set>
                  </p:childTnLst>
                  <p:subTnLst>
                    <p:animClr clrSpc="rgb" dir="cw">
                      <p:cBhvr override="childStyle">
                        <p:cTn dur="1" fill="hold" display="0" masterRel="nextClick" afterEffect="1"/>
                        <p:tgtEl>
                          <p:spTgt spid="1028"/>
                        </p:tgtEl>
                        <p:attrNameLst>
                          <p:attrName>ppt_c</p:attrName>
                        </p:attrNameLst>
                      </p:cBhvr>
                      <p:to>
                        <a:schemeClr val="folHlink"/>
                      </p:to>
                    </p:animClr>
                  </p:subTnLst>
                </p:cTn>
              </p:par>
            </p:tnLst>
          </p:tmpl>
        </p:tmplLst>
      </p:bldP>
    </p:bldLst>
  </p:timing>
  <p:hf hdr="0" ftr="0" dt="0"/>
  <p:txStyles>
    <p:titleStyle>
      <a:lvl1pPr algn="l" rtl="0" eaLnBrk="0" fontAlgn="base" hangingPunct="0">
        <a:lnSpc>
          <a:spcPct val="90000"/>
        </a:lnSpc>
        <a:spcBef>
          <a:spcPct val="0"/>
        </a:spcBef>
        <a:spcAft>
          <a:spcPct val="0"/>
        </a:spcAft>
        <a:defRPr sz="4400" b="1">
          <a:solidFill>
            <a:schemeClr val="tx2"/>
          </a:solidFill>
          <a:latin typeface="+mj-lt"/>
          <a:ea typeface="+mj-ea"/>
          <a:cs typeface="+mj-cs"/>
        </a:defRPr>
      </a:lvl1pPr>
      <a:lvl2pPr algn="l" rtl="0" eaLnBrk="0" fontAlgn="base" hangingPunct="0">
        <a:lnSpc>
          <a:spcPct val="90000"/>
        </a:lnSpc>
        <a:spcBef>
          <a:spcPct val="0"/>
        </a:spcBef>
        <a:spcAft>
          <a:spcPct val="0"/>
        </a:spcAft>
        <a:defRPr sz="4400" b="1">
          <a:solidFill>
            <a:schemeClr val="tx2"/>
          </a:solidFill>
          <a:latin typeface="Times New Roman" pitchFamily="18" charset="0"/>
        </a:defRPr>
      </a:lvl2pPr>
      <a:lvl3pPr algn="l" rtl="0" eaLnBrk="0" fontAlgn="base" hangingPunct="0">
        <a:lnSpc>
          <a:spcPct val="90000"/>
        </a:lnSpc>
        <a:spcBef>
          <a:spcPct val="0"/>
        </a:spcBef>
        <a:spcAft>
          <a:spcPct val="0"/>
        </a:spcAft>
        <a:defRPr sz="4400" b="1">
          <a:solidFill>
            <a:schemeClr val="tx2"/>
          </a:solidFill>
          <a:latin typeface="Times New Roman" pitchFamily="18" charset="0"/>
        </a:defRPr>
      </a:lvl3pPr>
      <a:lvl4pPr algn="l" rtl="0" eaLnBrk="0" fontAlgn="base" hangingPunct="0">
        <a:lnSpc>
          <a:spcPct val="90000"/>
        </a:lnSpc>
        <a:spcBef>
          <a:spcPct val="0"/>
        </a:spcBef>
        <a:spcAft>
          <a:spcPct val="0"/>
        </a:spcAft>
        <a:defRPr sz="4400" b="1">
          <a:solidFill>
            <a:schemeClr val="tx2"/>
          </a:solidFill>
          <a:latin typeface="Times New Roman" pitchFamily="18" charset="0"/>
        </a:defRPr>
      </a:lvl4pPr>
      <a:lvl5pPr algn="l" rtl="0" eaLnBrk="0" fontAlgn="base" hangingPunct="0">
        <a:lnSpc>
          <a:spcPct val="90000"/>
        </a:lnSpc>
        <a:spcBef>
          <a:spcPct val="0"/>
        </a:spcBef>
        <a:spcAft>
          <a:spcPct val="0"/>
        </a:spcAft>
        <a:defRPr sz="4400" b="1">
          <a:solidFill>
            <a:schemeClr val="tx2"/>
          </a:solidFill>
          <a:latin typeface="Times New Roman" pitchFamily="18" charset="0"/>
        </a:defRPr>
      </a:lvl5pPr>
      <a:lvl6pPr marL="457200" algn="l" rtl="0" eaLnBrk="0" fontAlgn="base" hangingPunct="0">
        <a:lnSpc>
          <a:spcPct val="90000"/>
        </a:lnSpc>
        <a:spcBef>
          <a:spcPct val="0"/>
        </a:spcBef>
        <a:spcAft>
          <a:spcPct val="0"/>
        </a:spcAft>
        <a:defRPr sz="4400" b="1">
          <a:solidFill>
            <a:schemeClr val="tx2"/>
          </a:solidFill>
          <a:latin typeface="Times New Roman" pitchFamily="18" charset="0"/>
        </a:defRPr>
      </a:lvl6pPr>
      <a:lvl7pPr marL="914400" algn="l" rtl="0" eaLnBrk="0" fontAlgn="base" hangingPunct="0">
        <a:lnSpc>
          <a:spcPct val="90000"/>
        </a:lnSpc>
        <a:spcBef>
          <a:spcPct val="0"/>
        </a:spcBef>
        <a:spcAft>
          <a:spcPct val="0"/>
        </a:spcAft>
        <a:defRPr sz="4400" b="1">
          <a:solidFill>
            <a:schemeClr val="tx2"/>
          </a:solidFill>
          <a:latin typeface="Times New Roman" pitchFamily="18" charset="0"/>
        </a:defRPr>
      </a:lvl7pPr>
      <a:lvl8pPr marL="1371600" algn="l" rtl="0" eaLnBrk="0" fontAlgn="base" hangingPunct="0">
        <a:lnSpc>
          <a:spcPct val="90000"/>
        </a:lnSpc>
        <a:spcBef>
          <a:spcPct val="0"/>
        </a:spcBef>
        <a:spcAft>
          <a:spcPct val="0"/>
        </a:spcAft>
        <a:defRPr sz="4400" b="1">
          <a:solidFill>
            <a:schemeClr val="tx2"/>
          </a:solidFill>
          <a:latin typeface="Times New Roman" pitchFamily="18" charset="0"/>
        </a:defRPr>
      </a:lvl8pPr>
      <a:lvl9pPr marL="1828800" algn="l" rtl="0" eaLnBrk="0" fontAlgn="base" hangingPunct="0">
        <a:lnSpc>
          <a:spcPct val="90000"/>
        </a:lnSpc>
        <a:spcBef>
          <a:spcPct val="0"/>
        </a:spcBef>
        <a:spcAft>
          <a:spcPct val="0"/>
        </a:spcAft>
        <a:defRPr sz="4400" b="1">
          <a:solidFill>
            <a:schemeClr val="tx2"/>
          </a:solidFill>
          <a:latin typeface="Times New Roman" pitchFamily="18" charset="0"/>
        </a:defRPr>
      </a:lvl9pPr>
    </p:titleStyle>
    <p:bodyStyle>
      <a:lvl1pPr marL="398463" indent="-398463" algn="l" rtl="0" eaLnBrk="0" fontAlgn="base" hangingPunct="0">
        <a:spcBef>
          <a:spcPct val="20000"/>
        </a:spcBef>
        <a:spcAft>
          <a:spcPct val="0"/>
        </a:spcAft>
        <a:buClr>
          <a:schemeClr val="tx2"/>
        </a:buClr>
        <a:buSzPct val="60000"/>
        <a:buFont typeface="Wingdings" pitchFamily="2" charset="2"/>
        <a:buChar char="u"/>
        <a:defRPr sz="3200">
          <a:solidFill>
            <a:schemeClr val="tx1"/>
          </a:solidFill>
          <a:latin typeface="+mn-lt"/>
          <a:ea typeface="+mn-ea"/>
          <a:cs typeface="+mn-cs"/>
        </a:defRPr>
      </a:lvl1pPr>
      <a:lvl2pPr marL="862013" indent="-349250" algn="l" rtl="0" eaLnBrk="0" fontAlgn="base" hangingPunct="0">
        <a:spcBef>
          <a:spcPct val="20000"/>
        </a:spcBef>
        <a:spcAft>
          <a:spcPct val="0"/>
        </a:spcAft>
        <a:buClr>
          <a:schemeClr val="tx2"/>
        </a:buClr>
        <a:buSzPct val="60000"/>
        <a:buFont typeface="Wingdings" pitchFamily="2" charset="2"/>
        <a:buChar char="n"/>
        <a:defRPr sz="2800">
          <a:solidFill>
            <a:schemeClr val="tx1"/>
          </a:solidFill>
          <a:latin typeface="+mn-lt"/>
        </a:defRPr>
      </a:lvl2pPr>
      <a:lvl3pPr marL="1262063" indent="-285750" algn="l" rtl="0" eaLnBrk="0" fontAlgn="base" hangingPunct="0">
        <a:spcBef>
          <a:spcPct val="20000"/>
        </a:spcBef>
        <a:spcAft>
          <a:spcPct val="0"/>
        </a:spcAft>
        <a:buClr>
          <a:schemeClr val="tx1"/>
        </a:buClr>
        <a:buSzPct val="60000"/>
        <a:buFont typeface="Wingdings" pitchFamily="2" charset="2"/>
        <a:buChar char="n"/>
        <a:defRPr sz="2400">
          <a:solidFill>
            <a:schemeClr val="tx1"/>
          </a:solidFill>
          <a:latin typeface="+mn-lt"/>
        </a:defRPr>
      </a:lvl3pPr>
      <a:lvl4pPr marL="1660525" indent="-284163" algn="l" rtl="0" eaLnBrk="0" fontAlgn="base" hangingPunct="0">
        <a:spcBef>
          <a:spcPct val="20000"/>
        </a:spcBef>
        <a:spcAft>
          <a:spcPct val="0"/>
        </a:spcAft>
        <a:buClr>
          <a:schemeClr val="tx1"/>
        </a:buClr>
        <a:buSzPct val="60000"/>
        <a:buFont typeface="Wingdings" pitchFamily="2" charset="2"/>
        <a:buChar char="u"/>
        <a:defRPr sz="2000">
          <a:solidFill>
            <a:schemeClr val="tx1"/>
          </a:solidFill>
          <a:latin typeface="+mn-lt"/>
        </a:defRPr>
      </a:lvl4pPr>
      <a:lvl5pPr marL="20589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5pPr>
      <a:lvl6pPr marL="25161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6pPr>
      <a:lvl7pPr marL="29733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7pPr>
      <a:lvl8pPr marL="34305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8pPr>
      <a:lvl9pPr marL="38877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tmp"/><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tmp"/><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hyperlink" Target="https://www.bloomberglaw.com/external/document/X4H9CFB4000000/copyrights-professional-perspective-ip-issues-with-ai-code-gener" TargetMode="External"/><Relationship Id="rId2" Type="http://schemas.openxmlformats.org/officeDocument/2006/relationships/hyperlink" Target="https://research.google/blog/ai-in-software-engineering-at-google-progress-and-the-path-ahead/" TargetMode="External"/><Relationship Id="rId1" Type="http://schemas.openxmlformats.org/officeDocument/2006/relationships/slideLayout" Target="../slideLayouts/slideLayout2.xml"/><Relationship Id="rId4" Type="http://schemas.openxmlformats.org/officeDocument/2006/relationships/hyperlink" Target="https://stratoflow.com/software-maintenance-proces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1031"/>
          <p:cNvSpPr>
            <a:spLocks noGrp="1" noChangeArrowheads="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New Roman" pitchFamily="18" charset="0"/>
              </a:defRPr>
            </a:lvl1pPr>
            <a:lvl2pPr marL="742950" indent="-285750">
              <a:defRPr sz="2800">
                <a:solidFill>
                  <a:schemeClr val="tx1"/>
                </a:solidFill>
                <a:latin typeface="Times New Roman" pitchFamily="18" charset="0"/>
              </a:defRPr>
            </a:lvl2pPr>
            <a:lvl3pPr marL="1143000" indent="-228600">
              <a:defRPr sz="2800">
                <a:solidFill>
                  <a:schemeClr val="tx1"/>
                </a:solidFill>
                <a:latin typeface="Times New Roman" pitchFamily="18" charset="0"/>
              </a:defRPr>
            </a:lvl3pPr>
            <a:lvl4pPr marL="1600200" indent="-228600">
              <a:defRPr sz="2800">
                <a:solidFill>
                  <a:schemeClr val="tx1"/>
                </a:solidFill>
                <a:latin typeface="Times New Roman" pitchFamily="18" charset="0"/>
              </a:defRPr>
            </a:lvl4pPr>
            <a:lvl5pPr marL="2057400" indent="-228600">
              <a:defRPr sz="2800">
                <a:solidFill>
                  <a:schemeClr val="tx1"/>
                </a:solidFill>
                <a:latin typeface="Times New Roman" pitchFamily="18" charset="0"/>
              </a:defRPr>
            </a:lvl5pPr>
            <a:lvl6pPr marL="2514600" indent="-228600" eaLnBrk="0" fontAlgn="base" hangingPunct="0">
              <a:spcBef>
                <a:spcPct val="0"/>
              </a:spcBef>
              <a:spcAft>
                <a:spcPct val="0"/>
              </a:spcAft>
              <a:defRPr sz="2800">
                <a:solidFill>
                  <a:schemeClr val="tx1"/>
                </a:solidFill>
                <a:latin typeface="Times New Roman" pitchFamily="18" charset="0"/>
              </a:defRPr>
            </a:lvl6pPr>
            <a:lvl7pPr marL="2971800" indent="-228600" eaLnBrk="0" fontAlgn="base" hangingPunct="0">
              <a:spcBef>
                <a:spcPct val="0"/>
              </a:spcBef>
              <a:spcAft>
                <a:spcPct val="0"/>
              </a:spcAft>
              <a:defRPr sz="2800">
                <a:solidFill>
                  <a:schemeClr val="tx1"/>
                </a:solidFill>
                <a:latin typeface="Times New Roman" pitchFamily="18" charset="0"/>
              </a:defRPr>
            </a:lvl7pPr>
            <a:lvl8pPr marL="3429000" indent="-228600" eaLnBrk="0" fontAlgn="base" hangingPunct="0">
              <a:spcBef>
                <a:spcPct val="0"/>
              </a:spcBef>
              <a:spcAft>
                <a:spcPct val="0"/>
              </a:spcAft>
              <a:defRPr sz="2800">
                <a:solidFill>
                  <a:schemeClr val="tx1"/>
                </a:solidFill>
                <a:latin typeface="Times New Roman" pitchFamily="18" charset="0"/>
              </a:defRPr>
            </a:lvl8pPr>
            <a:lvl9pPr marL="3886200" indent="-228600" eaLnBrk="0" fontAlgn="base" hangingPunct="0">
              <a:spcBef>
                <a:spcPct val="0"/>
              </a:spcBef>
              <a:spcAft>
                <a:spcPct val="0"/>
              </a:spcAft>
              <a:defRPr sz="2800">
                <a:solidFill>
                  <a:schemeClr val="tx1"/>
                </a:solidFill>
                <a:latin typeface="Times New Roman" pitchFamily="18" charset="0"/>
              </a:defRPr>
            </a:lvl9pPr>
          </a:lstStyle>
          <a:p>
            <a:fld id="{0465E2E4-7374-46A0-BB59-F56978D5F671}" type="slidenum">
              <a:rPr lang="en-US" sz="1400" smtClean="0">
                <a:solidFill>
                  <a:schemeClr val="folHlink"/>
                </a:solidFill>
              </a:rPr>
              <a:pPr/>
              <a:t>1</a:t>
            </a:fld>
            <a:endParaRPr lang="en-US" sz="1400">
              <a:solidFill>
                <a:schemeClr val="folHlink"/>
              </a:solidFill>
            </a:endParaRPr>
          </a:p>
        </p:txBody>
      </p:sp>
      <p:sp>
        <p:nvSpPr>
          <p:cNvPr id="3075" name="Rectangle 2"/>
          <p:cNvSpPr>
            <a:spLocks noGrp="1" noChangeArrowheads="1"/>
          </p:cNvSpPr>
          <p:nvPr>
            <p:ph type="ctrTitle"/>
          </p:nvPr>
        </p:nvSpPr>
        <p:spPr>
          <a:xfrm>
            <a:off x="412750" y="609600"/>
            <a:ext cx="9034463" cy="2743200"/>
          </a:xfrm>
          <a:noFill/>
        </p:spPr>
        <p:txBody>
          <a:bodyPr/>
          <a:lstStyle/>
          <a:p>
            <a:br>
              <a:rPr lang="en-US" sz="4800" dirty="0"/>
            </a:br>
            <a:r>
              <a:rPr lang="en-US" sz="4800" i="1" dirty="0"/>
              <a:t>CS5351 Software Engineering</a:t>
            </a:r>
            <a:br>
              <a:rPr lang="en-US" sz="4800" i="1" dirty="0"/>
            </a:br>
            <a:r>
              <a:rPr lang="en-US" sz="4800" i="1" dirty="0"/>
              <a:t>2025/26 Semester A</a:t>
            </a:r>
            <a:br>
              <a:rPr lang="en-US" dirty="0"/>
            </a:br>
            <a:r>
              <a:rPr lang="en-US" dirty="0"/>
              <a:t>Software Maintenance</a:t>
            </a:r>
            <a:endParaRPr lang="en-US" sz="4800" dirty="0"/>
          </a:p>
        </p:txBody>
      </p:sp>
      <p:sp>
        <p:nvSpPr>
          <p:cNvPr id="3076" name="Rectangle 3"/>
          <p:cNvSpPr>
            <a:spLocks noGrp="1" noChangeArrowheads="1"/>
          </p:cNvSpPr>
          <p:nvPr>
            <p:ph type="subTitle" idx="1"/>
          </p:nvPr>
        </p:nvSpPr>
        <p:spPr>
          <a:xfrm>
            <a:off x="455613" y="3886200"/>
            <a:ext cx="9067800" cy="2667000"/>
          </a:xfrm>
          <a:noFill/>
        </p:spPr>
        <p:txBody>
          <a:bodyPr/>
          <a:lstStyle/>
          <a:p>
            <a:pPr>
              <a:lnSpc>
                <a:spcPct val="90000"/>
              </a:lnSpc>
            </a:pPr>
            <a:r>
              <a:rPr lang="en-US" sz="4000" dirty="0"/>
              <a:t>Dr W.K. Chan</a:t>
            </a:r>
          </a:p>
          <a:p>
            <a:pPr>
              <a:lnSpc>
                <a:spcPct val="90000"/>
              </a:lnSpc>
            </a:pPr>
            <a:r>
              <a:rPr lang="en-US" sz="2400" dirty="0"/>
              <a:t>Department of Computer Science</a:t>
            </a:r>
          </a:p>
          <a:p>
            <a:pPr>
              <a:lnSpc>
                <a:spcPct val="90000"/>
              </a:lnSpc>
            </a:pPr>
            <a:r>
              <a:rPr lang="en-US" sz="2400" dirty="0"/>
              <a:t>Email:</a:t>
            </a:r>
            <a:r>
              <a:rPr lang="en-US" sz="1800" dirty="0">
                <a:latin typeface="Courier New" pitchFamily="49" charset="0"/>
              </a:rPr>
              <a:t> </a:t>
            </a:r>
            <a:r>
              <a:rPr lang="en-US" sz="2000" b="1" dirty="0">
                <a:latin typeface="Courier New" pitchFamily="49" charset="0"/>
              </a:rPr>
              <a:t>wkchan@cityu.edu.hk</a:t>
            </a:r>
            <a:endParaRPr lang="en-US" sz="2000" dirty="0">
              <a:latin typeface="Courier New" pitchFamily="49" charset="0"/>
            </a:endParaRPr>
          </a:p>
          <a:p>
            <a:pPr>
              <a:lnSpc>
                <a:spcPct val="90000"/>
              </a:lnSpc>
            </a:pPr>
            <a:r>
              <a:rPr lang="en-US" sz="2400" dirty="0"/>
              <a:t>Website:</a:t>
            </a:r>
            <a:r>
              <a:rPr lang="en-US" sz="1800" dirty="0">
                <a:latin typeface="Courier New" pitchFamily="49" charset="0"/>
              </a:rPr>
              <a:t> </a:t>
            </a:r>
            <a:r>
              <a:rPr lang="en-US" sz="2000" b="1" dirty="0">
                <a:latin typeface="Courier New" pitchFamily="49" charset="0"/>
              </a:rPr>
              <a:t>http://www.cs.cityu.edu.hk/~wkchan </a:t>
            </a:r>
            <a:endParaRPr lang="en-US" sz="2000" b="1" dirty="0">
              <a:solidFill>
                <a:schemeClr val="folHlink"/>
              </a:solidFill>
            </a:endParaRPr>
          </a:p>
          <a:p>
            <a:pPr>
              <a:lnSpc>
                <a:spcPct val="90000"/>
              </a:lnSpc>
            </a:pPr>
            <a:endParaRPr lang="en-US" sz="2000" b="1" dirty="0">
              <a:solidFill>
                <a:schemeClr val="folHlink"/>
              </a:solidFill>
            </a:endParaRPr>
          </a:p>
          <a:p>
            <a:pPr>
              <a:lnSpc>
                <a:spcPct val="90000"/>
              </a:lnSpc>
            </a:pPr>
            <a:endParaRPr lang="en-US" sz="2000" b="1" dirty="0">
              <a:solidFill>
                <a:schemeClr val="folHlink"/>
              </a:solidFill>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316574C4-68B3-2EDE-FB79-57CD9953B5F5}"/>
              </a:ext>
            </a:extLst>
          </p:cNvPr>
          <p:cNvSpPr>
            <a:spLocks noGrp="1" noChangeArrowheads="1"/>
          </p:cNvSpPr>
          <p:nvPr>
            <p:ph type="title"/>
          </p:nvPr>
        </p:nvSpPr>
        <p:spPr/>
        <p:txBody>
          <a:bodyPr/>
          <a:lstStyle/>
          <a:p>
            <a:r>
              <a:rPr lang="en-AU" altLang="zh-TW">
                <a:ea typeface="新細明體" panose="02020500000000000000" pitchFamily="18" charset="-120"/>
              </a:rPr>
              <a:t>Purposes of S/W Maintenance</a:t>
            </a:r>
          </a:p>
        </p:txBody>
      </p:sp>
      <p:sp>
        <p:nvSpPr>
          <p:cNvPr id="1022979" name="Rectangle 3">
            <a:extLst>
              <a:ext uri="{FF2B5EF4-FFF2-40B4-BE49-F238E27FC236}">
                <a16:creationId xmlns:a16="http://schemas.microsoft.com/office/drawing/2014/main" id="{655F9748-0DB3-E655-C934-3DCAAEF97D60}"/>
              </a:ext>
            </a:extLst>
          </p:cNvPr>
          <p:cNvSpPr>
            <a:spLocks noGrp="1" noChangeArrowheads="1"/>
          </p:cNvSpPr>
          <p:nvPr>
            <p:ph type="body" idx="1"/>
          </p:nvPr>
        </p:nvSpPr>
        <p:spPr>
          <a:xfrm>
            <a:off x="630238" y="1700213"/>
            <a:ext cx="8893175" cy="4608512"/>
          </a:xfrm>
        </p:spPr>
        <p:txBody>
          <a:bodyPr/>
          <a:lstStyle/>
          <a:p>
            <a:pPr>
              <a:spcBef>
                <a:spcPct val="15000"/>
              </a:spcBef>
              <a:buFontTx/>
              <a:buNone/>
            </a:pPr>
            <a:r>
              <a:rPr lang="en-US" altLang="zh-TW" sz="2800" dirty="0">
                <a:ea typeface="新細明體" panose="02020500000000000000" pitchFamily="18" charset="-120"/>
              </a:rPr>
              <a:t>The </a:t>
            </a:r>
            <a:r>
              <a:rPr lang="en-US" altLang="zh-TW" sz="2800" i="1" dirty="0">
                <a:solidFill>
                  <a:schemeClr val="accent2"/>
                </a:solidFill>
                <a:ea typeface="新細明體" panose="02020500000000000000" pitchFamily="18" charset="-120"/>
              </a:rPr>
              <a:t>purposes</a:t>
            </a:r>
            <a:r>
              <a:rPr lang="en-US" altLang="zh-TW" sz="2800" dirty="0">
                <a:ea typeface="新細明體" panose="02020500000000000000" pitchFamily="18" charset="-120"/>
              </a:rPr>
              <a:t> of performing maintenance are to</a:t>
            </a:r>
          </a:p>
          <a:p>
            <a:pPr>
              <a:spcBef>
                <a:spcPct val="15000"/>
              </a:spcBef>
            </a:pPr>
            <a:r>
              <a:rPr lang="en-US" altLang="zh-TW" sz="2800" dirty="0">
                <a:ea typeface="新細明體" panose="02020500000000000000" pitchFamily="18" charset="-120"/>
              </a:rPr>
              <a:t>provide continuity of service, keep it operational</a:t>
            </a:r>
          </a:p>
          <a:p>
            <a:pPr lvl="1">
              <a:spcBef>
                <a:spcPct val="15000"/>
              </a:spcBef>
            </a:pPr>
            <a:r>
              <a:rPr lang="en-US" altLang="zh-TW" sz="2400" dirty="0">
                <a:ea typeface="新細明體" panose="02020500000000000000" pitchFamily="18" charset="-120"/>
              </a:rPr>
              <a:t>fix bugs,</a:t>
            </a:r>
            <a:r>
              <a:rPr lang="en-US" altLang="zh-TW" sz="2000" dirty="0">
                <a:ea typeface="新細明體" panose="02020500000000000000" pitchFamily="18" charset="-120"/>
              </a:rPr>
              <a:t> </a:t>
            </a:r>
            <a:r>
              <a:rPr lang="en-US" altLang="zh-TW" sz="2400" dirty="0">
                <a:ea typeface="新細明體" panose="02020500000000000000" pitchFamily="18" charset="-120"/>
              </a:rPr>
              <a:t>recover from failures,</a:t>
            </a:r>
            <a:r>
              <a:rPr lang="en-US" altLang="zh-TW" sz="2000" dirty="0">
                <a:ea typeface="新細明體" panose="02020500000000000000" pitchFamily="18" charset="-120"/>
              </a:rPr>
              <a:t> </a:t>
            </a:r>
            <a:r>
              <a:rPr lang="en-US" altLang="zh-TW" sz="2400" dirty="0">
                <a:ea typeface="新細明體" panose="02020500000000000000" pitchFamily="18" charset="-120"/>
              </a:rPr>
              <a:t>respond</a:t>
            </a:r>
            <a:r>
              <a:rPr lang="en-US" altLang="zh-TW" sz="2000" dirty="0">
                <a:ea typeface="新細明體" panose="02020500000000000000" pitchFamily="18" charset="-120"/>
              </a:rPr>
              <a:t> </a:t>
            </a:r>
            <a:r>
              <a:rPr lang="en-US" altLang="zh-TW" sz="2400" dirty="0">
                <a:ea typeface="新細明體" panose="02020500000000000000" pitchFamily="18" charset="-120"/>
              </a:rPr>
              <a:t>to environments</a:t>
            </a:r>
          </a:p>
          <a:p>
            <a:pPr>
              <a:spcBef>
                <a:spcPct val="15000"/>
              </a:spcBef>
            </a:pPr>
            <a:r>
              <a:rPr lang="en-US" altLang="zh-TW" sz="2800" dirty="0">
                <a:ea typeface="新細明體" panose="02020500000000000000" pitchFamily="18" charset="-120"/>
              </a:rPr>
              <a:t>support mandatory upgrade</a:t>
            </a:r>
          </a:p>
          <a:p>
            <a:pPr lvl="1">
              <a:spcBef>
                <a:spcPct val="15000"/>
              </a:spcBef>
            </a:pPr>
            <a:r>
              <a:rPr lang="en-US" altLang="zh-TW" sz="2400" dirty="0">
                <a:ea typeface="新細明體" panose="02020500000000000000" pitchFamily="18" charset="-120"/>
              </a:rPr>
              <a:t>respond to regulation changes</a:t>
            </a:r>
          </a:p>
          <a:p>
            <a:pPr lvl="1">
              <a:spcBef>
                <a:spcPct val="15000"/>
              </a:spcBef>
            </a:pPr>
            <a:r>
              <a:rPr lang="en-US" altLang="zh-TW" sz="2400" dirty="0">
                <a:ea typeface="新細明體" panose="02020500000000000000" pitchFamily="18" charset="-120"/>
              </a:rPr>
              <a:t>maintain competitive edge</a:t>
            </a:r>
          </a:p>
          <a:p>
            <a:pPr>
              <a:spcBef>
                <a:spcPct val="15000"/>
              </a:spcBef>
            </a:pPr>
            <a:r>
              <a:rPr lang="en-US" altLang="zh-TW" sz="2800" dirty="0">
                <a:ea typeface="新細明體" panose="02020500000000000000" pitchFamily="18" charset="-120"/>
              </a:rPr>
              <a:t>support user requests for improvement</a:t>
            </a:r>
          </a:p>
          <a:p>
            <a:pPr lvl="1">
              <a:spcBef>
                <a:spcPct val="15000"/>
              </a:spcBef>
            </a:pPr>
            <a:r>
              <a:rPr lang="en-US" altLang="zh-TW" sz="2400" dirty="0">
                <a:ea typeface="新細明體" panose="02020500000000000000" pitchFamily="18" charset="-120"/>
              </a:rPr>
              <a:t>customize, enhance functionality, improve performance</a:t>
            </a:r>
          </a:p>
          <a:p>
            <a:pPr>
              <a:spcBef>
                <a:spcPct val="15000"/>
              </a:spcBef>
            </a:pPr>
            <a:r>
              <a:rPr lang="en-US" altLang="zh-TW" sz="2800" dirty="0">
                <a:ea typeface="新細明體" panose="02020500000000000000" pitchFamily="18" charset="-120"/>
              </a:rPr>
              <a:t>facilitate future maintenance work</a:t>
            </a:r>
          </a:p>
          <a:p>
            <a:pPr lvl="1">
              <a:spcBef>
                <a:spcPct val="15000"/>
              </a:spcBef>
            </a:pPr>
            <a:r>
              <a:rPr lang="en-US" altLang="zh-TW" sz="2400" dirty="0">
                <a:ea typeface="新細明體" panose="02020500000000000000" pitchFamily="18" charset="-120"/>
              </a:rPr>
              <a:t>e.g., perform code restructuring, documentation update</a:t>
            </a:r>
            <a:endParaRPr lang="en-AU" altLang="zh-TW" sz="2400" dirty="0">
              <a:ea typeface="新細明體" panose="02020500000000000000" pitchFamily="18" charset="-120"/>
            </a:endParaRP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D1759AB8-F508-FCF0-5581-82410C044263}"/>
              </a:ext>
            </a:extLst>
          </p:cNvPr>
          <p:cNvSpPr>
            <a:spLocks noGrp="1" noChangeArrowheads="1"/>
          </p:cNvSpPr>
          <p:nvPr>
            <p:ph type="title"/>
          </p:nvPr>
        </p:nvSpPr>
        <p:spPr/>
        <p:txBody>
          <a:bodyPr/>
          <a:lstStyle/>
          <a:p>
            <a:r>
              <a:rPr lang="en-AU" altLang="zh-TW" dirty="0">
                <a:ea typeface="新細明體" panose="02020500000000000000" pitchFamily="18" charset="-120"/>
              </a:rPr>
              <a:t>Characteristics of the Maintenance Phase</a:t>
            </a:r>
          </a:p>
        </p:txBody>
      </p:sp>
      <p:sp>
        <p:nvSpPr>
          <p:cNvPr id="1046531" name="Rectangle 3">
            <a:extLst>
              <a:ext uri="{FF2B5EF4-FFF2-40B4-BE49-F238E27FC236}">
                <a16:creationId xmlns:a16="http://schemas.microsoft.com/office/drawing/2014/main" id="{44C70957-FCD5-1F4A-2C12-83E2E29201D6}"/>
              </a:ext>
            </a:extLst>
          </p:cNvPr>
          <p:cNvSpPr>
            <a:spLocks noGrp="1" noChangeArrowheads="1"/>
          </p:cNvSpPr>
          <p:nvPr>
            <p:ph type="body" idx="1"/>
          </p:nvPr>
        </p:nvSpPr>
        <p:spPr>
          <a:xfrm>
            <a:off x="303212" y="1447800"/>
            <a:ext cx="9036050" cy="4953000"/>
          </a:xfrm>
        </p:spPr>
        <p:txBody>
          <a:bodyPr/>
          <a:lstStyle/>
          <a:p>
            <a:pPr>
              <a:spcBef>
                <a:spcPts val="800"/>
              </a:spcBef>
            </a:pPr>
            <a:r>
              <a:rPr lang="en-US" altLang="zh-TW" sz="2400" b="1" dirty="0">
                <a:solidFill>
                  <a:srgbClr val="C00000"/>
                </a:solidFill>
                <a:ea typeface="新細明體" panose="02020500000000000000" pitchFamily="18" charset="-120"/>
              </a:rPr>
              <a:t>[People] Staff expertise</a:t>
            </a:r>
          </a:p>
          <a:p>
            <a:pPr lvl="1">
              <a:spcBef>
                <a:spcPts val="800"/>
              </a:spcBef>
            </a:pPr>
            <a:r>
              <a:rPr lang="en-US" altLang="zh-TW" sz="2000" dirty="0">
                <a:ea typeface="新細明體" panose="02020500000000000000" pitchFamily="18" charset="-120"/>
              </a:rPr>
              <a:t>Most essential during initial development and evolution (can be AI-assisted)</a:t>
            </a:r>
          </a:p>
          <a:p>
            <a:pPr>
              <a:spcBef>
                <a:spcPts val="800"/>
              </a:spcBef>
            </a:pPr>
            <a:r>
              <a:rPr lang="en-US" altLang="zh-TW" sz="2400" b="1" dirty="0">
                <a:solidFill>
                  <a:srgbClr val="C00000"/>
                </a:solidFill>
                <a:ea typeface="新細明體" panose="02020500000000000000" pitchFamily="18" charset="-120"/>
              </a:rPr>
              <a:t>[Product] Software architecture</a:t>
            </a:r>
          </a:p>
          <a:p>
            <a:pPr lvl="1">
              <a:spcBef>
                <a:spcPts val="800"/>
              </a:spcBef>
            </a:pPr>
            <a:r>
              <a:rPr lang="en-US" altLang="zh-TW" sz="2000" dirty="0">
                <a:ea typeface="新細明體" panose="02020500000000000000" pitchFamily="18" charset="-120"/>
              </a:rPr>
              <a:t>Most stable at the time of the first release version</a:t>
            </a:r>
          </a:p>
          <a:p>
            <a:pPr lvl="1">
              <a:spcBef>
                <a:spcPts val="800"/>
              </a:spcBef>
            </a:pPr>
            <a:r>
              <a:rPr lang="en-US" altLang="zh-TW" sz="2000" dirty="0">
                <a:ea typeface="新細明體" panose="02020500000000000000" pitchFamily="18" charset="-120"/>
              </a:rPr>
              <a:t>Gradually degrades due to restructuring for changes</a:t>
            </a:r>
          </a:p>
          <a:p>
            <a:pPr>
              <a:spcBef>
                <a:spcPts val="800"/>
              </a:spcBef>
            </a:pPr>
            <a:r>
              <a:rPr lang="en-US" altLang="zh-TW" sz="2400" b="1" dirty="0">
                <a:solidFill>
                  <a:srgbClr val="C00000"/>
                </a:solidFill>
                <a:ea typeface="新細明體" panose="02020500000000000000" pitchFamily="18" charset="-120"/>
              </a:rPr>
              <a:t>[Process] Software decay</a:t>
            </a:r>
          </a:p>
          <a:p>
            <a:pPr lvl="1">
              <a:spcBef>
                <a:spcPts val="800"/>
              </a:spcBef>
            </a:pPr>
            <a:r>
              <a:rPr lang="en-US" altLang="zh-TW" sz="2000" dirty="0">
                <a:ea typeface="新細明體" panose="02020500000000000000" pitchFamily="18" charset="-120"/>
              </a:rPr>
              <a:t>Quality of design and code deteriorates, docs outdated</a:t>
            </a:r>
          </a:p>
          <a:p>
            <a:pPr lvl="1">
              <a:spcBef>
                <a:spcPts val="800"/>
              </a:spcBef>
            </a:pPr>
            <a:r>
              <a:rPr lang="en-US" altLang="zh-TW" sz="2000" dirty="0">
                <a:ea typeface="新細明體" panose="02020500000000000000" pitchFamily="18" charset="-120"/>
              </a:rPr>
              <a:t>Ad</a:t>
            </a:r>
            <a:r>
              <a:rPr lang="en-US" altLang="zh-TW" sz="1800" dirty="0">
                <a:ea typeface="新細明體" panose="02020500000000000000" pitchFamily="18" charset="-120"/>
              </a:rPr>
              <a:t> </a:t>
            </a:r>
            <a:r>
              <a:rPr lang="en-US" altLang="zh-TW" sz="2000" dirty="0">
                <a:ea typeface="新細明體" panose="02020500000000000000" pitchFamily="18" charset="-120"/>
              </a:rPr>
              <a:t>hoc</a:t>
            </a:r>
            <a:r>
              <a:rPr lang="en-US" altLang="zh-TW" sz="1800" dirty="0">
                <a:ea typeface="新細明體" panose="02020500000000000000" pitchFamily="18" charset="-120"/>
              </a:rPr>
              <a:t> </a:t>
            </a:r>
            <a:r>
              <a:rPr lang="en-US" altLang="zh-TW" sz="2000" dirty="0">
                <a:ea typeface="新細明體" panose="02020500000000000000" pitchFamily="18" charset="-120"/>
              </a:rPr>
              <a:t>fixes</a:t>
            </a:r>
            <a:r>
              <a:rPr lang="en-US" altLang="zh-TW" sz="1800" dirty="0">
                <a:ea typeface="新細明體" panose="02020500000000000000" pitchFamily="18" charset="-120"/>
              </a:rPr>
              <a:t> </a:t>
            </a:r>
            <a:r>
              <a:rPr lang="en-US" altLang="zh-TW" sz="2000" dirty="0">
                <a:ea typeface="新細明體" panose="02020500000000000000" pitchFamily="18" charset="-120"/>
              </a:rPr>
              <a:t>avoids</a:t>
            </a:r>
            <a:r>
              <a:rPr lang="en-US" altLang="zh-TW" sz="1800" dirty="0">
                <a:ea typeface="新細明體" panose="02020500000000000000" pitchFamily="18" charset="-120"/>
              </a:rPr>
              <a:t> </a:t>
            </a:r>
            <a:r>
              <a:rPr lang="en-US" altLang="zh-TW" sz="2000" dirty="0">
                <a:ea typeface="新細明體" panose="02020500000000000000" pitchFamily="18" charset="-120"/>
              </a:rPr>
              <a:t>major</a:t>
            </a:r>
            <a:r>
              <a:rPr lang="en-US" altLang="zh-TW" sz="1800" dirty="0">
                <a:ea typeface="新細明體" panose="02020500000000000000" pitchFamily="18" charset="-120"/>
              </a:rPr>
              <a:t> </a:t>
            </a:r>
            <a:r>
              <a:rPr lang="en-US" altLang="zh-TW" sz="2000" dirty="0">
                <a:ea typeface="新細明體" panose="02020500000000000000" pitchFamily="18" charset="-120"/>
              </a:rPr>
              <a:t>changes</a:t>
            </a:r>
            <a:r>
              <a:rPr lang="en-US" altLang="zh-TW" sz="1800" dirty="0">
                <a:ea typeface="新細明體" panose="02020500000000000000" pitchFamily="18" charset="-120"/>
              </a:rPr>
              <a:t> </a:t>
            </a:r>
            <a:r>
              <a:rPr lang="en-US" altLang="zh-TW" sz="2000" dirty="0">
                <a:ea typeface="新細明體" panose="02020500000000000000" pitchFamily="18" charset="-120"/>
              </a:rPr>
              <a:t>but</a:t>
            </a:r>
            <a:r>
              <a:rPr lang="en-US" altLang="zh-TW" sz="1800" dirty="0">
                <a:ea typeface="新細明體" panose="02020500000000000000" pitchFamily="18" charset="-120"/>
              </a:rPr>
              <a:t> </a:t>
            </a:r>
            <a:r>
              <a:rPr lang="en-US" altLang="zh-TW" sz="2000" dirty="0">
                <a:ea typeface="新細明體" panose="02020500000000000000" pitchFamily="18" charset="-120"/>
              </a:rPr>
              <a:t>less</a:t>
            </a:r>
            <a:r>
              <a:rPr lang="en-US" altLang="zh-TW" sz="1800" dirty="0">
                <a:ea typeface="新細明體" panose="02020500000000000000" pitchFamily="18" charset="-120"/>
              </a:rPr>
              <a:t> </a:t>
            </a:r>
            <a:r>
              <a:rPr lang="en-US" altLang="zh-TW" sz="2000" dirty="0">
                <a:ea typeface="新細明體" panose="02020500000000000000" pitchFamily="18" charset="-120"/>
              </a:rPr>
              <a:t>maintainable</a:t>
            </a:r>
          </a:p>
          <a:p>
            <a:pPr lvl="1">
              <a:spcBef>
                <a:spcPts val="800"/>
              </a:spcBef>
            </a:pPr>
            <a:r>
              <a:rPr lang="en-US" altLang="zh-TW" sz="2000" dirty="0">
                <a:ea typeface="新細明體" panose="02020500000000000000" pitchFamily="18" charset="-120"/>
              </a:rPr>
              <a:t>Requires increasingly more expertise to maintain</a:t>
            </a:r>
          </a:p>
          <a:p>
            <a:pPr>
              <a:spcBef>
                <a:spcPts val="800"/>
              </a:spcBef>
            </a:pPr>
            <a:r>
              <a:rPr lang="en-US" altLang="zh-TW" sz="2400" b="1" dirty="0">
                <a:solidFill>
                  <a:srgbClr val="C00000"/>
                </a:solidFill>
                <a:ea typeface="新細明體" panose="02020500000000000000" pitchFamily="18" charset="-120"/>
              </a:rPr>
              <a:t>[Cost] Economics</a:t>
            </a:r>
          </a:p>
          <a:p>
            <a:pPr lvl="1">
              <a:spcBef>
                <a:spcPts val="800"/>
              </a:spcBef>
            </a:pPr>
            <a:r>
              <a:rPr lang="en-US" altLang="zh-TW" sz="2000" dirty="0">
                <a:ea typeface="新細明體" panose="02020500000000000000" pitchFamily="18" charset="-120"/>
              </a:rPr>
              <a:t>Heavy initial investment, gaining increasing benefit up to a max; then trail off, forcing phaseout and closedown</a:t>
            </a:r>
          </a:p>
          <a:p>
            <a:pPr lvl="1">
              <a:spcBef>
                <a:spcPts val="800"/>
              </a:spcBef>
            </a:pPr>
            <a:r>
              <a:rPr lang="en-US" altLang="zh-TW" sz="2000" dirty="0">
                <a:ea typeface="新細明體" panose="02020500000000000000" pitchFamily="18" charset="-120"/>
              </a:rPr>
              <a:t>To regain benefits, cycle repeats with next development</a:t>
            </a:r>
            <a:endParaRPr lang="en-AU" altLang="zh-TW" sz="2000" dirty="0">
              <a:ea typeface="新細明體" panose="02020500000000000000" pitchFamily="18" charset="-120"/>
            </a:endParaRP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266" name="Rectangle 4">
            <a:extLst>
              <a:ext uri="{FF2B5EF4-FFF2-40B4-BE49-F238E27FC236}">
                <a16:creationId xmlns:a16="http://schemas.microsoft.com/office/drawing/2014/main" id="{BF044045-DFA9-839E-7BDC-C1D9BA6D36F5}"/>
              </a:ext>
            </a:extLst>
          </p:cNvPr>
          <p:cNvSpPr>
            <a:spLocks noGrp="1" noChangeArrowheads="1"/>
          </p:cNvSpPr>
          <p:nvPr>
            <p:ph type="title"/>
          </p:nvPr>
        </p:nvSpPr>
        <p:spPr/>
        <p:txBody>
          <a:bodyPr/>
          <a:lstStyle/>
          <a:p>
            <a:r>
              <a:rPr lang="en-US" altLang="en-US" sz="4000"/>
              <a:t>Classification of Modification Requests</a:t>
            </a:r>
          </a:p>
        </p:txBody>
      </p:sp>
      <p:sp>
        <p:nvSpPr>
          <p:cNvPr id="11267" name="Rectangle 11">
            <a:extLst>
              <a:ext uri="{FF2B5EF4-FFF2-40B4-BE49-F238E27FC236}">
                <a16:creationId xmlns:a16="http://schemas.microsoft.com/office/drawing/2014/main" id="{2BC39B0F-40E7-879F-D783-652168CD7C89}"/>
              </a:ext>
            </a:extLst>
          </p:cNvPr>
          <p:cNvSpPr>
            <a:spLocks noGrp="1" noChangeArrowheads="1"/>
          </p:cNvSpPr>
          <p:nvPr>
            <p:ph type="body" idx="1"/>
          </p:nvPr>
        </p:nvSpPr>
        <p:spPr/>
        <p:txBody>
          <a:bodyPr/>
          <a:lstStyle/>
          <a:p>
            <a:pPr marL="177800" indent="-177800">
              <a:spcBef>
                <a:spcPct val="0"/>
              </a:spcBef>
            </a:pPr>
            <a:r>
              <a:rPr lang="en-US" altLang="en-US" sz="2400" b="1">
                <a:solidFill>
                  <a:schemeClr val="hlink"/>
                </a:solidFill>
              </a:rPr>
              <a:t>Correction</a:t>
            </a:r>
            <a:r>
              <a:rPr lang="en-US" altLang="en-US" sz="2400"/>
              <a:t>: modification to correct a discovered/potential problem</a:t>
            </a:r>
          </a:p>
          <a:p>
            <a:pPr marL="177800" indent="-177800">
              <a:spcBef>
                <a:spcPct val="0"/>
              </a:spcBef>
            </a:pPr>
            <a:r>
              <a:rPr lang="en-US" altLang="en-US" sz="2400" b="1">
                <a:solidFill>
                  <a:schemeClr val="hlink"/>
                </a:solidFill>
              </a:rPr>
              <a:t>Enhancement</a:t>
            </a:r>
            <a:r>
              <a:rPr lang="en-US" altLang="en-US" sz="2400"/>
              <a:t>: modification to satisfy a new requirement</a:t>
            </a:r>
          </a:p>
        </p:txBody>
      </p:sp>
      <p:grpSp>
        <p:nvGrpSpPr>
          <p:cNvPr id="11268" name="Group 13">
            <a:extLst>
              <a:ext uri="{FF2B5EF4-FFF2-40B4-BE49-F238E27FC236}">
                <a16:creationId xmlns:a16="http://schemas.microsoft.com/office/drawing/2014/main" id="{2A3B1740-142D-6CF4-B2B0-481273DDFF36}"/>
              </a:ext>
            </a:extLst>
          </p:cNvPr>
          <p:cNvGrpSpPr>
            <a:grpSpLocks/>
          </p:cNvGrpSpPr>
          <p:nvPr/>
        </p:nvGrpSpPr>
        <p:grpSpPr bwMode="auto">
          <a:xfrm>
            <a:off x="296043" y="3348073"/>
            <a:ext cx="5900597" cy="2471736"/>
            <a:chOff x="75" y="1707"/>
            <a:chExt cx="5527" cy="2133"/>
          </a:xfrm>
        </p:grpSpPr>
        <p:pic>
          <p:nvPicPr>
            <p:cNvPr id="11269" name="Picture 9" descr="14764-2006_SLCP_Maintenance_Fig1">
              <a:extLst>
                <a:ext uri="{FF2B5EF4-FFF2-40B4-BE49-F238E27FC236}">
                  <a16:creationId xmlns:a16="http://schemas.microsoft.com/office/drawing/2014/main" id="{6EB787B4-65F1-6F62-543D-A4820F2855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9542"/>
            <a:stretch/>
          </p:blipFill>
          <p:spPr bwMode="auto">
            <a:xfrm>
              <a:off x="156" y="1707"/>
              <a:ext cx="5446" cy="21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70" name="Rectangle 10">
              <a:extLst>
                <a:ext uri="{FF2B5EF4-FFF2-40B4-BE49-F238E27FC236}">
                  <a16:creationId xmlns:a16="http://schemas.microsoft.com/office/drawing/2014/main" id="{0281AD34-E0BA-9551-350D-7CFF2AAF1CB9}"/>
                </a:ext>
              </a:extLst>
            </p:cNvPr>
            <p:cNvSpPr>
              <a:spLocks noChangeArrowheads="1"/>
            </p:cNvSpPr>
            <p:nvPr/>
          </p:nvSpPr>
          <p:spPr bwMode="auto">
            <a:xfrm>
              <a:off x="75" y="1760"/>
              <a:ext cx="2234" cy="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spcBef>
                  <a:spcPct val="20000"/>
                </a:spcBef>
              </a:pPr>
              <a:r>
                <a:rPr lang="it-IT" altLang="zh-TW" sz="1600" b="1" dirty="0">
                  <a:ea typeface="新細明體" panose="02020500000000000000" pitchFamily="18" charset="-120"/>
                </a:rPr>
                <a:t>ISO/IEC 14764:2006(E)</a:t>
              </a:r>
              <a:br>
                <a:rPr lang="it-IT" altLang="zh-TW" sz="1600" b="1" dirty="0">
                  <a:ea typeface="新細明體" panose="02020500000000000000" pitchFamily="18" charset="-120"/>
                </a:rPr>
              </a:br>
              <a:r>
                <a:rPr lang="it-IT" altLang="zh-TW" sz="1600" b="1" dirty="0">
                  <a:ea typeface="新細明體" panose="02020500000000000000" pitchFamily="18" charset="-120"/>
                </a:rPr>
                <a:t>IEEE Std 14764-2006</a:t>
              </a:r>
              <a:endParaRPr lang="en-US" altLang="zh-TW" sz="1600" b="1" dirty="0">
                <a:ea typeface="新細明體" panose="02020500000000000000" pitchFamily="18" charset="-120"/>
              </a:endParaRPr>
            </a:p>
          </p:txBody>
        </p:sp>
      </p:grpSp>
      <p:grpSp>
        <p:nvGrpSpPr>
          <p:cNvPr id="2" name="Group 16">
            <a:extLst>
              <a:ext uri="{FF2B5EF4-FFF2-40B4-BE49-F238E27FC236}">
                <a16:creationId xmlns:a16="http://schemas.microsoft.com/office/drawing/2014/main" id="{FA43BD4C-D9A2-1DCC-229F-478DF5181E81}"/>
              </a:ext>
            </a:extLst>
          </p:cNvPr>
          <p:cNvGrpSpPr>
            <a:grpSpLocks/>
          </p:cNvGrpSpPr>
          <p:nvPr/>
        </p:nvGrpSpPr>
        <p:grpSpPr bwMode="auto">
          <a:xfrm>
            <a:off x="5942012" y="2605071"/>
            <a:ext cx="3664770" cy="2952750"/>
            <a:chOff x="3470" y="119"/>
            <a:chExt cx="2086" cy="1860"/>
          </a:xfrm>
        </p:grpSpPr>
        <p:sp>
          <p:nvSpPr>
            <p:cNvPr id="3" name="Oval 17">
              <a:extLst>
                <a:ext uri="{FF2B5EF4-FFF2-40B4-BE49-F238E27FC236}">
                  <a16:creationId xmlns:a16="http://schemas.microsoft.com/office/drawing/2014/main" id="{DE9E7DE9-F820-E750-165F-F997EF47D1FA}"/>
                </a:ext>
              </a:extLst>
            </p:cNvPr>
            <p:cNvSpPr>
              <a:spLocks noChangeArrowheads="1"/>
            </p:cNvSpPr>
            <p:nvPr/>
          </p:nvSpPr>
          <p:spPr bwMode="auto">
            <a:xfrm>
              <a:off x="4148" y="645"/>
              <a:ext cx="1408" cy="1334"/>
            </a:xfrm>
            <a:prstGeom prst="ellipse">
              <a:avLst/>
            </a:prstGeom>
            <a:noFill/>
            <a:ln w="381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sz="2000"/>
            </a:p>
          </p:txBody>
        </p:sp>
        <p:sp>
          <p:nvSpPr>
            <p:cNvPr id="4" name="Line 18">
              <a:extLst>
                <a:ext uri="{FF2B5EF4-FFF2-40B4-BE49-F238E27FC236}">
                  <a16:creationId xmlns:a16="http://schemas.microsoft.com/office/drawing/2014/main" id="{A530E1E1-67B9-1EE5-4D52-FD6360079EC8}"/>
                </a:ext>
              </a:extLst>
            </p:cNvPr>
            <p:cNvSpPr>
              <a:spLocks noChangeShapeType="1"/>
            </p:cNvSpPr>
            <p:nvPr/>
          </p:nvSpPr>
          <p:spPr bwMode="auto">
            <a:xfrm>
              <a:off x="4240" y="963"/>
              <a:ext cx="589" cy="29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HK" sz="2400"/>
            </a:p>
          </p:txBody>
        </p:sp>
        <p:sp>
          <p:nvSpPr>
            <p:cNvPr id="5" name="Line 19">
              <a:extLst>
                <a:ext uri="{FF2B5EF4-FFF2-40B4-BE49-F238E27FC236}">
                  <a16:creationId xmlns:a16="http://schemas.microsoft.com/office/drawing/2014/main" id="{A8D50C98-4E78-1170-6951-2535A8E3C4B2}"/>
                </a:ext>
              </a:extLst>
            </p:cNvPr>
            <p:cNvSpPr>
              <a:spLocks noChangeShapeType="1"/>
            </p:cNvSpPr>
            <p:nvPr/>
          </p:nvSpPr>
          <p:spPr bwMode="auto">
            <a:xfrm flipH="1">
              <a:off x="4825" y="645"/>
              <a:ext cx="4" cy="629"/>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HK" sz="2400"/>
            </a:p>
          </p:txBody>
        </p:sp>
        <p:sp>
          <p:nvSpPr>
            <p:cNvPr id="6" name="Line 20">
              <a:extLst>
                <a:ext uri="{FF2B5EF4-FFF2-40B4-BE49-F238E27FC236}">
                  <a16:creationId xmlns:a16="http://schemas.microsoft.com/office/drawing/2014/main" id="{F67F5BC4-EF62-C2A2-3976-C46658477106}"/>
                </a:ext>
              </a:extLst>
            </p:cNvPr>
            <p:cNvSpPr>
              <a:spLocks noChangeAspect="1" noChangeShapeType="1"/>
            </p:cNvSpPr>
            <p:nvPr/>
          </p:nvSpPr>
          <p:spPr bwMode="auto">
            <a:xfrm flipH="1">
              <a:off x="4266" y="1261"/>
              <a:ext cx="564" cy="4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en-HK" sz="2400"/>
            </a:p>
          </p:txBody>
        </p:sp>
        <p:sp>
          <p:nvSpPr>
            <p:cNvPr id="7" name="Text Box 21">
              <a:extLst>
                <a:ext uri="{FF2B5EF4-FFF2-40B4-BE49-F238E27FC236}">
                  <a16:creationId xmlns:a16="http://schemas.microsoft.com/office/drawing/2014/main" id="{C034E089-3D9C-603C-9BC9-9DA9892D9AEA}"/>
                </a:ext>
              </a:extLst>
            </p:cNvPr>
            <p:cNvSpPr txBox="1">
              <a:spLocks noChangeArrowheads="1"/>
            </p:cNvSpPr>
            <p:nvPr/>
          </p:nvSpPr>
          <p:spPr bwMode="auto">
            <a:xfrm>
              <a:off x="4149" y="1144"/>
              <a:ext cx="590" cy="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spcBef>
                  <a:spcPct val="50000"/>
                </a:spcBef>
              </a:pPr>
              <a:r>
                <a:rPr lang="en-US" altLang="zh-TW" sz="2000" b="1">
                  <a:solidFill>
                    <a:schemeClr val="hlink"/>
                  </a:solidFill>
                  <a:latin typeface="Arial" panose="020B0604020202020204" pitchFamily="34" charset="0"/>
                  <a:ea typeface="新細明體" panose="02020500000000000000" pitchFamily="18" charset="-120"/>
                </a:rPr>
                <a:t>18</a:t>
              </a:r>
              <a:r>
                <a:rPr lang="en-US" altLang="zh-TW" sz="1100" b="1">
                  <a:solidFill>
                    <a:schemeClr val="hlink"/>
                  </a:solidFill>
                  <a:latin typeface="Arial" panose="020B0604020202020204" pitchFamily="34" charset="0"/>
                  <a:ea typeface="新細明體" panose="02020500000000000000" pitchFamily="18" charset="-120"/>
                </a:rPr>
                <a:t> </a:t>
              </a:r>
              <a:r>
                <a:rPr lang="en-US" altLang="zh-TW" sz="2000" b="1">
                  <a:solidFill>
                    <a:schemeClr val="hlink"/>
                  </a:solidFill>
                  <a:latin typeface="Arial" panose="020B0604020202020204" pitchFamily="34" charset="0"/>
                  <a:ea typeface="新細明體" panose="02020500000000000000" pitchFamily="18" charset="-120"/>
                </a:rPr>
                <a:t>%</a:t>
              </a:r>
            </a:p>
          </p:txBody>
        </p:sp>
        <p:sp>
          <p:nvSpPr>
            <p:cNvPr id="8" name="Text Box 22">
              <a:extLst>
                <a:ext uri="{FF2B5EF4-FFF2-40B4-BE49-F238E27FC236}">
                  <a16:creationId xmlns:a16="http://schemas.microsoft.com/office/drawing/2014/main" id="{FB9996C3-6FC8-C9DC-687D-28624658FF49}"/>
                </a:ext>
              </a:extLst>
            </p:cNvPr>
            <p:cNvSpPr txBox="1">
              <a:spLocks noChangeArrowheads="1"/>
            </p:cNvSpPr>
            <p:nvPr/>
          </p:nvSpPr>
          <p:spPr bwMode="auto">
            <a:xfrm>
              <a:off x="4285" y="781"/>
              <a:ext cx="590" cy="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spcBef>
                  <a:spcPct val="50000"/>
                </a:spcBef>
              </a:pPr>
              <a:r>
                <a:rPr lang="en-US" altLang="zh-TW" sz="2000" b="1">
                  <a:solidFill>
                    <a:schemeClr val="folHlink"/>
                  </a:solidFill>
                  <a:latin typeface="Arial" panose="020B0604020202020204" pitchFamily="34" charset="0"/>
                  <a:ea typeface="新細明體" panose="02020500000000000000" pitchFamily="18" charset="-120"/>
                </a:rPr>
                <a:t>17</a:t>
              </a:r>
              <a:r>
                <a:rPr lang="en-US" altLang="zh-TW" sz="1100" b="1">
                  <a:solidFill>
                    <a:schemeClr val="folHlink"/>
                  </a:solidFill>
                  <a:latin typeface="Arial" panose="020B0604020202020204" pitchFamily="34" charset="0"/>
                  <a:ea typeface="新細明體" panose="02020500000000000000" pitchFamily="18" charset="-120"/>
                </a:rPr>
                <a:t> </a:t>
              </a:r>
              <a:r>
                <a:rPr lang="en-US" altLang="zh-TW" sz="2000" b="1">
                  <a:solidFill>
                    <a:schemeClr val="folHlink"/>
                  </a:solidFill>
                  <a:latin typeface="Arial" panose="020B0604020202020204" pitchFamily="34" charset="0"/>
                  <a:ea typeface="新細明體" panose="02020500000000000000" pitchFamily="18" charset="-120"/>
                </a:rPr>
                <a:t>%</a:t>
              </a:r>
            </a:p>
          </p:txBody>
        </p:sp>
        <p:sp>
          <p:nvSpPr>
            <p:cNvPr id="9" name="Text Box 23">
              <a:extLst>
                <a:ext uri="{FF2B5EF4-FFF2-40B4-BE49-F238E27FC236}">
                  <a16:creationId xmlns:a16="http://schemas.microsoft.com/office/drawing/2014/main" id="{923F043E-7D1F-6402-C106-CF4398B84625}"/>
                </a:ext>
              </a:extLst>
            </p:cNvPr>
            <p:cNvSpPr txBox="1">
              <a:spLocks noChangeArrowheads="1"/>
            </p:cNvSpPr>
            <p:nvPr/>
          </p:nvSpPr>
          <p:spPr bwMode="auto">
            <a:xfrm>
              <a:off x="4875" y="1056"/>
              <a:ext cx="590" cy="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spcBef>
                  <a:spcPct val="50000"/>
                </a:spcBef>
              </a:pPr>
              <a:r>
                <a:rPr lang="en-US" altLang="zh-TW" sz="2000" b="1">
                  <a:solidFill>
                    <a:srgbClr val="FF0000"/>
                  </a:solidFill>
                  <a:latin typeface="Arial" panose="020B0604020202020204" pitchFamily="34" charset="0"/>
                  <a:ea typeface="新細明體" panose="02020500000000000000" pitchFamily="18" charset="-120"/>
                </a:rPr>
                <a:t>65</a:t>
              </a:r>
              <a:r>
                <a:rPr lang="en-US" altLang="zh-TW" sz="1100" b="1">
                  <a:solidFill>
                    <a:srgbClr val="FF0000"/>
                  </a:solidFill>
                  <a:latin typeface="Arial" panose="020B0604020202020204" pitchFamily="34" charset="0"/>
                  <a:ea typeface="新細明體" panose="02020500000000000000" pitchFamily="18" charset="-120"/>
                </a:rPr>
                <a:t> </a:t>
              </a:r>
              <a:r>
                <a:rPr lang="en-US" altLang="zh-TW" sz="2000" b="1">
                  <a:solidFill>
                    <a:srgbClr val="FF0000"/>
                  </a:solidFill>
                  <a:latin typeface="Arial" panose="020B0604020202020204" pitchFamily="34" charset="0"/>
                  <a:ea typeface="新細明體" panose="02020500000000000000" pitchFamily="18" charset="-120"/>
                </a:rPr>
                <a:t>%</a:t>
              </a:r>
            </a:p>
          </p:txBody>
        </p:sp>
        <p:sp>
          <p:nvSpPr>
            <p:cNvPr id="10" name="Text Box 24">
              <a:extLst>
                <a:ext uri="{FF2B5EF4-FFF2-40B4-BE49-F238E27FC236}">
                  <a16:creationId xmlns:a16="http://schemas.microsoft.com/office/drawing/2014/main" id="{CD583B67-8AF3-67BC-FB33-3E55D8A418E7}"/>
                </a:ext>
              </a:extLst>
            </p:cNvPr>
            <p:cNvSpPr txBox="1">
              <a:spLocks noChangeArrowheads="1"/>
            </p:cNvSpPr>
            <p:nvPr/>
          </p:nvSpPr>
          <p:spPr bwMode="auto">
            <a:xfrm>
              <a:off x="3969" y="524"/>
              <a:ext cx="453" cy="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nSpc>
                  <a:spcPct val="80000"/>
                </a:lnSpc>
              </a:pPr>
              <a:r>
                <a:rPr lang="en-US" altLang="zh-TW" sz="1600" b="1">
                  <a:solidFill>
                    <a:schemeClr val="folHlink"/>
                  </a:solidFill>
                  <a:latin typeface="Arial Narrow" panose="020B0606020202030204" pitchFamily="34" charset="0"/>
                  <a:ea typeface="新細明體" panose="02020500000000000000" pitchFamily="18" charset="-120"/>
                </a:rPr>
                <a:t>Fault repair</a:t>
              </a:r>
            </a:p>
          </p:txBody>
        </p:sp>
        <p:sp>
          <p:nvSpPr>
            <p:cNvPr id="11" name="Text Box 25">
              <a:extLst>
                <a:ext uri="{FF2B5EF4-FFF2-40B4-BE49-F238E27FC236}">
                  <a16:creationId xmlns:a16="http://schemas.microsoft.com/office/drawing/2014/main" id="{5484FA24-5AA0-1FF2-C782-1015B2D1D4A1}"/>
                </a:ext>
              </a:extLst>
            </p:cNvPr>
            <p:cNvSpPr txBox="1">
              <a:spLocks noChangeArrowheads="1"/>
            </p:cNvSpPr>
            <p:nvPr/>
          </p:nvSpPr>
          <p:spPr bwMode="auto">
            <a:xfrm>
              <a:off x="3697" y="119"/>
              <a:ext cx="1814"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nSpc>
                  <a:spcPct val="90000"/>
                </a:lnSpc>
                <a:spcBef>
                  <a:spcPct val="50000"/>
                </a:spcBef>
              </a:pPr>
              <a:r>
                <a:rPr lang="en-US" altLang="zh-TW" sz="2000" b="1" dirty="0">
                  <a:solidFill>
                    <a:schemeClr val="tx2"/>
                  </a:solidFill>
                  <a:latin typeface="Arial Narrow" panose="020B0606020202030204" pitchFamily="34" charset="0"/>
                  <a:ea typeface="新細明體" panose="02020500000000000000" pitchFamily="18" charset="-120"/>
                </a:rPr>
                <a:t>Distribution of efforts </a:t>
              </a:r>
              <a:r>
                <a:rPr lang="en-US" altLang="zh-TW" sz="1400" i="1" dirty="0">
                  <a:solidFill>
                    <a:schemeClr val="hlink"/>
                  </a:solidFill>
                  <a:latin typeface="Arial Narrow" panose="020B0606020202030204" pitchFamily="34" charset="0"/>
                  <a:ea typeface="新細明體" panose="02020500000000000000" pitchFamily="18" charset="-120"/>
                </a:rPr>
                <a:t>Sommerville</a:t>
              </a:r>
              <a:r>
                <a:rPr lang="en-US" altLang="zh-TW" sz="1400" dirty="0">
                  <a:solidFill>
                    <a:schemeClr val="hlink"/>
                  </a:solidFill>
                  <a:latin typeface="Arial Narrow" panose="020B0606020202030204" pitchFamily="34" charset="0"/>
                  <a:ea typeface="新細明體" panose="02020500000000000000" pitchFamily="18" charset="-120"/>
                </a:rPr>
                <a:t>, 2007</a:t>
              </a:r>
            </a:p>
          </p:txBody>
        </p:sp>
        <p:sp>
          <p:nvSpPr>
            <p:cNvPr id="12" name="Text Box 26">
              <a:extLst>
                <a:ext uri="{FF2B5EF4-FFF2-40B4-BE49-F238E27FC236}">
                  <a16:creationId xmlns:a16="http://schemas.microsoft.com/office/drawing/2014/main" id="{C9D06F7A-9BA5-19BE-6CB9-1681F181BBA3}"/>
                </a:ext>
              </a:extLst>
            </p:cNvPr>
            <p:cNvSpPr txBox="1">
              <a:spLocks noChangeArrowheads="1"/>
            </p:cNvSpPr>
            <p:nvPr/>
          </p:nvSpPr>
          <p:spPr bwMode="auto">
            <a:xfrm>
              <a:off x="3470" y="890"/>
              <a:ext cx="725" cy="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nSpc>
                  <a:spcPct val="80000"/>
                </a:lnSpc>
              </a:pPr>
              <a:r>
                <a:rPr lang="en-US" altLang="zh-TW" sz="1600" b="1">
                  <a:solidFill>
                    <a:schemeClr val="hlink"/>
                  </a:solidFill>
                  <a:latin typeface="Arial Narrow" panose="020B0606020202030204" pitchFamily="34" charset="0"/>
                  <a:ea typeface="新細明體" panose="02020500000000000000" pitchFamily="18" charset="-120"/>
                </a:rPr>
                <a:t>Software adaptation</a:t>
              </a:r>
            </a:p>
          </p:txBody>
        </p:sp>
        <p:sp>
          <p:nvSpPr>
            <p:cNvPr id="13" name="Text Box 27">
              <a:extLst>
                <a:ext uri="{FF2B5EF4-FFF2-40B4-BE49-F238E27FC236}">
                  <a16:creationId xmlns:a16="http://schemas.microsoft.com/office/drawing/2014/main" id="{5CE9C6F2-4BD5-40BD-71F0-258EA9002025}"/>
                </a:ext>
              </a:extLst>
            </p:cNvPr>
            <p:cNvSpPr txBox="1">
              <a:spLocks noChangeArrowheads="1"/>
            </p:cNvSpPr>
            <p:nvPr/>
          </p:nvSpPr>
          <p:spPr bwMode="auto">
            <a:xfrm>
              <a:off x="4502" y="1393"/>
              <a:ext cx="963" cy="4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nSpc>
                  <a:spcPct val="80000"/>
                </a:lnSpc>
              </a:pPr>
              <a:r>
                <a:rPr lang="en-US" altLang="zh-TW" sz="1600" b="1" dirty="0">
                  <a:solidFill>
                    <a:srgbClr val="FF0000"/>
                  </a:solidFill>
                  <a:latin typeface="Arial Narrow" panose="020B0606020202030204" pitchFamily="34" charset="0"/>
                  <a:ea typeface="新細明體" panose="02020500000000000000" pitchFamily="18" charset="-120"/>
                </a:rPr>
                <a:t>Addition or modification</a:t>
              </a:r>
            </a:p>
            <a:p>
              <a:pPr>
                <a:lnSpc>
                  <a:spcPct val="80000"/>
                </a:lnSpc>
              </a:pPr>
              <a:r>
                <a:rPr lang="en-US" altLang="zh-TW" sz="1600" b="1" dirty="0">
                  <a:solidFill>
                    <a:srgbClr val="FF0000"/>
                  </a:solidFill>
                  <a:latin typeface="Arial Narrow" panose="020B0606020202030204" pitchFamily="34" charset="0"/>
                  <a:ea typeface="新細明體" panose="02020500000000000000" pitchFamily="18" charset="-120"/>
                </a:rPr>
                <a:t>of functionality</a:t>
              </a:r>
            </a:p>
          </p:txBody>
        </p:sp>
      </p:grpSp>
      <p:sp>
        <p:nvSpPr>
          <p:cNvPr id="14" name="TextBox 13">
            <a:extLst>
              <a:ext uri="{FF2B5EF4-FFF2-40B4-BE49-F238E27FC236}">
                <a16:creationId xmlns:a16="http://schemas.microsoft.com/office/drawing/2014/main" id="{EB71D88F-5A48-7E43-D6E8-112841A8116D}"/>
              </a:ext>
            </a:extLst>
          </p:cNvPr>
          <p:cNvSpPr txBox="1"/>
          <p:nvPr/>
        </p:nvSpPr>
        <p:spPr>
          <a:xfrm>
            <a:off x="150812" y="5608686"/>
            <a:ext cx="6781800" cy="677108"/>
          </a:xfrm>
          <a:prstGeom prst="rect">
            <a:avLst/>
          </a:prstGeom>
          <a:noFill/>
        </p:spPr>
        <p:txBody>
          <a:bodyPr wrap="square" rtlCol="0">
            <a:spAutoFit/>
          </a:bodyPr>
          <a:lstStyle/>
          <a:p>
            <a:r>
              <a:rPr lang="en-US" sz="2000" dirty="0"/>
              <a:t>AI chatbot</a:t>
            </a:r>
          </a:p>
          <a:p>
            <a:r>
              <a:rPr lang="en-US" sz="1600" dirty="0"/>
              <a:t>in Nov 2024:    </a:t>
            </a:r>
            <a:r>
              <a:rPr lang="en-US" sz="1800" dirty="0"/>
              <a:t>20%-25%    5%-10%     15%-20%       50%-55% </a:t>
            </a:r>
            <a:endParaRPr lang="en-HK" sz="2000" dirty="0"/>
          </a:p>
        </p:txBody>
      </p:sp>
      <p:sp>
        <p:nvSpPr>
          <p:cNvPr id="17" name="TextBox 16">
            <a:extLst>
              <a:ext uri="{FF2B5EF4-FFF2-40B4-BE49-F238E27FC236}">
                <a16:creationId xmlns:a16="http://schemas.microsoft.com/office/drawing/2014/main" id="{3249AE60-F01B-2FF5-7FD7-5DDFB6A97021}"/>
              </a:ext>
            </a:extLst>
          </p:cNvPr>
          <p:cNvSpPr txBox="1"/>
          <p:nvPr/>
        </p:nvSpPr>
        <p:spPr>
          <a:xfrm>
            <a:off x="1737065" y="6329690"/>
            <a:ext cx="4552849" cy="523220"/>
          </a:xfrm>
          <a:prstGeom prst="rect">
            <a:avLst/>
          </a:prstGeom>
          <a:noFill/>
        </p:spPr>
        <p:txBody>
          <a:bodyPr wrap="none" rtlCol="0">
            <a:spAutoFit/>
          </a:bodyPr>
          <a:lstStyle/>
          <a:p>
            <a:r>
              <a:rPr lang="en-US" dirty="0"/>
              <a:t>25%-35% increased (vs. 17%)</a:t>
            </a:r>
            <a:endParaRPr lang="en-HK" dirty="0"/>
          </a:p>
        </p:txBody>
      </p:sp>
      <p:sp>
        <p:nvSpPr>
          <p:cNvPr id="19" name="Right Brace 18">
            <a:extLst>
              <a:ext uri="{FF2B5EF4-FFF2-40B4-BE49-F238E27FC236}">
                <a16:creationId xmlns:a16="http://schemas.microsoft.com/office/drawing/2014/main" id="{367B9276-37E5-3527-0BB1-0B6A2C50B6DD}"/>
              </a:ext>
            </a:extLst>
          </p:cNvPr>
          <p:cNvSpPr/>
          <p:nvPr/>
        </p:nvSpPr>
        <p:spPr bwMode="auto">
          <a:xfrm rot="5400000">
            <a:off x="2254270" y="5894807"/>
            <a:ext cx="221431" cy="923148"/>
          </a:xfrm>
          <a:prstGeom prst="rightBrace">
            <a:avLst/>
          </a:prstGeom>
          <a:ln>
            <a:headEnd type="none" w="sm" len="sm"/>
            <a:tailEnd type="none" w="sm" len="sm"/>
          </a:ln>
        </p:spPr>
        <p:style>
          <a:lnRef idx="1">
            <a:schemeClr val="dk1"/>
          </a:lnRef>
          <a:fillRef idx="0">
            <a:schemeClr val="dk1"/>
          </a:fillRef>
          <a:effectRef idx="0">
            <a:schemeClr val="dk1"/>
          </a:effectRef>
          <a:fontRef idx="minor">
            <a:schemeClr val="tx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2800" b="0" i="0" u="none" strike="noStrike" cap="none" normalizeH="0" baseline="0">
              <a:ln>
                <a:noFill/>
              </a:ln>
              <a:solidFill>
                <a:schemeClr val="tx1"/>
              </a:solidFill>
              <a:effectLst/>
              <a:latin typeface="Times New Roman" pitchFamily="18" charset="0"/>
            </a:endParaRPr>
          </a:p>
        </p:txBody>
      </p:sp>
      <p:cxnSp>
        <p:nvCxnSpPr>
          <p:cNvPr id="21" name="Straight Arrow Connector 20">
            <a:extLst>
              <a:ext uri="{FF2B5EF4-FFF2-40B4-BE49-F238E27FC236}">
                <a16:creationId xmlns:a16="http://schemas.microsoft.com/office/drawing/2014/main" id="{0BA3DD3F-F840-C5B8-8D31-D56200B529C3}"/>
              </a:ext>
            </a:extLst>
          </p:cNvPr>
          <p:cNvCxnSpPr/>
          <p:nvPr/>
        </p:nvCxnSpPr>
        <p:spPr bwMode="auto">
          <a:xfrm flipV="1">
            <a:off x="6094412" y="3962400"/>
            <a:ext cx="1520113" cy="2438400"/>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sp>
        <p:nvSpPr>
          <p:cNvPr id="22" name="TextBox 21">
            <a:extLst>
              <a:ext uri="{FF2B5EF4-FFF2-40B4-BE49-F238E27FC236}">
                <a16:creationId xmlns:a16="http://schemas.microsoft.com/office/drawing/2014/main" id="{D18ACD7A-B486-C601-8D3D-382F66D61832}"/>
              </a:ext>
            </a:extLst>
          </p:cNvPr>
          <p:cNvSpPr txBox="1"/>
          <p:nvPr/>
        </p:nvSpPr>
        <p:spPr>
          <a:xfrm flipH="1">
            <a:off x="6487825" y="5965604"/>
            <a:ext cx="3264188"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800" dirty="0"/>
              <a:t>Trend: efforts shift from Enhancement to Correction</a:t>
            </a:r>
            <a:endParaRPr lang="en-HK" sz="1800" dirty="0"/>
          </a:p>
        </p:txBody>
      </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5E99C5-5155-8136-F801-5F06F63E51FF}"/>
              </a:ext>
            </a:extLst>
          </p:cNvPr>
          <p:cNvSpPr>
            <a:spLocks noGrp="1"/>
          </p:cNvSpPr>
          <p:nvPr>
            <p:ph type="title"/>
          </p:nvPr>
        </p:nvSpPr>
        <p:spPr/>
        <p:txBody>
          <a:bodyPr/>
          <a:lstStyle/>
          <a:p>
            <a:r>
              <a:rPr lang="en-US" dirty="0"/>
              <a:t>Data in Canada</a:t>
            </a:r>
            <a:endParaRPr lang="en-HK" dirty="0"/>
          </a:p>
        </p:txBody>
      </p:sp>
      <p:sp>
        <p:nvSpPr>
          <p:cNvPr id="7" name="Content Placeholder 6">
            <a:extLst>
              <a:ext uri="{FF2B5EF4-FFF2-40B4-BE49-F238E27FC236}">
                <a16:creationId xmlns:a16="http://schemas.microsoft.com/office/drawing/2014/main" id="{01FC8A34-C0EE-BED6-9217-51AD0723AC0D}"/>
              </a:ext>
            </a:extLst>
          </p:cNvPr>
          <p:cNvSpPr>
            <a:spLocks noGrp="1"/>
          </p:cNvSpPr>
          <p:nvPr>
            <p:ph idx="1"/>
          </p:nvPr>
        </p:nvSpPr>
        <p:spPr/>
        <p:txBody>
          <a:bodyPr/>
          <a:lstStyle/>
          <a:p>
            <a:r>
              <a:rPr lang="en-US" sz="2800" dirty="0"/>
              <a:t>Software maintenance costs range between </a:t>
            </a:r>
            <a:r>
              <a:rPr lang="en-US" sz="2800" b="1" dirty="0"/>
              <a:t>15% to 25% </a:t>
            </a:r>
            <a:r>
              <a:rPr lang="en-US" sz="2800" dirty="0"/>
              <a:t>annually of the overall software development cost.</a:t>
            </a:r>
            <a:endParaRPr lang="en-HK" sz="2800" dirty="0"/>
          </a:p>
        </p:txBody>
      </p:sp>
      <p:sp>
        <p:nvSpPr>
          <p:cNvPr id="4" name="Slide Number Placeholder 3">
            <a:extLst>
              <a:ext uri="{FF2B5EF4-FFF2-40B4-BE49-F238E27FC236}">
                <a16:creationId xmlns:a16="http://schemas.microsoft.com/office/drawing/2014/main" id="{2B5F51E8-ADB9-0095-BB65-A698C552E392}"/>
              </a:ext>
            </a:extLst>
          </p:cNvPr>
          <p:cNvSpPr>
            <a:spLocks noGrp="1"/>
          </p:cNvSpPr>
          <p:nvPr>
            <p:ph type="sldNum" sz="quarter" idx="12"/>
          </p:nvPr>
        </p:nvSpPr>
        <p:spPr/>
        <p:txBody>
          <a:bodyPr/>
          <a:lstStyle/>
          <a:p>
            <a:pPr>
              <a:defRPr/>
            </a:pPr>
            <a:fld id="{63B8F44C-0EDE-4D7D-9086-BD1CF3CE7AF7}" type="slidenum">
              <a:rPr lang="en-US" smtClean="0"/>
              <a:pPr>
                <a:defRPr/>
              </a:pPr>
              <a:t>5</a:t>
            </a:fld>
            <a:endParaRPr lang="en-US"/>
          </a:p>
        </p:txBody>
      </p:sp>
      <p:sp>
        <p:nvSpPr>
          <p:cNvPr id="6" name="TextBox 5">
            <a:extLst>
              <a:ext uri="{FF2B5EF4-FFF2-40B4-BE49-F238E27FC236}">
                <a16:creationId xmlns:a16="http://schemas.microsoft.com/office/drawing/2014/main" id="{C79B4D6C-E988-9329-DEC5-1B4CD2B75BB2}"/>
              </a:ext>
            </a:extLst>
          </p:cNvPr>
          <p:cNvSpPr txBox="1"/>
          <p:nvPr/>
        </p:nvSpPr>
        <p:spPr>
          <a:xfrm>
            <a:off x="227012" y="6139190"/>
            <a:ext cx="9796462" cy="400110"/>
          </a:xfrm>
          <a:prstGeom prst="rect">
            <a:avLst/>
          </a:prstGeom>
          <a:noFill/>
        </p:spPr>
        <p:txBody>
          <a:bodyPr wrap="square">
            <a:spAutoFit/>
          </a:bodyPr>
          <a:lstStyle/>
          <a:p>
            <a:r>
              <a:rPr lang="en-HK" sz="2000" dirty="0"/>
              <a:t>https://www.spaceo.ca/blog/software-maintenance-cost/</a:t>
            </a:r>
          </a:p>
        </p:txBody>
      </p:sp>
      <p:pic>
        <p:nvPicPr>
          <p:cNvPr id="9" name="Picture 8" descr="A close-up of a table&#10;&#10;Description automatically generated">
            <a:extLst>
              <a:ext uri="{FF2B5EF4-FFF2-40B4-BE49-F238E27FC236}">
                <a16:creationId xmlns:a16="http://schemas.microsoft.com/office/drawing/2014/main" id="{9C1FD32A-DD68-F8E8-001E-66FF38BF0D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17612" y="2591245"/>
            <a:ext cx="6897129" cy="3531440"/>
          </a:xfrm>
          <a:prstGeom prst="rect">
            <a:avLst/>
          </a:prstGeom>
        </p:spPr>
      </p:pic>
    </p:spTree>
    <p:extLst>
      <p:ext uri="{BB962C8B-B14F-4D97-AF65-F5344CB8AC3E}">
        <p14:creationId xmlns:p14="http://schemas.microsoft.com/office/powerpoint/2010/main" val="1338223973"/>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67044-3EE9-79BB-EE25-0C2A410B4A6A}"/>
              </a:ext>
            </a:extLst>
          </p:cNvPr>
          <p:cNvSpPr>
            <a:spLocks noGrp="1"/>
          </p:cNvSpPr>
          <p:nvPr>
            <p:ph type="title"/>
          </p:nvPr>
        </p:nvSpPr>
        <p:spPr/>
        <p:txBody>
          <a:bodyPr/>
          <a:lstStyle/>
          <a:p>
            <a:br>
              <a:rPr lang="en-US" dirty="0"/>
            </a:br>
            <a:r>
              <a:rPr lang="en-US" dirty="0"/>
              <a:t>4 Type of Software Maintenance</a:t>
            </a:r>
            <a:endParaRPr lang="en-HK" dirty="0"/>
          </a:p>
        </p:txBody>
      </p:sp>
      <p:sp>
        <p:nvSpPr>
          <p:cNvPr id="3" name="Content Placeholder 2">
            <a:extLst>
              <a:ext uri="{FF2B5EF4-FFF2-40B4-BE49-F238E27FC236}">
                <a16:creationId xmlns:a16="http://schemas.microsoft.com/office/drawing/2014/main" id="{3B2CC568-E729-708D-F94B-93F38EC0390C}"/>
              </a:ext>
            </a:extLst>
          </p:cNvPr>
          <p:cNvSpPr>
            <a:spLocks noGrp="1"/>
          </p:cNvSpPr>
          <p:nvPr>
            <p:ph idx="1"/>
          </p:nvPr>
        </p:nvSpPr>
        <p:spPr/>
        <p:txBody>
          <a:bodyPr/>
          <a:lstStyle/>
          <a:p>
            <a:pPr>
              <a:spcBef>
                <a:spcPts val="800"/>
              </a:spcBef>
            </a:pPr>
            <a:r>
              <a:rPr lang="en-US" sz="2800" b="1" dirty="0"/>
              <a:t>Adaptive Maintenance</a:t>
            </a:r>
          </a:p>
          <a:p>
            <a:pPr lvl="1">
              <a:spcBef>
                <a:spcPts val="800"/>
              </a:spcBef>
            </a:pPr>
            <a:r>
              <a:rPr lang="en-US" sz="2400" dirty="0"/>
              <a:t>Modify the software to ensure it continues to operate in a new or changed environment, such as when there are updates to the operating system (e.g., from Android to HarmonyOS Next), hardware, or other software dependencies (e.g., handling depreciated APIs or using a new framework version).</a:t>
            </a:r>
          </a:p>
          <a:p>
            <a:pPr>
              <a:spcBef>
                <a:spcPts val="800"/>
              </a:spcBef>
            </a:pPr>
            <a:r>
              <a:rPr lang="en-US" sz="2800" b="1" dirty="0"/>
              <a:t>Perfective Maintenance</a:t>
            </a:r>
          </a:p>
          <a:p>
            <a:pPr lvl="1">
              <a:spcBef>
                <a:spcPts val="800"/>
              </a:spcBef>
            </a:pPr>
            <a:r>
              <a:rPr lang="en-US" sz="2400" dirty="0"/>
              <a:t>Enhance the software by adding new features or requirements. It aims to improve the software’s functionality and performance based on user feedback or new business needs.</a:t>
            </a:r>
          </a:p>
          <a:p>
            <a:pPr lvl="1">
              <a:spcBef>
                <a:spcPts val="800"/>
              </a:spcBef>
            </a:pPr>
            <a:r>
              <a:rPr lang="en-US" sz="2400" dirty="0"/>
              <a:t>E.g., for meeting the requirements in a sprint backlog</a:t>
            </a:r>
          </a:p>
          <a:p>
            <a:pPr marL="0" indent="0">
              <a:spcBef>
                <a:spcPts val="800"/>
              </a:spcBef>
              <a:buNone/>
            </a:pPr>
            <a:endParaRPr lang="en-US" sz="2800" dirty="0"/>
          </a:p>
        </p:txBody>
      </p:sp>
      <p:sp>
        <p:nvSpPr>
          <p:cNvPr id="4" name="Slide Number Placeholder 3">
            <a:extLst>
              <a:ext uri="{FF2B5EF4-FFF2-40B4-BE49-F238E27FC236}">
                <a16:creationId xmlns:a16="http://schemas.microsoft.com/office/drawing/2014/main" id="{E3CEE169-6E0B-B0E5-070A-AF49253D03AD}"/>
              </a:ext>
            </a:extLst>
          </p:cNvPr>
          <p:cNvSpPr>
            <a:spLocks noGrp="1"/>
          </p:cNvSpPr>
          <p:nvPr>
            <p:ph type="sldNum" sz="quarter" idx="12"/>
          </p:nvPr>
        </p:nvSpPr>
        <p:spPr/>
        <p:txBody>
          <a:bodyPr/>
          <a:lstStyle/>
          <a:p>
            <a:pPr>
              <a:defRPr/>
            </a:pPr>
            <a:fld id="{63B8F44C-0EDE-4D7D-9086-BD1CF3CE7AF7}" type="slidenum">
              <a:rPr lang="en-US" smtClean="0"/>
              <a:pPr>
                <a:defRPr/>
              </a:pPr>
              <a:t>6</a:t>
            </a:fld>
            <a:endParaRPr lang="en-US"/>
          </a:p>
        </p:txBody>
      </p:sp>
    </p:spTree>
    <p:extLst>
      <p:ext uri="{BB962C8B-B14F-4D97-AF65-F5344CB8AC3E}">
        <p14:creationId xmlns:p14="http://schemas.microsoft.com/office/powerpoint/2010/main" val="3366627312"/>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67044-3EE9-79BB-EE25-0C2A410B4A6A}"/>
              </a:ext>
            </a:extLst>
          </p:cNvPr>
          <p:cNvSpPr>
            <a:spLocks noGrp="1"/>
          </p:cNvSpPr>
          <p:nvPr>
            <p:ph type="title"/>
          </p:nvPr>
        </p:nvSpPr>
        <p:spPr/>
        <p:txBody>
          <a:bodyPr/>
          <a:lstStyle/>
          <a:p>
            <a:br>
              <a:rPr lang="en-US" dirty="0"/>
            </a:br>
            <a:r>
              <a:rPr lang="en-US" dirty="0"/>
              <a:t>4 Type of Software Maintenance</a:t>
            </a:r>
            <a:endParaRPr lang="en-HK" dirty="0"/>
          </a:p>
        </p:txBody>
      </p:sp>
      <p:sp>
        <p:nvSpPr>
          <p:cNvPr id="3" name="Content Placeholder 2">
            <a:extLst>
              <a:ext uri="{FF2B5EF4-FFF2-40B4-BE49-F238E27FC236}">
                <a16:creationId xmlns:a16="http://schemas.microsoft.com/office/drawing/2014/main" id="{3B2CC568-E729-708D-F94B-93F38EC0390C}"/>
              </a:ext>
            </a:extLst>
          </p:cNvPr>
          <p:cNvSpPr>
            <a:spLocks noGrp="1"/>
          </p:cNvSpPr>
          <p:nvPr>
            <p:ph idx="1"/>
          </p:nvPr>
        </p:nvSpPr>
        <p:spPr/>
        <p:txBody>
          <a:bodyPr/>
          <a:lstStyle/>
          <a:p>
            <a:pPr>
              <a:spcBef>
                <a:spcPts val="800"/>
              </a:spcBef>
            </a:pPr>
            <a:r>
              <a:rPr lang="en-US" sz="2800" b="1" dirty="0"/>
              <a:t>Corrective Maintenance</a:t>
            </a:r>
          </a:p>
          <a:p>
            <a:pPr lvl="1">
              <a:spcBef>
                <a:spcPts val="800"/>
              </a:spcBef>
            </a:pPr>
            <a:r>
              <a:rPr lang="en-US" sz="2400" dirty="0"/>
              <a:t>Fix bugs and errors that are discovered </a:t>
            </a:r>
            <a:r>
              <a:rPr lang="en-US" sz="2400" i="1" dirty="0"/>
              <a:t>after the software has been deployed. </a:t>
            </a:r>
          </a:p>
          <a:p>
            <a:pPr lvl="1">
              <a:spcBef>
                <a:spcPts val="800"/>
              </a:spcBef>
            </a:pPr>
            <a:r>
              <a:rPr lang="en-US" sz="2400" dirty="0"/>
              <a:t>Sometimes, to handle unexpected failures or critical issues that need immediate attention, which involves prompt fixing the software to restore its functionality and minimizing downtime.</a:t>
            </a:r>
          </a:p>
          <a:p>
            <a:pPr>
              <a:spcBef>
                <a:spcPts val="800"/>
              </a:spcBef>
            </a:pPr>
            <a:r>
              <a:rPr lang="en-US" sz="2800" b="1" dirty="0"/>
              <a:t>Preventive Maintenance</a:t>
            </a:r>
          </a:p>
          <a:p>
            <a:pPr lvl="1">
              <a:spcBef>
                <a:spcPts val="800"/>
              </a:spcBef>
            </a:pPr>
            <a:r>
              <a:rPr lang="en-US" sz="2400" dirty="0"/>
              <a:t>Make changes to the software to prevent potential future problems. It aims to improve the software’s maintainability and reliability by addressing issues before they become significant problems. (e.g., addressing technical debts)</a:t>
            </a:r>
          </a:p>
        </p:txBody>
      </p:sp>
      <p:sp>
        <p:nvSpPr>
          <p:cNvPr id="4" name="Slide Number Placeholder 3">
            <a:extLst>
              <a:ext uri="{FF2B5EF4-FFF2-40B4-BE49-F238E27FC236}">
                <a16:creationId xmlns:a16="http://schemas.microsoft.com/office/drawing/2014/main" id="{E3CEE169-6E0B-B0E5-070A-AF49253D03AD}"/>
              </a:ext>
            </a:extLst>
          </p:cNvPr>
          <p:cNvSpPr>
            <a:spLocks noGrp="1"/>
          </p:cNvSpPr>
          <p:nvPr>
            <p:ph type="sldNum" sz="quarter" idx="12"/>
          </p:nvPr>
        </p:nvSpPr>
        <p:spPr/>
        <p:txBody>
          <a:bodyPr/>
          <a:lstStyle/>
          <a:p>
            <a:pPr>
              <a:defRPr/>
            </a:pPr>
            <a:fld id="{63B8F44C-0EDE-4D7D-9086-BD1CF3CE7AF7}" type="slidenum">
              <a:rPr lang="en-US" smtClean="0"/>
              <a:pPr>
                <a:defRPr/>
              </a:pPr>
              <a:t>7</a:t>
            </a:fld>
            <a:endParaRPr lang="en-US"/>
          </a:p>
        </p:txBody>
      </p:sp>
    </p:spTree>
    <p:extLst>
      <p:ext uri="{BB962C8B-B14F-4D97-AF65-F5344CB8AC3E}">
        <p14:creationId xmlns:p14="http://schemas.microsoft.com/office/powerpoint/2010/main" val="3246602289"/>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704AB-AA75-66BE-11ED-E6C24B69F2AD}"/>
              </a:ext>
            </a:extLst>
          </p:cNvPr>
          <p:cNvSpPr>
            <a:spLocks noGrp="1"/>
          </p:cNvSpPr>
          <p:nvPr>
            <p:ph type="title"/>
          </p:nvPr>
        </p:nvSpPr>
        <p:spPr/>
        <p:txBody>
          <a:bodyPr/>
          <a:lstStyle/>
          <a:p>
            <a:br>
              <a:rPr lang="en-US" sz="3200" i="1" dirty="0"/>
            </a:br>
            <a:r>
              <a:rPr lang="en-US" dirty="0"/>
              <a:t>Their Processes are Different Too</a:t>
            </a:r>
            <a:endParaRPr lang="en-HK" dirty="0"/>
          </a:p>
        </p:txBody>
      </p:sp>
      <p:sp>
        <p:nvSpPr>
          <p:cNvPr id="3" name="Content Placeholder 2">
            <a:extLst>
              <a:ext uri="{FF2B5EF4-FFF2-40B4-BE49-F238E27FC236}">
                <a16:creationId xmlns:a16="http://schemas.microsoft.com/office/drawing/2014/main" id="{95E8F78B-0DC0-29AC-397D-7E870E279050}"/>
              </a:ext>
            </a:extLst>
          </p:cNvPr>
          <p:cNvSpPr>
            <a:spLocks noGrp="1"/>
          </p:cNvSpPr>
          <p:nvPr>
            <p:ph idx="1"/>
          </p:nvPr>
        </p:nvSpPr>
        <p:spPr/>
        <p:txBody>
          <a:bodyPr/>
          <a:lstStyle/>
          <a:p>
            <a:r>
              <a:rPr lang="en-US" sz="2400" dirty="0"/>
              <a:t>Adaptive Maintenance</a:t>
            </a:r>
          </a:p>
          <a:p>
            <a:pPr lvl="1"/>
            <a:r>
              <a:rPr lang="en-US" sz="2000" b="1" dirty="0"/>
              <a:t>Identify changes in the system environment, analyze the impact on the software</a:t>
            </a:r>
            <a:r>
              <a:rPr lang="en-US" sz="2000" dirty="0"/>
              <a:t>, plan and design modifications, implement changes, test the updated software, and deploy the changes.</a:t>
            </a:r>
          </a:p>
          <a:p>
            <a:r>
              <a:rPr lang="en-US" sz="2400" dirty="0"/>
              <a:t>Perfective Maintenance</a:t>
            </a:r>
          </a:p>
          <a:p>
            <a:pPr lvl="1"/>
            <a:r>
              <a:rPr lang="en-US" sz="2000" b="1" dirty="0"/>
              <a:t>Gather user feedback to identify areas of improvement</a:t>
            </a:r>
            <a:r>
              <a:rPr lang="en-US" sz="2000" i="1" dirty="0"/>
              <a:t>, </a:t>
            </a:r>
            <a:r>
              <a:rPr lang="en-US" sz="2000" dirty="0"/>
              <a:t>elicit</a:t>
            </a:r>
            <a:r>
              <a:rPr lang="en-US" sz="2000" i="1" dirty="0"/>
              <a:t> </a:t>
            </a:r>
            <a:r>
              <a:rPr lang="en-US" sz="2000" dirty="0"/>
              <a:t>new requirements, analyze and prioritize enhancements, design and implement new features or improvements, test the enhancements, and deploy them.</a:t>
            </a:r>
          </a:p>
          <a:p>
            <a:r>
              <a:rPr lang="en-US" sz="2400" dirty="0"/>
              <a:t>Corrective Maintenance: </a:t>
            </a:r>
            <a:r>
              <a:rPr lang="en-US" sz="2000" b="1" dirty="0"/>
              <a:t>Typical</a:t>
            </a:r>
            <a:r>
              <a:rPr lang="en-US" sz="2000" dirty="0"/>
              <a:t> bug fixing process</a:t>
            </a:r>
            <a:endParaRPr lang="en-US" sz="2400" dirty="0"/>
          </a:p>
          <a:p>
            <a:r>
              <a:rPr lang="en-US" sz="2400" dirty="0"/>
              <a:t>Preventive Maintenance</a:t>
            </a:r>
          </a:p>
          <a:p>
            <a:pPr lvl="1"/>
            <a:r>
              <a:rPr lang="en-US" sz="2000" dirty="0"/>
              <a:t>Conduct regular code reviews and </a:t>
            </a:r>
            <a:r>
              <a:rPr lang="en-US" sz="2000" b="1" dirty="0"/>
              <a:t>system audits</a:t>
            </a:r>
            <a:r>
              <a:rPr lang="en-US" sz="2000" dirty="0"/>
              <a:t>, </a:t>
            </a:r>
            <a:r>
              <a:rPr lang="en-US" sz="2000" b="1" dirty="0"/>
              <a:t>identify</a:t>
            </a:r>
            <a:r>
              <a:rPr lang="en-US" sz="2000" dirty="0"/>
              <a:t> </a:t>
            </a:r>
            <a:r>
              <a:rPr lang="en-US" sz="2000" b="1" dirty="0"/>
              <a:t>potential future issues</a:t>
            </a:r>
            <a:r>
              <a:rPr lang="en-US" sz="2000" dirty="0"/>
              <a:t>, implement changes to improve maintainability, </a:t>
            </a:r>
            <a:r>
              <a:rPr lang="en-US" sz="2000" b="1" dirty="0"/>
              <a:t>test the preventive measures</a:t>
            </a:r>
          </a:p>
          <a:p>
            <a:endParaRPr lang="en-US" sz="2400" dirty="0"/>
          </a:p>
          <a:p>
            <a:endParaRPr lang="en-US" sz="2400" dirty="0"/>
          </a:p>
          <a:p>
            <a:endParaRPr lang="en-US" sz="2400" dirty="0"/>
          </a:p>
          <a:p>
            <a:endParaRPr lang="en-HK" sz="2400" dirty="0"/>
          </a:p>
        </p:txBody>
      </p:sp>
      <p:sp>
        <p:nvSpPr>
          <p:cNvPr id="4" name="Slide Number Placeholder 3">
            <a:extLst>
              <a:ext uri="{FF2B5EF4-FFF2-40B4-BE49-F238E27FC236}">
                <a16:creationId xmlns:a16="http://schemas.microsoft.com/office/drawing/2014/main" id="{0AD15B7A-3215-EFC7-3167-626E65206C71}"/>
              </a:ext>
            </a:extLst>
          </p:cNvPr>
          <p:cNvSpPr>
            <a:spLocks noGrp="1"/>
          </p:cNvSpPr>
          <p:nvPr>
            <p:ph type="sldNum" sz="quarter" idx="12"/>
          </p:nvPr>
        </p:nvSpPr>
        <p:spPr/>
        <p:txBody>
          <a:bodyPr/>
          <a:lstStyle/>
          <a:p>
            <a:pPr>
              <a:defRPr/>
            </a:pPr>
            <a:fld id="{63B8F44C-0EDE-4D7D-9086-BD1CF3CE7AF7}" type="slidenum">
              <a:rPr lang="en-US" smtClean="0"/>
              <a:pPr>
                <a:defRPr/>
              </a:pPr>
              <a:t>8</a:t>
            </a:fld>
            <a:endParaRPr lang="en-US"/>
          </a:p>
        </p:txBody>
      </p:sp>
    </p:spTree>
    <p:extLst>
      <p:ext uri="{BB962C8B-B14F-4D97-AF65-F5344CB8AC3E}">
        <p14:creationId xmlns:p14="http://schemas.microsoft.com/office/powerpoint/2010/main" val="23252467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4338" name="Title 1">
            <a:extLst>
              <a:ext uri="{FF2B5EF4-FFF2-40B4-BE49-F238E27FC236}">
                <a16:creationId xmlns:a16="http://schemas.microsoft.com/office/drawing/2014/main" id="{11425CA2-C898-C3C4-821C-AC22546D0745}"/>
              </a:ext>
            </a:extLst>
          </p:cNvPr>
          <p:cNvSpPr>
            <a:spLocks noGrp="1"/>
          </p:cNvSpPr>
          <p:nvPr>
            <p:ph type="title"/>
          </p:nvPr>
        </p:nvSpPr>
        <p:spPr/>
        <p:txBody>
          <a:bodyPr/>
          <a:lstStyle/>
          <a:p>
            <a:r>
              <a:rPr lang="en-US" altLang="en-US" dirty="0"/>
              <a:t>Where to Release Changes</a:t>
            </a:r>
          </a:p>
        </p:txBody>
      </p:sp>
      <p:pic>
        <p:nvPicPr>
          <p:cNvPr id="14339" name="Content Placeholder 3" descr="www.fabricadesoftware.cl/documentos/ESA/PSS0507.pdf - Google 瀏覽器">
            <a:extLst>
              <a:ext uri="{FF2B5EF4-FFF2-40B4-BE49-F238E27FC236}">
                <a16:creationId xmlns:a16="http://schemas.microsoft.com/office/drawing/2014/main" id="{32111761-F1E9-BC8D-CBE7-FDE7BC8A1715}"/>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39935" t="43575" r="42358" b="38701"/>
          <a:stretch>
            <a:fillRect/>
          </a:stretch>
        </p:blipFill>
        <p:spPr>
          <a:xfrm>
            <a:off x="1751012" y="1752600"/>
            <a:ext cx="4932363" cy="2690812"/>
          </a:xfrm>
        </p:spPr>
      </p:pic>
      <p:sp>
        <p:nvSpPr>
          <p:cNvPr id="14340" name="Rectangle 4">
            <a:extLst>
              <a:ext uri="{FF2B5EF4-FFF2-40B4-BE49-F238E27FC236}">
                <a16:creationId xmlns:a16="http://schemas.microsoft.com/office/drawing/2014/main" id="{7F922A7C-5265-C749-C2DB-75A5D48C142F}"/>
              </a:ext>
            </a:extLst>
          </p:cNvPr>
          <p:cNvSpPr>
            <a:spLocks noChangeArrowheads="1"/>
          </p:cNvSpPr>
          <p:nvPr/>
        </p:nvSpPr>
        <p:spPr bwMode="auto">
          <a:xfrm>
            <a:off x="2055812" y="4648200"/>
            <a:ext cx="5291138"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US" sz="1600" dirty="0"/>
              <a:t>Source: ESA PSS-05-07 Issue 1 Revision 1 </a:t>
            </a:r>
          </a:p>
          <a:p>
            <a:r>
              <a:rPr lang="en-US" altLang="en-US" sz="1600" dirty="0"/>
              <a:t>THE OPERATIONS AND MAINTENANCE PHASE</a:t>
            </a: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DD9E4-FC61-1A5A-90EC-2AE67DC6E3F9}"/>
              </a:ext>
            </a:extLst>
          </p:cNvPr>
          <p:cNvSpPr>
            <a:spLocks noGrp="1"/>
          </p:cNvSpPr>
          <p:nvPr>
            <p:ph type="title"/>
          </p:nvPr>
        </p:nvSpPr>
        <p:spPr/>
        <p:txBody>
          <a:bodyPr/>
          <a:lstStyle/>
          <a:p>
            <a:r>
              <a:rPr lang="en-US" dirty="0"/>
              <a:t>How about maintenance in general </a:t>
            </a:r>
            <a:r>
              <a:rPr lang="en-US" sz="4000" dirty="0"/>
              <a:t>(not restricted to S/W Maintenance)?</a:t>
            </a:r>
            <a:endParaRPr lang="en-HK" sz="4000" dirty="0"/>
          </a:p>
        </p:txBody>
      </p:sp>
      <p:sp>
        <p:nvSpPr>
          <p:cNvPr id="4" name="Slide Number Placeholder 3">
            <a:extLst>
              <a:ext uri="{FF2B5EF4-FFF2-40B4-BE49-F238E27FC236}">
                <a16:creationId xmlns:a16="http://schemas.microsoft.com/office/drawing/2014/main" id="{2E0CEC66-2D93-1240-890C-CAE057205C05}"/>
              </a:ext>
            </a:extLst>
          </p:cNvPr>
          <p:cNvSpPr>
            <a:spLocks noGrp="1"/>
          </p:cNvSpPr>
          <p:nvPr>
            <p:ph type="sldNum" sz="quarter" idx="12"/>
          </p:nvPr>
        </p:nvSpPr>
        <p:spPr/>
        <p:txBody>
          <a:bodyPr/>
          <a:lstStyle/>
          <a:p>
            <a:pPr>
              <a:defRPr/>
            </a:pPr>
            <a:fld id="{63B8F44C-0EDE-4D7D-9086-BD1CF3CE7AF7}" type="slidenum">
              <a:rPr lang="en-US" smtClean="0"/>
              <a:pPr>
                <a:defRPr/>
              </a:pPr>
              <a:t>10</a:t>
            </a:fld>
            <a:endParaRPr lang="en-US"/>
          </a:p>
        </p:txBody>
      </p:sp>
      <p:sp>
        <p:nvSpPr>
          <p:cNvPr id="5" name="AutoShape 2" descr="Description of Maintenance Types">
            <a:extLst>
              <a:ext uri="{FF2B5EF4-FFF2-40B4-BE49-F238E27FC236}">
                <a16:creationId xmlns:a16="http://schemas.microsoft.com/office/drawing/2014/main" id="{64E8A925-7B43-7BC1-09BC-4881FD36B977}"/>
              </a:ext>
            </a:extLst>
          </p:cNvPr>
          <p:cNvSpPr>
            <a:spLocks noChangeAspect="1" noChangeArrowheads="1"/>
          </p:cNvSpPr>
          <p:nvPr/>
        </p:nvSpPr>
        <p:spPr bwMode="auto">
          <a:xfrm>
            <a:off x="4799013"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pic>
        <p:nvPicPr>
          <p:cNvPr id="6" name="Picture 5">
            <a:extLst>
              <a:ext uri="{FF2B5EF4-FFF2-40B4-BE49-F238E27FC236}">
                <a16:creationId xmlns:a16="http://schemas.microsoft.com/office/drawing/2014/main" id="{BFB1BD3A-FED2-724A-6034-B661AF0C4513}"/>
              </a:ext>
            </a:extLst>
          </p:cNvPr>
          <p:cNvPicPr>
            <a:picLocks noChangeAspect="1"/>
          </p:cNvPicPr>
          <p:nvPr/>
        </p:nvPicPr>
        <p:blipFill>
          <a:blip r:embed="rId2"/>
          <a:stretch>
            <a:fillRect/>
          </a:stretch>
        </p:blipFill>
        <p:spPr>
          <a:xfrm>
            <a:off x="-563" y="1371600"/>
            <a:ext cx="9753600" cy="5095875"/>
          </a:xfrm>
          <a:prstGeom prst="rect">
            <a:avLst/>
          </a:prstGeom>
        </p:spPr>
      </p:pic>
      <p:sp>
        <p:nvSpPr>
          <p:cNvPr id="7" name="TextBox 6">
            <a:extLst>
              <a:ext uri="{FF2B5EF4-FFF2-40B4-BE49-F238E27FC236}">
                <a16:creationId xmlns:a16="http://schemas.microsoft.com/office/drawing/2014/main" id="{BE01BF8E-A3D9-5D4E-A98F-87EAFC6FE339}"/>
              </a:ext>
            </a:extLst>
          </p:cNvPr>
          <p:cNvSpPr txBox="1"/>
          <p:nvPr/>
        </p:nvSpPr>
        <p:spPr>
          <a:xfrm>
            <a:off x="531812" y="1447800"/>
            <a:ext cx="792205" cy="523220"/>
          </a:xfrm>
          <a:prstGeom prst="rect">
            <a:avLst/>
          </a:prstGeom>
          <a:noFill/>
        </p:spPr>
        <p:txBody>
          <a:bodyPr wrap="none" rtlCol="0">
            <a:spAutoFit/>
          </a:bodyPr>
          <a:lstStyle/>
          <a:p>
            <a:r>
              <a:rPr lang="en-US" dirty="0"/>
              <a:t>e.g.,</a:t>
            </a:r>
            <a:endParaRPr lang="en-HK" dirty="0"/>
          </a:p>
        </p:txBody>
      </p:sp>
    </p:spTree>
    <p:extLst>
      <p:ext uri="{BB962C8B-B14F-4D97-AF65-F5344CB8AC3E}">
        <p14:creationId xmlns:p14="http://schemas.microsoft.com/office/powerpoint/2010/main" val="240327912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97806-8D17-227B-C52C-AE46AF4D0840}"/>
              </a:ext>
            </a:extLst>
          </p:cNvPr>
          <p:cNvSpPr>
            <a:spLocks noGrp="1"/>
          </p:cNvSpPr>
          <p:nvPr>
            <p:ph type="title"/>
          </p:nvPr>
        </p:nvSpPr>
        <p:spPr>
          <a:xfrm>
            <a:off x="1725" y="304800"/>
            <a:ext cx="10101262" cy="1104900"/>
          </a:xfrm>
        </p:spPr>
        <p:txBody>
          <a:bodyPr/>
          <a:lstStyle/>
          <a:p>
            <a:r>
              <a:rPr lang="en-US" dirty="0"/>
              <a:t>Lower the S/W Maintenance Cost. How?</a:t>
            </a:r>
            <a:endParaRPr lang="en-HK" dirty="0"/>
          </a:p>
        </p:txBody>
      </p:sp>
      <p:sp>
        <p:nvSpPr>
          <p:cNvPr id="3" name="Content Placeholder 2">
            <a:extLst>
              <a:ext uri="{FF2B5EF4-FFF2-40B4-BE49-F238E27FC236}">
                <a16:creationId xmlns:a16="http://schemas.microsoft.com/office/drawing/2014/main" id="{8E21334D-20C1-4976-20CD-F9BE6915A9B1}"/>
              </a:ext>
            </a:extLst>
          </p:cNvPr>
          <p:cNvSpPr>
            <a:spLocks noGrp="1"/>
          </p:cNvSpPr>
          <p:nvPr>
            <p:ph idx="1"/>
          </p:nvPr>
        </p:nvSpPr>
        <p:spPr/>
        <p:txBody>
          <a:bodyPr/>
          <a:lstStyle/>
          <a:p>
            <a:r>
              <a:rPr lang="en-US" sz="2400" dirty="0"/>
              <a:t>Apply CI/CD (DevOps)</a:t>
            </a:r>
          </a:p>
          <a:p>
            <a:r>
              <a:rPr lang="en-US" sz="2400" dirty="0"/>
              <a:t>Maintain the software maintenance regularly</a:t>
            </a:r>
          </a:p>
          <a:p>
            <a:pPr lvl="1"/>
            <a:r>
              <a:rPr lang="en-US" sz="2000" dirty="0"/>
              <a:t> E.g., use fixed durations for code refactoring, minimize TD,  up-to-date documentation</a:t>
            </a:r>
          </a:p>
          <a:p>
            <a:pPr lvl="1"/>
            <a:r>
              <a:rPr lang="en-US" sz="2000" dirty="0"/>
              <a:t>Ensure to have preventive maintenance (e.g., system audit, capacity planning)</a:t>
            </a:r>
          </a:p>
          <a:p>
            <a:r>
              <a:rPr lang="en-US" sz="2400" dirty="0"/>
              <a:t>Thieve for good software development</a:t>
            </a:r>
          </a:p>
          <a:p>
            <a:pPr lvl="1"/>
            <a:r>
              <a:rPr lang="en-US" sz="2000" dirty="0"/>
              <a:t>Good practice, good design, strong staff</a:t>
            </a:r>
          </a:p>
          <a:p>
            <a:r>
              <a:rPr lang="en-HK" sz="2400" dirty="0"/>
              <a:t>Use automation tools: e.g., auto-notification, auto-test</a:t>
            </a:r>
          </a:p>
          <a:p>
            <a:r>
              <a:rPr lang="en-HK" sz="2400" dirty="0"/>
              <a:t>Use a bug tracking system </a:t>
            </a:r>
          </a:p>
          <a:p>
            <a:r>
              <a:rPr lang="en-HK" sz="2400" dirty="0"/>
              <a:t>Use modern (reliable) frameworks</a:t>
            </a:r>
          </a:p>
          <a:p>
            <a:r>
              <a:rPr lang="en-HK" sz="2400" dirty="0"/>
              <a:t>Optimize software license</a:t>
            </a:r>
          </a:p>
          <a:p>
            <a:r>
              <a:rPr lang="en-HK" sz="2400" dirty="0"/>
              <a:t>Security update, version control, apply change management</a:t>
            </a:r>
          </a:p>
          <a:p>
            <a:endParaRPr lang="en-HK" sz="2400" dirty="0"/>
          </a:p>
        </p:txBody>
      </p:sp>
      <p:sp>
        <p:nvSpPr>
          <p:cNvPr id="4" name="Slide Number Placeholder 3">
            <a:extLst>
              <a:ext uri="{FF2B5EF4-FFF2-40B4-BE49-F238E27FC236}">
                <a16:creationId xmlns:a16="http://schemas.microsoft.com/office/drawing/2014/main" id="{9F8F4511-A98F-04C3-0FCA-AABA66F0B30A}"/>
              </a:ext>
            </a:extLst>
          </p:cNvPr>
          <p:cNvSpPr>
            <a:spLocks noGrp="1"/>
          </p:cNvSpPr>
          <p:nvPr>
            <p:ph type="sldNum" sz="quarter" idx="12"/>
          </p:nvPr>
        </p:nvSpPr>
        <p:spPr/>
        <p:txBody>
          <a:bodyPr/>
          <a:lstStyle/>
          <a:p>
            <a:pPr>
              <a:defRPr/>
            </a:pPr>
            <a:fld id="{63B8F44C-0EDE-4D7D-9086-BD1CF3CE7AF7}" type="slidenum">
              <a:rPr lang="en-US" smtClean="0"/>
              <a:pPr>
                <a:defRPr/>
              </a:pPr>
              <a:t>11</a:t>
            </a:fld>
            <a:endParaRPr lang="en-US"/>
          </a:p>
        </p:txBody>
      </p:sp>
    </p:spTree>
    <p:extLst>
      <p:ext uri="{BB962C8B-B14F-4D97-AF65-F5344CB8AC3E}">
        <p14:creationId xmlns:p14="http://schemas.microsoft.com/office/powerpoint/2010/main" val="3486667001"/>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19DBF-485D-34A0-BA66-F56C97226F3F}"/>
              </a:ext>
            </a:extLst>
          </p:cNvPr>
          <p:cNvSpPr>
            <a:spLocks noGrp="1"/>
          </p:cNvSpPr>
          <p:nvPr>
            <p:ph type="title"/>
          </p:nvPr>
        </p:nvSpPr>
        <p:spPr/>
        <p:txBody>
          <a:bodyPr/>
          <a:lstStyle/>
          <a:p>
            <a:r>
              <a:rPr lang="en-US" dirty="0"/>
              <a:t>What Else is Big Tech doing?</a:t>
            </a:r>
            <a:endParaRPr lang="en-HK" dirty="0"/>
          </a:p>
        </p:txBody>
      </p:sp>
      <p:sp>
        <p:nvSpPr>
          <p:cNvPr id="4" name="Slide Number Placeholder 3">
            <a:extLst>
              <a:ext uri="{FF2B5EF4-FFF2-40B4-BE49-F238E27FC236}">
                <a16:creationId xmlns:a16="http://schemas.microsoft.com/office/drawing/2014/main" id="{B041B8CC-F4F1-114C-4B34-39187D257441}"/>
              </a:ext>
            </a:extLst>
          </p:cNvPr>
          <p:cNvSpPr>
            <a:spLocks noGrp="1"/>
          </p:cNvSpPr>
          <p:nvPr>
            <p:ph type="sldNum" sz="quarter" idx="12"/>
          </p:nvPr>
        </p:nvSpPr>
        <p:spPr/>
        <p:txBody>
          <a:bodyPr/>
          <a:lstStyle/>
          <a:p>
            <a:pPr>
              <a:defRPr/>
            </a:pPr>
            <a:fld id="{63B8F44C-0EDE-4D7D-9086-BD1CF3CE7AF7}" type="slidenum">
              <a:rPr lang="en-US" smtClean="0"/>
              <a:pPr>
                <a:defRPr/>
              </a:pPr>
              <a:t>12</a:t>
            </a:fld>
            <a:endParaRPr lang="en-US"/>
          </a:p>
        </p:txBody>
      </p:sp>
      <p:pic>
        <p:nvPicPr>
          <p:cNvPr id="1026" name="Picture 2" descr="AIforSE-LineGraph2">
            <a:extLst>
              <a:ext uri="{FF2B5EF4-FFF2-40B4-BE49-F238E27FC236}">
                <a16:creationId xmlns:a16="http://schemas.microsoft.com/office/drawing/2014/main" id="{0210A227-3B7F-FB4E-3ED7-A1C230DFAC5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1812" y="2286000"/>
            <a:ext cx="4095750" cy="3429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F9D9D52-C2F8-65D8-8BFF-86DDB6DF0144}"/>
              </a:ext>
            </a:extLst>
          </p:cNvPr>
          <p:cNvSpPr txBox="1"/>
          <p:nvPr/>
        </p:nvSpPr>
        <p:spPr>
          <a:xfrm>
            <a:off x="1598612" y="5702015"/>
            <a:ext cx="1750800" cy="523220"/>
          </a:xfrm>
          <a:prstGeom prst="rect">
            <a:avLst/>
          </a:prstGeom>
          <a:noFill/>
        </p:spPr>
        <p:txBody>
          <a:bodyPr wrap="none" rtlCol="0">
            <a:spAutoFit/>
          </a:bodyPr>
          <a:lstStyle/>
          <a:p>
            <a:r>
              <a:rPr lang="en-US" dirty="0"/>
              <a:t>Google [7]</a:t>
            </a:r>
            <a:endParaRPr lang="en-HK" dirty="0"/>
          </a:p>
        </p:txBody>
      </p:sp>
      <p:sp>
        <p:nvSpPr>
          <p:cNvPr id="9" name="TextBox 8">
            <a:extLst>
              <a:ext uri="{FF2B5EF4-FFF2-40B4-BE49-F238E27FC236}">
                <a16:creationId xmlns:a16="http://schemas.microsoft.com/office/drawing/2014/main" id="{1CBAF457-D186-742A-8476-03C045DAAA09}"/>
              </a:ext>
            </a:extLst>
          </p:cNvPr>
          <p:cNvSpPr txBox="1"/>
          <p:nvPr/>
        </p:nvSpPr>
        <p:spPr>
          <a:xfrm rot="16200000">
            <a:off x="-1157889" y="3606368"/>
            <a:ext cx="3010069" cy="369332"/>
          </a:xfrm>
          <a:prstGeom prst="rect">
            <a:avLst/>
          </a:prstGeom>
          <a:noFill/>
        </p:spPr>
        <p:txBody>
          <a:bodyPr wrap="square">
            <a:spAutoFit/>
          </a:bodyPr>
          <a:lstStyle/>
          <a:p>
            <a:r>
              <a:rPr lang="en-US" sz="1800" dirty="0"/>
              <a:t>Fraction of AI-generated code</a:t>
            </a:r>
            <a:endParaRPr lang="en-HK" sz="1800" dirty="0"/>
          </a:p>
        </p:txBody>
      </p:sp>
      <p:pic>
        <p:nvPicPr>
          <p:cNvPr id="11" name="Picture 10" descr="A screenshot of a black and white website&#10;&#10;Description automatically generated">
            <a:extLst>
              <a:ext uri="{FF2B5EF4-FFF2-40B4-BE49-F238E27FC236}">
                <a16:creationId xmlns:a16="http://schemas.microsoft.com/office/drawing/2014/main" id="{7294306C-1810-4705-4006-B1F8D98DB9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45387" y="1752600"/>
            <a:ext cx="3911470" cy="1828800"/>
          </a:xfrm>
          <a:prstGeom prst="rect">
            <a:avLst/>
          </a:prstGeom>
        </p:spPr>
      </p:pic>
    </p:spTree>
    <p:extLst>
      <p:ext uri="{BB962C8B-B14F-4D97-AF65-F5344CB8AC3E}">
        <p14:creationId xmlns:p14="http://schemas.microsoft.com/office/powerpoint/2010/main" val="675403024"/>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B26138-BCC4-8CD1-7C9E-970A30CB5C66}"/>
              </a:ext>
            </a:extLst>
          </p:cNvPr>
          <p:cNvSpPr>
            <a:spLocks noGrp="1"/>
          </p:cNvSpPr>
          <p:nvPr>
            <p:ph type="title"/>
          </p:nvPr>
        </p:nvSpPr>
        <p:spPr>
          <a:xfrm>
            <a:off x="412750" y="266700"/>
            <a:ext cx="9263062" cy="1104900"/>
          </a:xfrm>
        </p:spPr>
        <p:txBody>
          <a:bodyPr/>
          <a:lstStyle/>
          <a:p>
            <a:r>
              <a:rPr lang="en-US" dirty="0"/>
              <a:t>Copyrights issue if using GenAI Code</a:t>
            </a:r>
            <a:endParaRPr lang="en-HK" dirty="0"/>
          </a:p>
        </p:txBody>
      </p:sp>
      <p:sp>
        <p:nvSpPr>
          <p:cNvPr id="3" name="Content Placeholder 2">
            <a:extLst>
              <a:ext uri="{FF2B5EF4-FFF2-40B4-BE49-F238E27FC236}">
                <a16:creationId xmlns:a16="http://schemas.microsoft.com/office/drawing/2014/main" id="{85C74974-DDB5-FC5E-8026-45D00FF8DB26}"/>
              </a:ext>
            </a:extLst>
          </p:cNvPr>
          <p:cNvSpPr>
            <a:spLocks noGrp="1"/>
          </p:cNvSpPr>
          <p:nvPr>
            <p:ph idx="1"/>
          </p:nvPr>
        </p:nvSpPr>
        <p:spPr/>
        <p:txBody>
          <a:bodyPr/>
          <a:lstStyle/>
          <a:p>
            <a:r>
              <a:rPr lang="en-US" dirty="0">
                <a:solidFill>
                  <a:srgbClr val="C00000"/>
                </a:solidFill>
              </a:rPr>
              <a:t>Suggested Reading. Read Ref [8]</a:t>
            </a:r>
            <a:endParaRPr lang="en-US" sz="2800" dirty="0">
              <a:solidFill>
                <a:srgbClr val="C00000"/>
              </a:solidFill>
            </a:endParaRPr>
          </a:p>
          <a:p>
            <a:pPr marL="0" indent="0">
              <a:buNone/>
            </a:pPr>
            <a:r>
              <a:rPr lang="en-US" sz="2000" dirty="0"/>
              <a:t>Excerpt from Ref [8]:</a:t>
            </a:r>
          </a:p>
          <a:p>
            <a:r>
              <a:rPr lang="en-US" sz="2000" dirty="0"/>
              <a:t>“If the generated code </a:t>
            </a:r>
            <a:r>
              <a:rPr lang="en-US" sz="2000" b="1" dirty="0"/>
              <a:t>includes</a:t>
            </a:r>
            <a:r>
              <a:rPr lang="en-US" sz="2000" dirty="0"/>
              <a:t> open-source </a:t>
            </a:r>
            <a:r>
              <a:rPr lang="en-US" sz="2000" b="1" dirty="0"/>
              <a:t>code</a:t>
            </a:r>
            <a:r>
              <a:rPr lang="en-US" sz="2000" dirty="0"/>
              <a:t> publicly </a:t>
            </a:r>
            <a:r>
              <a:rPr lang="en-US" sz="2000" b="1" dirty="0"/>
              <a:t>available under a copyleft license</a:t>
            </a:r>
            <a:r>
              <a:rPr lang="en-US" sz="2000" dirty="0"/>
              <a:t>, such as GPL v3, then it may </a:t>
            </a:r>
            <a:r>
              <a:rPr lang="en-US" sz="2000" b="1" dirty="0"/>
              <a:t>cause</a:t>
            </a:r>
            <a:r>
              <a:rPr lang="en-US" sz="2000" dirty="0"/>
              <a:t> the entire generated code to </a:t>
            </a:r>
            <a:r>
              <a:rPr lang="en-US" sz="2000" b="1" dirty="0"/>
              <a:t>inherit the same open-source license</a:t>
            </a:r>
            <a:r>
              <a:rPr lang="en-US" sz="2000" dirty="0"/>
              <a:t>, which may “taint” </a:t>
            </a:r>
            <a:r>
              <a:rPr lang="en-US" sz="2000" b="1" dirty="0"/>
              <a:t>the developer's whole source code</a:t>
            </a:r>
            <a:r>
              <a:rPr lang="en-US" sz="2000" dirty="0"/>
              <a:t>, including proprietary code.” </a:t>
            </a:r>
          </a:p>
          <a:p>
            <a:r>
              <a:rPr lang="en-US" sz="2000" dirty="0"/>
              <a:t>“when an open-source licensed code is </a:t>
            </a:r>
            <a:r>
              <a:rPr lang="en-US" sz="2000" b="1" dirty="0"/>
              <a:t>repeated as generated code </a:t>
            </a:r>
            <a:r>
              <a:rPr lang="en-US" sz="2000" dirty="0"/>
              <a:t>by a generative AI tool, there may be </a:t>
            </a:r>
            <a:r>
              <a:rPr lang="en-US" sz="2000" b="1" dirty="0"/>
              <a:t>copyright violation </a:t>
            </a:r>
            <a:r>
              <a:rPr lang="en-US" sz="2000" dirty="0"/>
              <a:t>when the usage of such code does not follow the open-source license terms”</a:t>
            </a:r>
          </a:p>
          <a:p>
            <a:r>
              <a:rPr lang="en-US" sz="2000" dirty="0"/>
              <a:t>“whether the developed code may be considered </a:t>
            </a:r>
            <a:r>
              <a:rPr lang="en-US" sz="2000" b="1" dirty="0">
                <a:solidFill>
                  <a:srgbClr val="00B050"/>
                </a:solidFill>
              </a:rPr>
              <a:t>fair use</a:t>
            </a:r>
            <a:r>
              <a:rPr lang="en-US" sz="2000" dirty="0"/>
              <a:t>, and thereby </a:t>
            </a:r>
            <a:r>
              <a:rPr lang="en-US" sz="2000" b="1" dirty="0">
                <a:solidFill>
                  <a:srgbClr val="00B050"/>
                </a:solidFill>
              </a:rPr>
              <a:t>avoid copyright violation</a:t>
            </a:r>
            <a:r>
              <a:rPr lang="en-US" sz="2000" dirty="0"/>
              <a:t>, because the copyrighted portion of the source code is </a:t>
            </a:r>
            <a:r>
              <a:rPr lang="en-US" sz="2000" b="1" dirty="0">
                <a:solidFill>
                  <a:srgbClr val="00B050"/>
                </a:solidFill>
              </a:rPr>
              <a:t>transformed into something with new utility or meaning</a:t>
            </a:r>
            <a:r>
              <a:rPr lang="en-US" sz="2000" dirty="0"/>
              <a:t>.”</a:t>
            </a:r>
          </a:p>
          <a:p>
            <a:r>
              <a:rPr lang="en-US" sz="2000" dirty="0"/>
              <a:t>“The US Copyright Office has recently decided that </a:t>
            </a:r>
            <a:r>
              <a:rPr lang="en-US" sz="2000" b="1" dirty="0"/>
              <a:t>AI cannot be an author of a creative work</a:t>
            </a:r>
            <a:r>
              <a:rPr lang="en-US" sz="2000" dirty="0"/>
              <a:t>.” (Note that the US uses the </a:t>
            </a:r>
            <a:r>
              <a:rPr lang="en-US" sz="2000" u="sng" dirty="0"/>
              <a:t>Common Law</a:t>
            </a:r>
            <a:r>
              <a:rPr lang="en-US" sz="2000" dirty="0"/>
              <a:t> system)</a:t>
            </a:r>
            <a:endParaRPr lang="en-HK" sz="2000" dirty="0"/>
          </a:p>
        </p:txBody>
      </p:sp>
      <p:sp>
        <p:nvSpPr>
          <p:cNvPr id="4" name="Slide Number Placeholder 3">
            <a:extLst>
              <a:ext uri="{FF2B5EF4-FFF2-40B4-BE49-F238E27FC236}">
                <a16:creationId xmlns:a16="http://schemas.microsoft.com/office/drawing/2014/main" id="{841572B9-7DBD-0FFC-85CA-237EB9E2C1D2}"/>
              </a:ext>
            </a:extLst>
          </p:cNvPr>
          <p:cNvSpPr>
            <a:spLocks noGrp="1"/>
          </p:cNvSpPr>
          <p:nvPr>
            <p:ph type="sldNum" sz="quarter" idx="12"/>
          </p:nvPr>
        </p:nvSpPr>
        <p:spPr/>
        <p:txBody>
          <a:bodyPr/>
          <a:lstStyle/>
          <a:p>
            <a:pPr>
              <a:defRPr/>
            </a:pPr>
            <a:fld id="{63B8F44C-0EDE-4D7D-9086-BD1CF3CE7AF7}" type="slidenum">
              <a:rPr lang="en-US" smtClean="0"/>
              <a:pPr>
                <a:defRPr/>
              </a:pPr>
              <a:t>13</a:t>
            </a:fld>
            <a:endParaRPr lang="en-US"/>
          </a:p>
        </p:txBody>
      </p:sp>
    </p:spTree>
    <p:extLst>
      <p:ext uri="{BB962C8B-B14F-4D97-AF65-F5344CB8AC3E}">
        <p14:creationId xmlns:p14="http://schemas.microsoft.com/office/powerpoint/2010/main" val="1944438757"/>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A5FA9F-BDAA-2B92-D9AD-45C8AFCB049A}"/>
              </a:ext>
            </a:extLst>
          </p:cNvPr>
          <p:cNvSpPr>
            <a:spLocks noGrp="1"/>
          </p:cNvSpPr>
          <p:nvPr>
            <p:ph type="title"/>
          </p:nvPr>
        </p:nvSpPr>
        <p:spPr/>
        <p:txBody>
          <a:bodyPr/>
          <a:lstStyle/>
          <a:p>
            <a:r>
              <a:rPr lang="en-US" dirty="0"/>
              <a:t>Court Cases</a:t>
            </a:r>
            <a:endParaRPr lang="en-HK" dirty="0"/>
          </a:p>
        </p:txBody>
      </p:sp>
      <p:sp>
        <p:nvSpPr>
          <p:cNvPr id="3" name="Content Placeholder 2">
            <a:extLst>
              <a:ext uri="{FF2B5EF4-FFF2-40B4-BE49-F238E27FC236}">
                <a16:creationId xmlns:a16="http://schemas.microsoft.com/office/drawing/2014/main" id="{C510B920-DCE2-1582-8DF1-C4AC839C2CD8}"/>
              </a:ext>
            </a:extLst>
          </p:cNvPr>
          <p:cNvSpPr>
            <a:spLocks noGrp="1"/>
          </p:cNvSpPr>
          <p:nvPr>
            <p:ph idx="1"/>
          </p:nvPr>
        </p:nvSpPr>
        <p:spPr/>
        <p:txBody>
          <a:bodyPr/>
          <a:lstStyle/>
          <a:p>
            <a:r>
              <a:rPr lang="en-US" sz="2400" dirty="0"/>
              <a:t>Human creative input is essential in copyright protection</a:t>
            </a:r>
          </a:p>
          <a:p>
            <a:pPr lvl="1"/>
            <a:r>
              <a:rPr lang="en-US" sz="2000" dirty="0"/>
              <a:t>US and EU</a:t>
            </a:r>
          </a:p>
          <a:p>
            <a:pPr lvl="2"/>
            <a:r>
              <a:rPr lang="en-US" sz="1800" dirty="0"/>
              <a:t>US court in the case of “</a:t>
            </a:r>
            <a:r>
              <a:rPr lang="en-HK" sz="1800" dirty="0"/>
              <a:t>Thaler v. Perlmutter” (2023)  rules that</a:t>
            </a:r>
            <a:r>
              <a:rPr lang="en-US" sz="1800" dirty="0"/>
              <a:t> any AI-created work with no human contribution cannot be copyrighted. </a:t>
            </a:r>
          </a:p>
          <a:p>
            <a:pPr lvl="2"/>
            <a:r>
              <a:rPr lang="en-US" sz="1800" b="1" dirty="0"/>
              <a:t>A pure GenAI code is a public domain </a:t>
            </a:r>
            <a:r>
              <a:rPr lang="en-US" sz="1800" dirty="0"/>
              <a:t>item (no copyright)</a:t>
            </a:r>
          </a:p>
          <a:p>
            <a:pPr lvl="2"/>
            <a:r>
              <a:rPr lang="en-US" sz="1800" dirty="0"/>
              <a:t>Only the </a:t>
            </a:r>
            <a:r>
              <a:rPr lang="en-US" sz="1800" b="1" dirty="0"/>
              <a:t>portion edited by humans can be copyrighted.</a:t>
            </a:r>
          </a:p>
          <a:p>
            <a:pPr lvl="1"/>
            <a:r>
              <a:rPr lang="en-US" sz="2000" dirty="0"/>
              <a:t>UK</a:t>
            </a:r>
          </a:p>
          <a:p>
            <a:pPr lvl="2"/>
            <a:r>
              <a:rPr lang="en-US" sz="1800" dirty="0"/>
              <a:t>No court case on GenAI code?</a:t>
            </a:r>
          </a:p>
          <a:p>
            <a:pPr lvl="2"/>
            <a:r>
              <a:rPr lang="en-US" sz="1800" dirty="0"/>
              <a:t> A human who makes the necessary arrangements behind a computer-generated code owns the authorship of the code. </a:t>
            </a:r>
          </a:p>
          <a:p>
            <a:pPr lvl="1"/>
            <a:r>
              <a:rPr lang="en-US" sz="2000" dirty="0"/>
              <a:t>Chinese Mainland</a:t>
            </a:r>
          </a:p>
          <a:p>
            <a:pPr lvl="2"/>
            <a:r>
              <a:rPr lang="en-US" sz="1800" dirty="0"/>
              <a:t>Yes. “</a:t>
            </a:r>
            <a:r>
              <a:rPr lang="en-US" sz="2000" dirty="0"/>
              <a:t>demonstrated unique selection and arrangement through modifying the prompt texts and refining image details using editing software”</a:t>
            </a:r>
            <a:r>
              <a:rPr lang="en-US" sz="1800" dirty="0"/>
              <a:t> </a:t>
            </a:r>
          </a:p>
          <a:p>
            <a:pPr lvl="2"/>
            <a:r>
              <a:rPr lang="en-US" sz="1800" dirty="0"/>
              <a:t>https://www.scmp.com/news/china/article/3302117/east-china-court-rules-ai-generated-image-should-have-copyright-protection</a:t>
            </a:r>
          </a:p>
        </p:txBody>
      </p:sp>
      <p:sp>
        <p:nvSpPr>
          <p:cNvPr id="4" name="Slide Number Placeholder 3">
            <a:extLst>
              <a:ext uri="{FF2B5EF4-FFF2-40B4-BE49-F238E27FC236}">
                <a16:creationId xmlns:a16="http://schemas.microsoft.com/office/drawing/2014/main" id="{90FF382F-5922-FA0C-7AD3-3D801325DC55}"/>
              </a:ext>
            </a:extLst>
          </p:cNvPr>
          <p:cNvSpPr>
            <a:spLocks noGrp="1"/>
          </p:cNvSpPr>
          <p:nvPr>
            <p:ph type="sldNum" sz="quarter" idx="12"/>
          </p:nvPr>
        </p:nvSpPr>
        <p:spPr/>
        <p:txBody>
          <a:bodyPr/>
          <a:lstStyle/>
          <a:p>
            <a:pPr>
              <a:defRPr/>
            </a:pPr>
            <a:fld id="{63B8F44C-0EDE-4D7D-9086-BD1CF3CE7AF7}" type="slidenum">
              <a:rPr lang="en-US" smtClean="0"/>
              <a:pPr>
                <a:defRPr/>
              </a:pPr>
              <a:t>14</a:t>
            </a:fld>
            <a:endParaRPr lang="en-US"/>
          </a:p>
        </p:txBody>
      </p:sp>
    </p:spTree>
    <p:extLst>
      <p:ext uri="{BB962C8B-B14F-4D97-AF65-F5344CB8AC3E}">
        <p14:creationId xmlns:p14="http://schemas.microsoft.com/office/powerpoint/2010/main" val="4237870925"/>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0AFBF0-0B26-04B5-3154-BC93893C6109}"/>
              </a:ext>
            </a:extLst>
          </p:cNvPr>
          <p:cNvSpPr>
            <a:spLocks noGrp="1"/>
          </p:cNvSpPr>
          <p:nvPr>
            <p:ph type="title"/>
          </p:nvPr>
        </p:nvSpPr>
        <p:spPr/>
        <p:txBody>
          <a:bodyPr/>
          <a:lstStyle/>
          <a:p>
            <a:r>
              <a:rPr lang="en-US" dirty="0"/>
              <a:t>Popular GenAI Tool</a:t>
            </a:r>
            <a:endParaRPr lang="en-HK" dirty="0"/>
          </a:p>
        </p:txBody>
      </p:sp>
      <p:sp>
        <p:nvSpPr>
          <p:cNvPr id="3" name="Content Placeholder 2">
            <a:extLst>
              <a:ext uri="{FF2B5EF4-FFF2-40B4-BE49-F238E27FC236}">
                <a16:creationId xmlns:a16="http://schemas.microsoft.com/office/drawing/2014/main" id="{47D76785-87C8-4B8A-4D0C-97437D1C2BEB}"/>
              </a:ext>
            </a:extLst>
          </p:cNvPr>
          <p:cNvSpPr>
            <a:spLocks noGrp="1"/>
          </p:cNvSpPr>
          <p:nvPr>
            <p:ph idx="1"/>
          </p:nvPr>
        </p:nvSpPr>
        <p:spPr/>
        <p:txBody>
          <a:bodyPr/>
          <a:lstStyle/>
          <a:p>
            <a:r>
              <a:rPr lang="en-US" sz="2800" dirty="0"/>
              <a:t>Popular GenAI Tools (e.g., ChatGPT, Copilot) assign ownership of output to users</a:t>
            </a:r>
          </a:p>
          <a:p>
            <a:pPr lvl="1"/>
            <a:r>
              <a:rPr lang="en-US" sz="2400" dirty="0"/>
              <a:t>If the code infringes the copyrights, users take the responsibility</a:t>
            </a:r>
          </a:p>
          <a:p>
            <a:r>
              <a:rPr lang="en-US" sz="2800" dirty="0"/>
              <a:t>The more human contribution to the final code presents a stronger case of defending against ownership</a:t>
            </a:r>
          </a:p>
          <a:p>
            <a:endParaRPr lang="en-HK" sz="2800" dirty="0"/>
          </a:p>
        </p:txBody>
      </p:sp>
      <p:sp>
        <p:nvSpPr>
          <p:cNvPr id="4" name="Slide Number Placeholder 3">
            <a:extLst>
              <a:ext uri="{FF2B5EF4-FFF2-40B4-BE49-F238E27FC236}">
                <a16:creationId xmlns:a16="http://schemas.microsoft.com/office/drawing/2014/main" id="{C52DDE9E-5206-47E1-86A5-2F463C8C42D0}"/>
              </a:ext>
            </a:extLst>
          </p:cNvPr>
          <p:cNvSpPr>
            <a:spLocks noGrp="1"/>
          </p:cNvSpPr>
          <p:nvPr>
            <p:ph type="sldNum" sz="quarter" idx="12"/>
          </p:nvPr>
        </p:nvSpPr>
        <p:spPr/>
        <p:txBody>
          <a:bodyPr/>
          <a:lstStyle/>
          <a:p>
            <a:pPr>
              <a:defRPr/>
            </a:pPr>
            <a:fld id="{63B8F44C-0EDE-4D7D-9086-BD1CF3CE7AF7}" type="slidenum">
              <a:rPr lang="en-US" smtClean="0"/>
              <a:pPr>
                <a:defRPr/>
              </a:pPr>
              <a:t>15</a:t>
            </a:fld>
            <a:endParaRPr lang="en-US"/>
          </a:p>
        </p:txBody>
      </p:sp>
    </p:spTree>
    <p:extLst>
      <p:ext uri="{BB962C8B-B14F-4D97-AF65-F5344CB8AC3E}">
        <p14:creationId xmlns:p14="http://schemas.microsoft.com/office/powerpoint/2010/main" val="46358773"/>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A50B78-6872-3645-0E32-FF0FDA3440C5}"/>
              </a:ext>
            </a:extLst>
          </p:cNvPr>
          <p:cNvSpPr>
            <a:spLocks noGrp="1"/>
          </p:cNvSpPr>
          <p:nvPr>
            <p:ph type="title"/>
          </p:nvPr>
        </p:nvSpPr>
        <p:spPr/>
        <p:txBody>
          <a:bodyPr/>
          <a:lstStyle/>
          <a:p>
            <a:r>
              <a:rPr lang="en-US" dirty="0"/>
              <a:t>Best Practices</a:t>
            </a:r>
            <a:endParaRPr lang="en-HK" dirty="0"/>
          </a:p>
        </p:txBody>
      </p:sp>
      <p:sp>
        <p:nvSpPr>
          <p:cNvPr id="3" name="Content Placeholder 2">
            <a:extLst>
              <a:ext uri="{FF2B5EF4-FFF2-40B4-BE49-F238E27FC236}">
                <a16:creationId xmlns:a16="http://schemas.microsoft.com/office/drawing/2014/main" id="{CE54EC9D-95A5-792D-5A31-5D41773BF5A5}"/>
              </a:ext>
            </a:extLst>
          </p:cNvPr>
          <p:cNvSpPr>
            <a:spLocks noGrp="1"/>
          </p:cNvSpPr>
          <p:nvPr>
            <p:ph idx="1"/>
          </p:nvPr>
        </p:nvSpPr>
        <p:spPr/>
        <p:txBody>
          <a:bodyPr/>
          <a:lstStyle/>
          <a:p>
            <a:r>
              <a:rPr lang="en-HK" sz="2800" dirty="0"/>
              <a:t>A paper by Peking U on License Compliance (ICSE’25): </a:t>
            </a:r>
          </a:p>
          <a:p>
            <a:pPr lvl="1"/>
            <a:r>
              <a:rPr lang="en-HK" sz="2400" dirty="0"/>
              <a:t>Key message: LLMs fail to respect license compliance in Output in most cases</a:t>
            </a:r>
          </a:p>
          <a:p>
            <a:pPr lvl="1"/>
            <a:r>
              <a:rPr lang="en-HK" sz="2400" dirty="0" err="1"/>
              <a:t>LiCoEval</a:t>
            </a:r>
            <a:r>
              <a:rPr lang="en-HK" sz="2400" dirty="0"/>
              <a:t> https://arxiv.org/abs/2408.02487</a:t>
            </a:r>
            <a:endParaRPr lang="en-US" sz="2800" dirty="0"/>
          </a:p>
          <a:p>
            <a:r>
              <a:rPr lang="en-US" sz="2800" dirty="0"/>
              <a:t>Take the bottom-line approach</a:t>
            </a:r>
          </a:p>
          <a:p>
            <a:pPr lvl="1"/>
            <a:r>
              <a:rPr lang="en-US" sz="2400" dirty="0"/>
              <a:t>Treat GenAI code as a third-party code</a:t>
            </a:r>
          </a:p>
          <a:p>
            <a:pPr lvl="1"/>
            <a:r>
              <a:rPr lang="en-US" sz="2400" dirty="0"/>
              <a:t>Use tools to scan for copyrights or open licenses</a:t>
            </a:r>
          </a:p>
          <a:p>
            <a:pPr lvl="2"/>
            <a:r>
              <a:rPr lang="en-HK" sz="2000" dirty="0"/>
              <a:t>Software Composition Analysis (SCA)</a:t>
            </a:r>
          </a:p>
          <a:p>
            <a:pPr lvl="2"/>
            <a:r>
              <a:rPr lang="en-HK" sz="2000" dirty="0"/>
              <a:t>Some tools, like AWS </a:t>
            </a:r>
            <a:r>
              <a:rPr lang="en-HK" sz="2000" dirty="0" err="1"/>
              <a:t>CodeWhisperer</a:t>
            </a:r>
            <a:r>
              <a:rPr lang="en-HK" sz="2000" dirty="0"/>
              <a:t>, can alert users about potential copyright issues </a:t>
            </a:r>
          </a:p>
          <a:p>
            <a:pPr lvl="1"/>
            <a:r>
              <a:rPr lang="en-HK" sz="2400" dirty="0"/>
              <a:t>When transferring code across project repos, document that the origin of the code is GenAI</a:t>
            </a:r>
          </a:p>
          <a:p>
            <a:endParaRPr lang="en-HK" dirty="0"/>
          </a:p>
        </p:txBody>
      </p:sp>
      <p:sp>
        <p:nvSpPr>
          <p:cNvPr id="4" name="Slide Number Placeholder 3">
            <a:extLst>
              <a:ext uri="{FF2B5EF4-FFF2-40B4-BE49-F238E27FC236}">
                <a16:creationId xmlns:a16="http://schemas.microsoft.com/office/drawing/2014/main" id="{F8EA019E-A2C9-7EE8-7580-E27DB5CFE4BF}"/>
              </a:ext>
            </a:extLst>
          </p:cNvPr>
          <p:cNvSpPr>
            <a:spLocks noGrp="1"/>
          </p:cNvSpPr>
          <p:nvPr>
            <p:ph type="sldNum" sz="quarter" idx="12"/>
          </p:nvPr>
        </p:nvSpPr>
        <p:spPr/>
        <p:txBody>
          <a:bodyPr/>
          <a:lstStyle/>
          <a:p>
            <a:pPr>
              <a:defRPr/>
            </a:pPr>
            <a:fld id="{63B8F44C-0EDE-4D7D-9086-BD1CF3CE7AF7}" type="slidenum">
              <a:rPr lang="en-US" smtClean="0"/>
              <a:pPr>
                <a:defRPr/>
              </a:pPr>
              <a:t>16</a:t>
            </a:fld>
            <a:endParaRPr lang="en-US" dirty="0"/>
          </a:p>
        </p:txBody>
      </p:sp>
    </p:spTree>
    <p:extLst>
      <p:ext uri="{BB962C8B-B14F-4D97-AF65-F5344CB8AC3E}">
        <p14:creationId xmlns:p14="http://schemas.microsoft.com/office/powerpoint/2010/main" val="167954176"/>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4">
            <a:extLst>
              <a:ext uri="{FF2B5EF4-FFF2-40B4-BE49-F238E27FC236}">
                <a16:creationId xmlns:a16="http://schemas.microsoft.com/office/drawing/2014/main" id="{262BD1CB-4C0C-D774-743E-021E280FA73F}"/>
              </a:ext>
            </a:extLst>
          </p:cNvPr>
          <p:cNvSpPr>
            <a:spLocks noGrp="1" noChangeArrowheads="1"/>
          </p:cNvSpPr>
          <p:nvPr>
            <p:ph type="title"/>
          </p:nvPr>
        </p:nvSpPr>
        <p:spPr>
          <a:xfrm>
            <a:off x="227012" y="92075"/>
            <a:ext cx="9036050" cy="1104900"/>
          </a:xfrm>
        </p:spPr>
        <p:txBody>
          <a:bodyPr/>
          <a:lstStyle/>
          <a:p>
            <a:r>
              <a:rPr lang="en-AU" altLang="zh-TW" dirty="0">
                <a:ea typeface="新細明體" panose="02020500000000000000" pitchFamily="18" charset="-120"/>
              </a:rPr>
              <a:t>The ISO/IEEE Maintenance Process</a:t>
            </a:r>
            <a:endParaRPr lang="en-US" altLang="en-US" dirty="0">
              <a:ea typeface="新細明體" panose="02020500000000000000" pitchFamily="18" charset="-120"/>
            </a:endParaRPr>
          </a:p>
        </p:txBody>
      </p:sp>
      <p:pic>
        <p:nvPicPr>
          <p:cNvPr id="15363" name="Picture 6" descr="14764-2006_SLCP_Maintenance_Fig2">
            <a:extLst>
              <a:ext uri="{FF2B5EF4-FFF2-40B4-BE49-F238E27FC236}">
                <a16:creationId xmlns:a16="http://schemas.microsoft.com/office/drawing/2014/main" id="{7F045A2F-C1BB-0808-2DD1-284CD6C8E2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35062" y="1479915"/>
            <a:ext cx="7245350" cy="52923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364" name="Rectangle 11">
            <a:extLst>
              <a:ext uri="{FF2B5EF4-FFF2-40B4-BE49-F238E27FC236}">
                <a16:creationId xmlns:a16="http://schemas.microsoft.com/office/drawing/2014/main" id="{30A456D7-7DEB-2848-3E84-5C5D880E72B1}"/>
              </a:ext>
            </a:extLst>
          </p:cNvPr>
          <p:cNvSpPr>
            <a:spLocks noChangeArrowheads="1"/>
          </p:cNvSpPr>
          <p:nvPr/>
        </p:nvSpPr>
        <p:spPr bwMode="auto">
          <a:xfrm>
            <a:off x="3438525" y="6308726"/>
            <a:ext cx="3600450" cy="360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spcBef>
                <a:spcPct val="20000"/>
              </a:spcBef>
            </a:pPr>
            <a:r>
              <a:rPr lang="it-IT" altLang="zh-TW" sz="1800" b="1">
                <a:ea typeface="新細明體" panose="02020500000000000000" pitchFamily="18" charset="-120"/>
              </a:rPr>
              <a:t>Figure 2 – Maintenance Process</a:t>
            </a:r>
          </a:p>
        </p:txBody>
      </p:sp>
      <p:sp>
        <p:nvSpPr>
          <p:cNvPr id="15365" name="Rectangle 12">
            <a:extLst>
              <a:ext uri="{FF2B5EF4-FFF2-40B4-BE49-F238E27FC236}">
                <a16:creationId xmlns:a16="http://schemas.microsoft.com/office/drawing/2014/main" id="{AF661D64-A6B2-2892-04A0-C581A750991B}"/>
              </a:ext>
            </a:extLst>
          </p:cNvPr>
          <p:cNvSpPr>
            <a:spLocks noChangeArrowheads="1"/>
          </p:cNvSpPr>
          <p:nvPr/>
        </p:nvSpPr>
        <p:spPr bwMode="auto">
          <a:xfrm>
            <a:off x="774700" y="4797426"/>
            <a:ext cx="2305050" cy="576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spcBef>
                <a:spcPct val="20000"/>
              </a:spcBef>
            </a:pPr>
            <a:r>
              <a:rPr lang="it-IT" altLang="zh-TW" sz="1600" b="1">
                <a:solidFill>
                  <a:schemeClr val="folHlink"/>
                </a:solidFill>
                <a:ea typeface="新細明體" panose="02020500000000000000" pitchFamily="18" charset="-120"/>
              </a:rPr>
              <a:t>ISO/IEC 14764:2006(E)</a:t>
            </a:r>
            <a:br>
              <a:rPr lang="it-IT" altLang="zh-TW" sz="1600" b="1">
                <a:solidFill>
                  <a:schemeClr val="folHlink"/>
                </a:solidFill>
                <a:ea typeface="新細明體" panose="02020500000000000000" pitchFamily="18" charset="-120"/>
              </a:rPr>
            </a:br>
            <a:r>
              <a:rPr lang="it-IT" altLang="zh-TW" sz="1600" b="1">
                <a:solidFill>
                  <a:schemeClr val="folHlink"/>
                </a:solidFill>
                <a:ea typeface="新細明體" panose="02020500000000000000" pitchFamily="18" charset="-120"/>
              </a:rPr>
              <a:t>IEEE Std 14764-2006</a:t>
            </a:r>
            <a:endParaRPr lang="en-US" altLang="zh-TW" sz="1600" b="1">
              <a:solidFill>
                <a:schemeClr val="folHlink"/>
              </a:solidFill>
              <a:ea typeface="新細明體" panose="02020500000000000000" pitchFamily="18" charset="-120"/>
            </a:endParaRP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F66BC32D-804B-3F9A-52FA-469F8E1AC361}"/>
              </a:ext>
            </a:extLst>
          </p:cNvPr>
          <p:cNvSpPr>
            <a:spLocks noGrp="1" noChangeArrowheads="1"/>
          </p:cNvSpPr>
          <p:nvPr>
            <p:ph type="title"/>
          </p:nvPr>
        </p:nvSpPr>
        <p:spPr/>
        <p:txBody>
          <a:bodyPr/>
          <a:lstStyle/>
          <a:p>
            <a:r>
              <a:rPr lang="en-AU" altLang="zh-TW" sz="4000">
                <a:ea typeface="新細明體" panose="02020500000000000000" pitchFamily="18" charset="-120"/>
              </a:rPr>
              <a:t>The ISO/IEEE </a:t>
            </a:r>
            <a:br>
              <a:rPr lang="en-AU" altLang="zh-TW" sz="4000">
                <a:ea typeface="新細明體" panose="02020500000000000000" pitchFamily="18" charset="-120"/>
              </a:rPr>
            </a:br>
            <a:r>
              <a:rPr lang="en-AU" altLang="zh-TW" sz="4000">
                <a:ea typeface="新細明體" panose="02020500000000000000" pitchFamily="18" charset="-120"/>
              </a:rPr>
              <a:t>Maintenance Activities</a:t>
            </a:r>
          </a:p>
        </p:txBody>
      </p:sp>
      <p:sp>
        <p:nvSpPr>
          <p:cNvPr id="1084419" name="Rectangle 3">
            <a:extLst>
              <a:ext uri="{FF2B5EF4-FFF2-40B4-BE49-F238E27FC236}">
                <a16:creationId xmlns:a16="http://schemas.microsoft.com/office/drawing/2014/main" id="{B4F5D758-7457-039D-0320-59305310D5E2}"/>
              </a:ext>
            </a:extLst>
          </p:cNvPr>
          <p:cNvSpPr>
            <a:spLocks noGrp="1" noChangeArrowheads="1"/>
          </p:cNvSpPr>
          <p:nvPr>
            <p:ph type="body" idx="1"/>
          </p:nvPr>
        </p:nvSpPr>
        <p:spPr/>
        <p:txBody>
          <a:bodyPr/>
          <a:lstStyle/>
          <a:p>
            <a:pPr marL="533400" indent="-533400">
              <a:lnSpc>
                <a:spcPct val="90000"/>
              </a:lnSpc>
              <a:spcBef>
                <a:spcPct val="0"/>
              </a:spcBef>
              <a:buFontTx/>
              <a:buAutoNum type="arabicPeriod"/>
            </a:pPr>
            <a:r>
              <a:rPr lang="en-US" altLang="zh-TW" sz="2800" b="1" dirty="0">
                <a:solidFill>
                  <a:schemeClr val="hlink"/>
                </a:solidFill>
                <a:ea typeface="新細明體" panose="02020500000000000000" pitchFamily="18" charset="-120"/>
              </a:rPr>
              <a:t>Process Implementation</a:t>
            </a:r>
            <a:endParaRPr lang="en-US" altLang="zh-TW" sz="2800" dirty="0">
              <a:ea typeface="新細明體" panose="02020500000000000000" pitchFamily="18" charset="-120"/>
            </a:endParaRPr>
          </a:p>
          <a:p>
            <a:pPr marL="1079500" lvl="1" indent="-544513">
              <a:lnSpc>
                <a:spcPct val="90000"/>
              </a:lnSpc>
              <a:spcBef>
                <a:spcPct val="0"/>
              </a:spcBef>
              <a:buNone/>
            </a:pPr>
            <a:r>
              <a:rPr lang="en-US" altLang="zh-TW" sz="2400" dirty="0">
                <a:ea typeface="新細明體" panose="02020500000000000000" pitchFamily="18" charset="-120"/>
              </a:rPr>
              <a:t>1.1	Develop maintenance plans and procedures</a:t>
            </a:r>
          </a:p>
          <a:p>
            <a:pPr marL="1079500" lvl="1" indent="-544513">
              <a:lnSpc>
                <a:spcPct val="90000"/>
              </a:lnSpc>
              <a:spcBef>
                <a:spcPct val="0"/>
              </a:spcBef>
              <a:buNone/>
            </a:pPr>
            <a:r>
              <a:rPr lang="en-US" altLang="zh-TW" sz="2400" dirty="0">
                <a:ea typeface="新細明體" panose="02020500000000000000" pitchFamily="18" charset="-120"/>
              </a:rPr>
              <a:t>1.2	Establish MR/PR procedures</a:t>
            </a:r>
          </a:p>
          <a:p>
            <a:pPr marL="1079500" lvl="1" indent="-544513">
              <a:lnSpc>
                <a:spcPct val="90000"/>
              </a:lnSpc>
              <a:spcBef>
                <a:spcPct val="0"/>
              </a:spcBef>
              <a:buNone/>
            </a:pPr>
            <a:r>
              <a:rPr lang="en-US" altLang="zh-TW" sz="2400" dirty="0">
                <a:ea typeface="新細明體" panose="02020500000000000000" pitchFamily="18" charset="-120"/>
              </a:rPr>
              <a:t>1.3	Invoke the Configuration Management Process</a:t>
            </a:r>
          </a:p>
          <a:p>
            <a:pPr marL="533400" indent="-533400">
              <a:lnSpc>
                <a:spcPct val="90000"/>
              </a:lnSpc>
              <a:spcBef>
                <a:spcPct val="0"/>
              </a:spcBef>
              <a:buFontTx/>
              <a:buAutoNum type="arabicPeriod"/>
            </a:pPr>
            <a:r>
              <a:rPr lang="en-US" altLang="zh-TW" sz="2800" b="1" dirty="0">
                <a:solidFill>
                  <a:schemeClr val="hlink"/>
                </a:solidFill>
                <a:ea typeface="新細明體" panose="02020500000000000000" pitchFamily="18" charset="-120"/>
              </a:rPr>
              <a:t>Problem and Modification Analysis</a:t>
            </a:r>
            <a:endParaRPr lang="en-US" altLang="zh-TW" sz="2800" dirty="0">
              <a:ea typeface="新細明體" panose="02020500000000000000" pitchFamily="18" charset="-120"/>
            </a:endParaRPr>
          </a:p>
          <a:p>
            <a:pPr marL="1079500" lvl="1" indent="-544513">
              <a:lnSpc>
                <a:spcPct val="90000"/>
              </a:lnSpc>
              <a:spcBef>
                <a:spcPct val="0"/>
              </a:spcBef>
              <a:buNone/>
            </a:pPr>
            <a:r>
              <a:rPr lang="en-US" altLang="zh-TW" sz="2400" dirty="0">
                <a:ea typeface="新細明體" panose="02020500000000000000" pitchFamily="18" charset="-120"/>
              </a:rPr>
              <a:t>2.1	Analyze the MR/PR to determine its impact and priority</a:t>
            </a:r>
          </a:p>
          <a:p>
            <a:pPr marL="1079500" lvl="1" indent="-544513">
              <a:lnSpc>
                <a:spcPct val="90000"/>
              </a:lnSpc>
              <a:spcBef>
                <a:spcPct val="0"/>
              </a:spcBef>
              <a:buNone/>
            </a:pPr>
            <a:r>
              <a:rPr lang="en-US" altLang="zh-TW" sz="2400" dirty="0">
                <a:ea typeface="新細明體" panose="02020500000000000000" pitchFamily="18" charset="-120"/>
              </a:rPr>
              <a:t>2.2	Replicate or verify the problem</a:t>
            </a:r>
          </a:p>
          <a:p>
            <a:pPr marL="1079500" lvl="1" indent="-544513">
              <a:lnSpc>
                <a:spcPct val="90000"/>
              </a:lnSpc>
              <a:spcBef>
                <a:spcPct val="0"/>
              </a:spcBef>
              <a:buNone/>
            </a:pPr>
            <a:r>
              <a:rPr lang="en-US" altLang="zh-TW" sz="2400" dirty="0">
                <a:ea typeface="新細明體" panose="02020500000000000000" pitchFamily="18" charset="-120"/>
              </a:rPr>
              <a:t>2.3	Develop options for implementation of modification </a:t>
            </a:r>
          </a:p>
          <a:p>
            <a:pPr marL="1079500" lvl="1" indent="-544513">
              <a:lnSpc>
                <a:spcPct val="90000"/>
              </a:lnSpc>
              <a:spcBef>
                <a:spcPct val="0"/>
              </a:spcBef>
              <a:buNone/>
            </a:pPr>
            <a:r>
              <a:rPr lang="en-US" altLang="zh-TW" sz="2400" dirty="0">
                <a:ea typeface="新細明體" panose="02020500000000000000" pitchFamily="18" charset="-120"/>
              </a:rPr>
              <a:t>2.4	Document MR/PR, analysis results, implementation options</a:t>
            </a:r>
          </a:p>
          <a:p>
            <a:pPr marL="1079500" lvl="1" indent="-544513">
              <a:lnSpc>
                <a:spcPct val="90000"/>
              </a:lnSpc>
              <a:spcBef>
                <a:spcPct val="0"/>
              </a:spcBef>
              <a:buNone/>
            </a:pPr>
            <a:r>
              <a:rPr lang="en-US" altLang="zh-TW" sz="2400" dirty="0">
                <a:ea typeface="新細明體" panose="02020500000000000000" pitchFamily="18" charset="-120"/>
              </a:rPr>
              <a:t>2.5	Obtain approval for the selected modification option</a:t>
            </a:r>
          </a:p>
          <a:p>
            <a:pPr marL="533400" indent="-533400">
              <a:lnSpc>
                <a:spcPct val="90000"/>
              </a:lnSpc>
              <a:spcBef>
                <a:spcPct val="0"/>
              </a:spcBef>
              <a:buFontTx/>
              <a:buAutoNum type="arabicPeriod" startAt="3"/>
            </a:pPr>
            <a:r>
              <a:rPr lang="en-US" altLang="zh-TW" sz="2800" b="1" dirty="0">
                <a:solidFill>
                  <a:schemeClr val="hlink"/>
                </a:solidFill>
                <a:ea typeface="新細明體" panose="02020500000000000000" pitchFamily="18" charset="-120"/>
              </a:rPr>
              <a:t>Modification Implementation</a:t>
            </a:r>
            <a:r>
              <a:rPr lang="en-US" altLang="zh-TW" sz="2800" dirty="0">
                <a:ea typeface="新細明體" panose="02020500000000000000" pitchFamily="18" charset="-120"/>
              </a:rPr>
              <a:t> </a:t>
            </a:r>
          </a:p>
          <a:p>
            <a:pPr marL="1079500" lvl="1" indent="-544513">
              <a:lnSpc>
                <a:spcPct val="90000"/>
              </a:lnSpc>
              <a:spcBef>
                <a:spcPct val="0"/>
              </a:spcBef>
              <a:buNone/>
            </a:pPr>
            <a:r>
              <a:rPr lang="en-US" altLang="zh-TW" sz="2400" dirty="0">
                <a:ea typeface="新細明體" panose="02020500000000000000" pitchFamily="18" charset="-120"/>
              </a:rPr>
              <a:t>3.1	Conduct analysis, identify the units and docs to be modified</a:t>
            </a:r>
          </a:p>
          <a:p>
            <a:pPr marL="1079500" lvl="1" indent="-544513">
              <a:lnSpc>
                <a:spcPct val="90000"/>
              </a:lnSpc>
              <a:spcBef>
                <a:spcPct val="0"/>
              </a:spcBef>
              <a:buNone/>
            </a:pPr>
            <a:r>
              <a:rPr lang="en-US" altLang="zh-TW" sz="2400" dirty="0">
                <a:ea typeface="新細明體" panose="02020500000000000000" pitchFamily="18" charset="-120"/>
              </a:rPr>
              <a:t>3.2	Invoke the Development Process (a mini-SDLC)</a:t>
            </a:r>
          </a:p>
        </p:txBody>
      </p:sp>
      <p:pic>
        <p:nvPicPr>
          <p:cNvPr id="16388" name="Picture 6" descr="14764-2006_SLCP_Maintenance_Fig2">
            <a:extLst>
              <a:ext uri="{FF2B5EF4-FFF2-40B4-BE49-F238E27FC236}">
                <a16:creationId xmlns:a16="http://schemas.microsoft.com/office/drawing/2014/main" id="{C56A2D8F-D38C-1644-6075-FA77778B0CE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27901" y="115889"/>
            <a:ext cx="2009775"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A6E5A97F-DCA0-A9B3-16B4-16F731ADEFB2}"/>
              </a:ext>
            </a:extLst>
          </p:cNvPr>
          <p:cNvSpPr>
            <a:spLocks noGrp="1" noChangeArrowheads="1"/>
          </p:cNvSpPr>
          <p:nvPr>
            <p:ph type="title"/>
          </p:nvPr>
        </p:nvSpPr>
        <p:spPr/>
        <p:txBody>
          <a:bodyPr/>
          <a:lstStyle/>
          <a:p>
            <a:r>
              <a:rPr lang="en-AU" altLang="zh-TW" sz="4000">
                <a:ea typeface="新細明體" panose="02020500000000000000" pitchFamily="18" charset="-120"/>
              </a:rPr>
              <a:t>The ISO/IEEE </a:t>
            </a:r>
            <a:br>
              <a:rPr lang="en-AU" altLang="zh-TW" sz="4000">
                <a:ea typeface="新細明體" panose="02020500000000000000" pitchFamily="18" charset="-120"/>
              </a:rPr>
            </a:br>
            <a:r>
              <a:rPr lang="en-AU" altLang="zh-TW" sz="4000">
                <a:ea typeface="新細明體" panose="02020500000000000000" pitchFamily="18" charset="-120"/>
              </a:rPr>
              <a:t>Maintenance Activities</a:t>
            </a:r>
          </a:p>
        </p:txBody>
      </p:sp>
      <p:sp>
        <p:nvSpPr>
          <p:cNvPr id="1088515" name="Rectangle 3">
            <a:extLst>
              <a:ext uri="{FF2B5EF4-FFF2-40B4-BE49-F238E27FC236}">
                <a16:creationId xmlns:a16="http://schemas.microsoft.com/office/drawing/2014/main" id="{218E0BE7-BE6F-6294-88D3-45DBF2D4BAFD}"/>
              </a:ext>
            </a:extLst>
          </p:cNvPr>
          <p:cNvSpPr>
            <a:spLocks noGrp="1" noChangeArrowheads="1"/>
          </p:cNvSpPr>
          <p:nvPr>
            <p:ph type="body" idx="1"/>
          </p:nvPr>
        </p:nvSpPr>
        <p:spPr/>
        <p:txBody>
          <a:bodyPr/>
          <a:lstStyle/>
          <a:p>
            <a:pPr marL="533400" indent="-533400">
              <a:lnSpc>
                <a:spcPct val="90000"/>
              </a:lnSpc>
              <a:spcBef>
                <a:spcPct val="0"/>
              </a:spcBef>
              <a:buFontTx/>
              <a:buAutoNum type="arabicPeriod" startAt="4"/>
            </a:pPr>
            <a:r>
              <a:rPr lang="en-US" altLang="zh-TW" sz="2800" b="1">
                <a:solidFill>
                  <a:schemeClr val="hlink"/>
                </a:solidFill>
                <a:ea typeface="新細明體" panose="02020500000000000000" pitchFamily="18" charset="-120"/>
              </a:rPr>
              <a:t>Maintenance Review/Acceptance</a:t>
            </a:r>
            <a:endParaRPr lang="en-US" altLang="zh-TW" sz="2800">
              <a:ea typeface="新細明體" panose="02020500000000000000" pitchFamily="18" charset="-120"/>
            </a:endParaRPr>
          </a:p>
          <a:p>
            <a:pPr marL="1524000" lvl="1" indent="-989013">
              <a:lnSpc>
                <a:spcPct val="90000"/>
              </a:lnSpc>
              <a:spcBef>
                <a:spcPct val="0"/>
              </a:spcBef>
              <a:buNone/>
            </a:pPr>
            <a:r>
              <a:rPr lang="en-US" altLang="zh-TW" sz="2400">
                <a:ea typeface="新細明體" panose="02020500000000000000" pitchFamily="18" charset="-120"/>
              </a:rPr>
              <a:t>4.1	Conduct review to ensure integrity of modified system</a:t>
            </a:r>
          </a:p>
          <a:p>
            <a:pPr marL="1524000" lvl="1" indent="-989013">
              <a:lnSpc>
                <a:spcPct val="90000"/>
              </a:lnSpc>
              <a:spcBef>
                <a:spcPct val="0"/>
              </a:spcBef>
              <a:buNone/>
            </a:pPr>
            <a:r>
              <a:rPr lang="en-US" altLang="zh-TW" sz="2400">
                <a:ea typeface="新細明體" panose="02020500000000000000" pitchFamily="18" charset="-120"/>
              </a:rPr>
              <a:t>4.2	Obtain approval for satisfactory completion of changes</a:t>
            </a:r>
          </a:p>
          <a:p>
            <a:pPr marL="533400" indent="-533400">
              <a:lnSpc>
                <a:spcPct val="90000"/>
              </a:lnSpc>
              <a:spcBef>
                <a:spcPct val="0"/>
              </a:spcBef>
              <a:buFontTx/>
              <a:buAutoNum type="arabicPeriod" startAt="4"/>
            </a:pPr>
            <a:r>
              <a:rPr lang="en-US" altLang="zh-TW" sz="2800" b="1">
                <a:solidFill>
                  <a:schemeClr val="hlink"/>
                </a:solidFill>
                <a:ea typeface="新細明體" panose="02020500000000000000" pitchFamily="18" charset="-120"/>
              </a:rPr>
              <a:t>Migration</a:t>
            </a:r>
            <a:endParaRPr lang="en-US" altLang="zh-TW" sz="2800">
              <a:ea typeface="新細明體" panose="02020500000000000000" pitchFamily="18" charset="-120"/>
            </a:endParaRPr>
          </a:p>
          <a:p>
            <a:pPr marL="1524000" lvl="1" indent="-989013">
              <a:lnSpc>
                <a:spcPct val="90000"/>
              </a:lnSpc>
              <a:spcBef>
                <a:spcPct val="0"/>
              </a:spcBef>
              <a:buNone/>
            </a:pPr>
            <a:r>
              <a:rPr lang="en-US" altLang="zh-TW" sz="2400">
                <a:ea typeface="新細明體" panose="02020500000000000000" pitchFamily="18" charset="-120"/>
              </a:rPr>
              <a:t>5.1-5.2	Identify modified software/data; Develop migration plan</a:t>
            </a:r>
          </a:p>
          <a:p>
            <a:pPr marL="1524000" lvl="1" indent="-989013">
              <a:lnSpc>
                <a:spcPct val="90000"/>
              </a:lnSpc>
              <a:spcBef>
                <a:spcPct val="0"/>
              </a:spcBef>
              <a:buNone/>
            </a:pPr>
            <a:r>
              <a:rPr lang="en-US" altLang="zh-TW" sz="2400">
                <a:ea typeface="新細明體" panose="02020500000000000000" pitchFamily="18" charset="-120"/>
              </a:rPr>
              <a:t>5.3-5.5	Notify users; Provide training; Notify for completion</a:t>
            </a:r>
          </a:p>
          <a:p>
            <a:pPr marL="1524000" lvl="1" indent="-989013">
              <a:lnSpc>
                <a:spcPct val="90000"/>
              </a:lnSpc>
              <a:spcBef>
                <a:spcPct val="0"/>
              </a:spcBef>
              <a:buNone/>
            </a:pPr>
            <a:r>
              <a:rPr lang="en-US" altLang="zh-TW" sz="2400">
                <a:ea typeface="新細明體" panose="02020500000000000000" pitchFamily="18" charset="-120"/>
              </a:rPr>
              <a:t>5.6	Post-hoc review: to assess impact of new environment</a:t>
            </a:r>
          </a:p>
          <a:p>
            <a:pPr marL="1524000" lvl="1" indent="-989013">
              <a:lnSpc>
                <a:spcPct val="90000"/>
              </a:lnSpc>
              <a:spcBef>
                <a:spcPct val="0"/>
              </a:spcBef>
              <a:buNone/>
            </a:pPr>
            <a:r>
              <a:rPr lang="en-US" altLang="zh-TW" sz="2400">
                <a:ea typeface="新細明體" panose="02020500000000000000" pitchFamily="18" charset="-120"/>
              </a:rPr>
              <a:t>5.7	Archive data (and old software)</a:t>
            </a:r>
          </a:p>
          <a:p>
            <a:pPr marL="533400" indent="-533400">
              <a:lnSpc>
                <a:spcPct val="90000"/>
              </a:lnSpc>
              <a:spcBef>
                <a:spcPct val="0"/>
              </a:spcBef>
              <a:buFontTx/>
              <a:buAutoNum type="arabicPeriod" startAt="6"/>
            </a:pPr>
            <a:r>
              <a:rPr lang="en-US" altLang="zh-TW" sz="2800" b="1">
                <a:solidFill>
                  <a:schemeClr val="hlink"/>
                </a:solidFill>
                <a:ea typeface="新細明體" panose="02020500000000000000" pitchFamily="18" charset="-120"/>
              </a:rPr>
              <a:t>Retirement</a:t>
            </a:r>
            <a:r>
              <a:rPr lang="en-US" altLang="zh-TW" sz="2800">
                <a:ea typeface="新細明體" panose="02020500000000000000" pitchFamily="18" charset="-120"/>
              </a:rPr>
              <a:t> </a:t>
            </a:r>
          </a:p>
          <a:p>
            <a:pPr marL="1524000" lvl="1" indent="-989013">
              <a:lnSpc>
                <a:spcPct val="90000"/>
              </a:lnSpc>
              <a:spcBef>
                <a:spcPct val="0"/>
              </a:spcBef>
              <a:buNone/>
            </a:pPr>
            <a:r>
              <a:rPr lang="en-US" altLang="zh-TW" sz="2400">
                <a:ea typeface="新細明體" panose="02020500000000000000" pitchFamily="18" charset="-120"/>
              </a:rPr>
              <a:t>6.1	Develop retirement plan</a:t>
            </a:r>
          </a:p>
          <a:p>
            <a:pPr marL="1524000" lvl="1" indent="-989013">
              <a:lnSpc>
                <a:spcPct val="90000"/>
              </a:lnSpc>
              <a:spcBef>
                <a:spcPct val="0"/>
              </a:spcBef>
              <a:buNone/>
            </a:pPr>
            <a:r>
              <a:rPr lang="en-US" altLang="zh-TW" sz="2400">
                <a:ea typeface="新細明體" panose="02020500000000000000" pitchFamily="18" charset="-120"/>
              </a:rPr>
              <a:t>6.2-6.4	Notify users; Implement parallel operations and training; Notify for completion</a:t>
            </a:r>
          </a:p>
          <a:p>
            <a:pPr marL="1524000" lvl="1" indent="-989013">
              <a:lnSpc>
                <a:spcPct val="90000"/>
              </a:lnSpc>
              <a:spcBef>
                <a:spcPct val="0"/>
              </a:spcBef>
              <a:buNone/>
            </a:pPr>
            <a:r>
              <a:rPr lang="en-US" altLang="zh-TW" sz="2400">
                <a:ea typeface="新細明體" panose="02020500000000000000" pitchFamily="18" charset="-120"/>
              </a:rPr>
              <a:t>6.5	Archive data (and old software)</a:t>
            </a:r>
          </a:p>
        </p:txBody>
      </p:sp>
      <p:pic>
        <p:nvPicPr>
          <p:cNvPr id="17412" name="Picture 6" descr="14764-2006_SLCP_Maintenance_Fig2">
            <a:extLst>
              <a:ext uri="{FF2B5EF4-FFF2-40B4-BE49-F238E27FC236}">
                <a16:creationId xmlns:a16="http://schemas.microsoft.com/office/drawing/2014/main" id="{29338E1A-5A3E-542A-93AE-87258DD3E8E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27901" y="115889"/>
            <a:ext cx="2009775"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6ABC5086-5180-6CC5-2B38-A9B4FA5F3172}"/>
              </a:ext>
            </a:extLst>
          </p:cNvPr>
          <p:cNvSpPr>
            <a:spLocks noGrp="1" noChangeArrowheads="1"/>
          </p:cNvSpPr>
          <p:nvPr>
            <p:ph type="title"/>
          </p:nvPr>
        </p:nvSpPr>
        <p:spPr/>
        <p:txBody>
          <a:bodyPr/>
          <a:lstStyle/>
          <a:p>
            <a:r>
              <a:rPr lang="en-AU" altLang="zh-TW">
                <a:ea typeface="新細明體" panose="02020500000000000000" pitchFamily="18" charset="-120"/>
              </a:rPr>
              <a:t>Stages of Maintenance</a:t>
            </a:r>
          </a:p>
        </p:txBody>
      </p:sp>
      <p:sp>
        <p:nvSpPr>
          <p:cNvPr id="18435" name="Rectangle 3">
            <a:extLst>
              <a:ext uri="{FF2B5EF4-FFF2-40B4-BE49-F238E27FC236}">
                <a16:creationId xmlns:a16="http://schemas.microsoft.com/office/drawing/2014/main" id="{CFEE8B95-BBF3-C46D-0652-015FE8C911B7}"/>
              </a:ext>
            </a:extLst>
          </p:cNvPr>
          <p:cNvSpPr>
            <a:spLocks noGrp="1" noChangeArrowheads="1"/>
          </p:cNvSpPr>
          <p:nvPr>
            <p:ph type="body" idx="1"/>
          </p:nvPr>
        </p:nvSpPr>
        <p:spPr/>
        <p:txBody>
          <a:bodyPr/>
          <a:lstStyle/>
          <a:p>
            <a:pPr>
              <a:lnSpc>
                <a:spcPct val="90000"/>
              </a:lnSpc>
              <a:spcBef>
                <a:spcPct val="5000"/>
              </a:spcBef>
              <a:buFontTx/>
              <a:buNone/>
            </a:pPr>
            <a:r>
              <a:rPr lang="en-US" altLang="zh-TW" sz="2800">
                <a:ea typeface="新細明體" panose="02020500000000000000" pitchFamily="18" charset="-120"/>
              </a:rPr>
              <a:t>Within the maintenance phase, there are several stages:</a:t>
            </a:r>
          </a:p>
          <a:p>
            <a:pPr>
              <a:lnSpc>
                <a:spcPct val="90000"/>
              </a:lnSpc>
              <a:spcBef>
                <a:spcPct val="5000"/>
              </a:spcBef>
            </a:pPr>
            <a:r>
              <a:rPr lang="en-US" altLang="zh-TW" sz="2800" b="1">
                <a:solidFill>
                  <a:schemeClr val="hlink"/>
                </a:solidFill>
                <a:ea typeface="新細明體" panose="02020500000000000000" pitchFamily="18" charset="-120"/>
              </a:rPr>
              <a:t>Initial development</a:t>
            </a:r>
          </a:p>
          <a:p>
            <a:pPr lvl="1">
              <a:lnSpc>
                <a:spcPct val="90000"/>
              </a:lnSpc>
              <a:spcBef>
                <a:spcPct val="5000"/>
              </a:spcBef>
            </a:pPr>
            <a:r>
              <a:rPr lang="en-US" altLang="zh-TW" sz="2400">
                <a:ea typeface="新細明體" panose="02020500000000000000" pitchFamily="18" charset="-120"/>
              </a:rPr>
              <a:t>first release plus accompanying activities (training, etc.)</a:t>
            </a:r>
          </a:p>
          <a:p>
            <a:pPr>
              <a:lnSpc>
                <a:spcPct val="90000"/>
              </a:lnSpc>
              <a:spcBef>
                <a:spcPct val="5000"/>
              </a:spcBef>
            </a:pPr>
            <a:r>
              <a:rPr lang="en-US" altLang="zh-TW" sz="2800" b="1">
                <a:solidFill>
                  <a:schemeClr val="hlink"/>
                </a:solidFill>
                <a:ea typeface="新細明體" panose="02020500000000000000" pitchFamily="18" charset="-120"/>
              </a:rPr>
              <a:t>Evolution</a:t>
            </a:r>
          </a:p>
          <a:p>
            <a:pPr lvl="1">
              <a:lnSpc>
                <a:spcPct val="90000"/>
              </a:lnSpc>
              <a:spcBef>
                <a:spcPct val="5000"/>
              </a:spcBef>
            </a:pPr>
            <a:r>
              <a:rPr lang="en-US" altLang="zh-TW" sz="2400">
                <a:ea typeface="新細明體" panose="02020500000000000000" pitchFamily="18" charset="-120"/>
              </a:rPr>
              <a:t>major extension of the system’s capabilities</a:t>
            </a:r>
          </a:p>
          <a:p>
            <a:pPr>
              <a:lnSpc>
                <a:spcPct val="90000"/>
              </a:lnSpc>
              <a:spcBef>
                <a:spcPct val="5000"/>
              </a:spcBef>
            </a:pPr>
            <a:r>
              <a:rPr lang="en-US" altLang="zh-TW" sz="2800" b="1">
                <a:solidFill>
                  <a:schemeClr val="hlink"/>
                </a:solidFill>
                <a:ea typeface="新細明體" panose="02020500000000000000" pitchFamily="18" charset="-120"/>
              </a:rPr>
              <a:t>Servicing</a:t>
            </a:r>
          </a:p>
          <a:p>
            <a:pPr lvl="1">
              <a:lnSpc>
                <a:spcPct val="90000"/>
              </a:lnSpc>
              <a:spcBef>
                <a:spcPct val="5000"/>
              </a:spcBef>
            </a:pPr>
            <a:r>
              <a:rPr lang="en-US" altLang="zh-TW" sz="2400">
                <a:ea typeface="新細明體" panose="02020500000000000000" pitchFamily="18" charset="-120"/>
              </a:rPr>
              <a:t>in operation with only minor repairs or simple changes</a:t>
            </a:r>
          </a:p>
          <a:p>
            <a:pPr lvl="1">
              <a:lnSpc>
                <a:spcPct val="90000"/>
              </a:lnSpc>
              <a:spcBef>
                <a:spcPct val="5000"/>
              </a:spcBef>
            </a:pPr>
            <a:r>
              <a:rPr lang="en-US" altLang="zh-TW" sz="2400">
                <a:ea typeface="新細明體" panose="02020500000000000000" pitchFamily="18" charset="-120"/>
              </a:rPr>
              <a:t>work is stable, mature, well understood</a:t>
            </a:r>
          </a:p>
          <a:p>
            <a:pPr>
              <a:lnSpc>
                <a:spcPct val="90000"/>
              </a:lnSpc>
              <a:spcBef>
                <a:spcPct val="5000"/>
              </a:spcBef>
            </a:pPr>
            <a:r>
              <a:rPr lang="en-US" altLang="zh-TW" sz="2800" b="1">
                <a:solidFill>
                  <a:schemeClr val="hlink"/>
                </a:solidFill>
                <a:ea typeface="新細明體" panose="02020500000000000000" pitchFamily="18" charset="-120"/>
              </a:rPr>
              <a:t>Phaseout</a:t>
            </a:r>
          </a:p>
          <a:p>
            <a:pPr lvl="1">
              <a:lnSpc>
                <a:spcPct val="90000"/>
              </a:lnSpc>
              <a:spcBef>
                <a:spcPct val="5000"/>
              </a:spcBef>
            </a:pPr>
            <a:r>
              <a:rPr lang="en-US" altLang="zh-TW" sz="2400">
                <a:ea typeface="新細明體" panose="02020500000000000000" pitchFamily="18" charset="-120"/>
              </a:rPr>
              <a:t>services discontinued, though system still in operation </a:t>
            </a:r>
          </a:p>
          <a:p>
            <a:pPr>
              <a:lnSpc>
                <a:spcPct val="90000"/>
              </a:lnSpc>
              <a:spcBef>
                <a:spcPct val="5000"/>
              </a:spcBef>
            </a:pPr>
            <a:r>
              <a:rPr lang="en-US" altLang="zh-TW" sz="2800" b="1">
                <a:solidFill>
                  <a:schemeClr val="hlink"/>
                </a:solidFill>
                <a:ea typeface="新細明體" panose="02020500000000000000" pitchFamily="18" charset="-120"/>
              </a:rPr>
              <a:t>Closedown</a:t>
            </a:r>
          </a:p>
          <a:p>
            <a:pPr lvl="1">
              <a:lnSpc>
                <a:spcPct val="90000"/>
              </a:lnSpc>
              <a:spcBef>
                <a:spcPct val="5000"/>
              </a:spcBef>
            </a:pPr>
            <a:r>
              <a:rPr lang="en-US" altLang="zh-TW" sz="2400">
                <a:ea typeface="新細明體" panose="02020500000000000000" pitchFamily="18" charset="-120"/>
              </a:rPr>
              <a:t>system withdrawn, users directed to replacement if any</a:t>
            </a:r>
            <a:endParaRPr lang="en-AU" altLang="zh-TW" sz="2400">
              <a:ea typeface="新細明體" panose="02020500000000000000" pitchFamily="18" charset="-120"/>
            </a:endParaRP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4">
            <a:extLst>
              <a:ext uri="{FF2B5EF4-FFF2-40B4-BE49-F238E27FC236}">
                <a16:creationId xmlns:a16="http://schemas.microsoft.com/office/drawing/2014/main" id="{D98AC292-5767-A504-2DB6-F875CDBF0E10}"/>
              </a:ext>
            </a:extLst>
          </p:cNvPr>
          <p:cNvSpPr>
            <a:spLocks noGrp="1" noChangeArrowheads="1"/>
          </p:cNvSpPr>
          <p:nvPr>
            <p:ph type="title"/>
          </p:nvPr>
        </p:nvSpPr>
        <p:spPr/>
        <p:txBody>
          <a:bodyPr/>
          <a:lstStyle/>
          <a:p>
            <a:r>
              <a:rPr lang="en-AU" altLang="zh-TW">
                <a:ea typeface="新細明體" panose="02020500000000000000" pitchFamily="18" charset="-120"/>
              </a:rPr>
              <a:t>A Simple Staged Model</a:t>
            </a:r>
          </a:p>
        </p:txBody>
      </p:sp>
      <p:sp>
        <p:nvSpPr>
          <p:cNvPr id="1045509" name="Rectangle 5">
            <a:extLst>
              <a:ext uri="{FF2B5EF4-FFF2-40B4-BE49-F238E27FC236}">
                <a16:creationId xmlns:a16="http://schemas.microsoft.com/office/drawing/2014/main" id="{45C050E1-5B14-5219-414F-877996A41F98}"/>
              </a:ext>
            </a:extLst>
          </p:cNvPr>
          <p:cNvSpPr>
            <a:spLocks noChangeArrowheads="1"/>
          </p:cNvSpPr>
          <p:nvPr/>
        </p:nvSpPr>
        <p:spPr bwMode="auto">
          <a:xfrm>
            <a:off x="1217612" y="14668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Initial development</a:t>
            </a:r>
          </a:p>
        </p:txBody>
      </p:sp>
      <p:sp>
        <p:nvSpPr>
          <p:cNvPr id="1045510" name="Rectangle 6">
            <a:extLst>
              <a:ext uri="{FF2B5EF4-FFF2-40B4-BE49-F238E27FC236}">
                <a16:creationId xmlns:a16="http://schemas.microsoft.com/office/drawing/2014/main" id="{74EA67FB-F447-6F24-2BDD-1705E38513BE}"/>
              </a:ext>
            </a:extLst>
          </p:cNvPr>
          <p:cNvSpPr>
            <a:spLocks noChangeArrowheads="1"/>
          </p:cNvSpPr>
          <p:nvPr/>
        </p:nvSpPr>
        <p:spPr bwMode="auto">
          <a:xfrm>
            <a:off x="2284412" y="24574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Evolution</a:t>
            </a:r>
          </a:p>
        </p:txBody>
      </p:sp>
      <p:sp>
        <p:nvSpPr>
          <p:cNvPr id="1045511" name="Rectangle 7">
            <a:extLst>
              <a:ext uri="{FF2B5EF4-FFF2-40B4-BE49-F238E27FC236}">
                <a16:creationId xmlns:a16="http://schemas.microsoft.com/office/drawing/2014/main" id="{D02F3C8D-12AB-43F6-31DB-26C24F6A4AFA}"/>
              </a:ext>
            </a:extLst>
          </p:cNvPr>
          <p:cNvSpPr>
            <a:spLocks noChangeArrowheads="1"/>
          </p:cNvSpPr>
          <p:nvPr/>
        </p:nvSpPr>
        <p:spPr bwMode="auto">
          <a:xfrm>
            <a:off x="3579812" y="33718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Servicing</a:t>
            </a:r>
          </a:p>
        </p:txBody>
      </p:sp>
      <p:sp>
        <p:nvSpPr>
          <p:cNvPr id="1045512" name="Rectangle 8">
            <a:extLst>
              <a:ext uri="{FF2B5EF4-FFF2-40B4-BE49-F238E27FC236}">
                <a16:creationId xmlns:a16="http://schemas.microsoft.com/office/drawing/2014/main" id="{339ED00D-62C6-3622-1863-4729AC31AF70}"/>
              </a:ext>
            </a:extLst>
          </p:cNvPr>
          <p:cNvSpPr>
            <a:spLocks noChangeArrowheads="1"/>
          </p:cNvSpPr>
          <p:nvPr/>
        </p:nvSpPr>
        <p:spPr bwMode="auto">
          <a:xfrm>
            <a:off x="4799012" y="42862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Phaseout</a:t>
            </a:r>
          </a:p>
        </p:txBody>
      </p:sp>
      <p:sp>
        <p:nvSpPr>
          <p:cNvPr id="1045513" name="Rectangle 9">
            <a:extLst>
              <a:ext uri="{FF2B5EF4-FFF2-40B4-BE49-F238E27FC236}">
                <a16:creationId xmlns:a16="http://schemas.microsoft.com/office/drawing/2014/main" id="{6D0A4B8E-BDFE-8AED-B9EA-185AE150EC6B}"/>
              </a:ext>
            </a:extLst>
          </p:cNvPr>
          <p:cNvSpPr>
            <a:spLocks noChangeArrowheads="1"/>
          </p:cNvSpPr>
          <p:nvPr/>
        </p:nvSpPr>
        <p:spPr bwMode="auto">
          <a:xfrm>
            <a:off x="5942012" y="52768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Closedown</a:t>
            </a:r>
          </a:p>
        </p:txBody>
      </p:sp>
      <p:cxnSp>
        <p:nvCxnSpPr>
          <p:cNvPr id="1045514" name="AutoShape 10">
            <a:extLst>
              <a:ext uri="{FF2B5EF4-FFF2-40B4-BE49-F238E27FC236}">
                <a16:creationId xmlns:a16="http://schemas.microsoft.com/office/drawing/2014/main" id="{D4C4E588-4E3D-DA4A-9876-92167CBB083A}"/>
              </a:ext>
            </a:extLst>
          </p:cNvPr>
          <p:cNvCxnSpPr>
            <a:cxnSpLocks noChangeShapeType="1"/>
            <a:stCxn id="1045509" idx="2"/>
            <a:endCxn id="1045510" idx="0"/>
          </p:cNvCxnSpPr>
          <p:nvPr/>
        </p:nvCxnSpPr>
        <p:spPr bwMode="auto">
          <a:xfrm>
            <a:off x="2513012" y="1924050"/>
            <a:ext cx="1066800" cy="533400"/>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45515" name="AutoShape 11">
            <a:extLst>
              <a:ext uri="{FF2B5EF4-FFF2-40B4-BE49-F238E27FC236}">
                <a16:creationId xmlns:a16="http://schemas.microsoft.com/office/drawing/2014/main" id="{F165ECA7-2B35-5314-580D-E6470B5134D1}"/>
              </a:ext>
            </a:extLst>
          </p:cNvPr>
          <p:cNvCxnSpPr>
            <a:cxnSpLocks noChangeShapeType="1"/>
            <a:stCxn id="1045510" idx="2"/>
            <a:endCxn id="1045511" idx="0"/>
          </p:cNvCxnSpPr>
          <p:nvPr/>
        </p:nvCxnSpPr>
        <p:spPr bwMode="auto">
          <a:xfrm>
            <a:off x="3579812" y="2914650"/>
            <a:ext cx="1295400" cy="457200"/>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45516" name="AutoShape 12">
            <a:extLst>
              <a:ext uri="{FF2B5EF4-FFF2-40B4-BE49-F238E27FC236}">
                <a16:creationId xmlns:a16="http://schemas.microsoft.com/office/drawing/2014/main" id="{652E64BF-BEA8-EE2C-1AB6-7D4BDB6B0C71}"/>
              </a:ext>
            </a:extLst>
          </p:cNvPr>
          <p:cNvCxnSpPr>
            <a:cxnSpLocks noChangeShapeType="1"/>
            <a:stCxn id="1045511" idx="2"/>
            <a:endCxn id="1045512" idx="0"/>
          </p:cNvCxnSpPr>
          <p:nvPr/>
        </p:nvCxnSpPr>
        <p:spPr bwMode="auto">
          <a:xfrm>
            <a:off x="4875212" y="3829050"/>
            <a:ext cx="1219200" cy="457200"/>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45517" name="AutoShape 13">
            <a:extLst>
              <a:ext uri="{FF2B5EF4-FFF2-40B4-BE49-F238E27FC236}">
                <a16:creationId xmlns:a16="http://schemas.microsoft.com/office/drawing/2014/main" id="{2F7DEFE8-58B8-9F0B-3534-77DBFF2FB03C}"/>
              </a:ext>
            </a:extLst>
          </p:cNvPr>
          <p:cNvCxnSpPr>
            <a:cxnSpLocks noChangeShapeType="1"/>
            <a:stCxn id="1045512" idx="2"/>
            <a:endCxn id="1045513" idx="0"/>
          </p:cNvCxnSpPr>
          <p:nvPr/>
        </p:nvCxnSpPr>
        <p:spPr bwMode="auto">
          <a:xfrm>
            <a:off x="6094412" y="4743450"/>
            <a:ext cx="1143000" cy="533400"/>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1045518" name="Group 14">
            <a:extLst>
              <a:ext uri="{FF2B5EF4-FFF2-40B4-BE49-F238E27FC236}">
                <a16:creationId xmlns:a16="http://schemas.microsoft.com/office/drawing/2014/main" id="{F33C0E5E-7CF8-0D44-6D43-6875FAC5400A}"/>
              </a:ext>
            </a:extLst>
          </p:cNvPr>
          <p:cNvGrpSpPr>
            <a:grpSpLocks/>
          </p:cNvGrpSpPr>
          <p:nvPr/>
        </p:nvGrpSpPr>
        <p:grpSpPr bwMode="auto">
          <a:xfrm>
            <a:off x="3579812" y="2152650"/>
            <a:ext cx="1295400" cy="533400"/>
            <a:chOff x="2016" y="1296"/>
            <a:chExt cx="816" cy="336"/>
          </a:xfrm>
        </p:grpSpPr>
        <p:cxnSp>
          <p:nvCxnSpPr>
            <p:cNvPr id="19479" name="AutoShape 15">
              <a:extLst>
                <a:ext uri="{FF2B5EF4-FFF2-40B4-BE49-F238E27FC236}">
                  <a16:creationId xmlns:a16="http://schemas.microsoft.com/office/drawing/2014/main" id="{989DB180-AB24-1391-6B40-FE2EFD09D2C9}"/>
                </a:ext>
              </a:extLst>
            </p:cNvPr>
            <p:cNvCxnSpPr>
              <a:cxnSpLocks noChangeShapeType="1"/>
              <a:endCxn id="1045510" idx="0"/>
            </p:cNvCxnSpPr>
            <p:nvPr/>
          </p:nvCxnSpPr>
          <p:spPr bwMode="auto">
            <a:xfrm flipH="1">
              <a:off x="2016" y="1296"/>
              <a:ext cx="192" cy="192"/>
            </a:xfrm>
            <a:prstGeom prst="straightConnector1">
              <a:avLst/>
            </a:prstGeom>
            <a:noFill/>
            <a:ln w="38100">
              <a:solidFill>
                <a:schemeClr val="hlink"/>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9480" name="AutoShape 16">
              <a:extLst>
                <a:ext uri="{FF2B5EF4-FFF2-40B4-BE49-F238E27FC236}">
                  <a16:creationId xmlns:a16="http://schemas.microsoft.com/office/drawing/2014/main" id="{8C8C645B-B937-9EB0-9932-E3DE53E7931B}"/>
                </a:ext>
              </a:extLst>
            </p:cNvPr>
            <p:cNvCxnSpPr>
              <a:cxnSpLocks noChangeShapeType="1"/>
              <a:stCxn id="1045510" idx="3"/>
            </p:cNvCxnSpPr>
            <p:nvPr/>
          </p:nvCxnSpPr>
          <p:spPr bwMode="auto">
            <a:xfrm flipH="1" flipV="1">
              <a:off x="2208" y="1296"/>
              <a:ext cx="624" cy="336"/>
            </a:xfrm>
            <a:prstGeom prst="bentConnector3">
              <a:avLst>
                <a:gd name="adj1" fmla="val -23079"/>
              </a:avLst>
            </a:prstGeom>
            <a:noFill/>
            <a:ln w="38100">
              <a:solidFill>
                <a:schemeClr val="hlink"/>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grpSp>
        <p:nvGrpSpPr>
          <p:cNvPr id="1045521" name="Group 17">
            <a:extLst>
              <a:ext uri="{FF2B5EF4-FFF2-40B4-BE49-F238E27FC236}">
                <a16:creationId xmlns:a16="http://schemas.microsoft.com/office/drawing/2014/main" id="{4F71BE21-9457-9470-6FB4-34A89402CA09}"/>
              </a:ext>
            </a:extLst>
          </p:cNvPr>
          <p:cNvGrpSpPr>
            <a:grpSpLocks/>
          </p:cNvGrpSpPr>
          <p:nvPr/>
        </p:nvGrpSpPr>
        <p:grpSpPr bwMode="auto">
          <a:xfrm>
            <a:off x="4875212" y="3067050"/>
            <a:ext cx="1295400" cy="533400"/>
            <a:chOff x="2016" y="1296"/>
            <a:chExt cx="816" cy="336"/>
          </a:xfrm>
        </p:grpSpPr>
        <p:cxnSp>
          <p:nvCxnSpPr>
            <p:cNvPr id="19477" name="AutoShape 18">
              <a:extLst>
                <a:ext uri="{FF2B5EF4-FFF2-40B4-BE49-F238E27FC236}">
                  <a16:creationId xmlns:a16="http://schemas.microsoft.com/office/drawing/2014/main" id="{6566E1A7-9325-C7AC-2693-9B119A915CF9}"/>
                </a:ext>
              </a:extLst>
            </p:cNvPr>
            <p:cNvCxnSpPr>
              <a:cxnSpLocks noChangeShapeType="1"/>
            </p:cNvCxnSpPr>
            <p:nvPr/>
          </p:nvCxnSpPr>
          <p:spPr bwMode="auto">
            <a:xfrm flipH="1">
              <a:off x="2016" y="1296"/>
              <a:ext cx="192" cy="192"/>
            </a:xfrm>
            <a:prstGeom prst="straightConnector1">
              <a:avLst/>
            </a:prstGeom>
            <a:noFill/>
            <a:ln w="38100">
              <a:solidFill>
                <a:schemeClr val="hlink"/>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9478" name="AutoShape 19">
              <a:extLst>
                <a:ext uri="{FF2B5EF4-FFF2-40B4-BE49-F238E27FC236}">
                  <a16:creationId xmlns:a16="http://schemas.microsoft.com/office/drawing/2014/main" id="{4877F8BB-605C-0236-7CBC-86D7D2E9C3CE}"/>
                </a:ext>
              </a:extLst>
            </p:cNvPr>
            <p:cNvCxnSpPr>
              <a:cxnSpLocks noChangeShapeType="1"/>
            </p:cNvCxnSpPr>
            <p:nvPr/>
          </p:nvCxnSpPr>
          <p:spPr bwMode="auto">
            <a:xfrm flipH="1" flipV="1">
              <a:off x="2208" y="1296"/>
              <a:ext cx="624" cy="336"/>
            </a:xfrm>
            <a:prstGeom prst="bentConnector3">
              <a:avLst>
                <a:gd name="adj1" fmla="val -23079"/>
              </a:avLst>
            </a:prstGeom>
            <a:noFill/>
            <a:ln w="38100">
              <a:solidFill>
                <a:schemeClr val="hlink"/>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045524" name="Text Box 20">
            <a:extLst>
              <a:ext uri="{FF2B5EF4-FFF2-40B4-BE49-F238E27FC236}">
                <a16:creationId xmlns:a16="http://schemas.microsoft.com/office/drawing/2014/main" id="{F449E09B-8318-BA89-7E75-5E124BBBF643}"/>
              </a:ext>
            </a:extLst>
          </p:cNvPr>
          <p:cNvSpPr txBox="1">
            <a:spLocks noChangeArrowheads="1"/>
          </p:cNvSpPr>
          <p:nvPr/>
        </p:nvSpPr>
        <p:spPr bwMode="auto">
          <a:xfrm>
            <a:off x="4341812" y="1771651"/>
            <a:ext cx="206533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i="1">
                <a:solidFill>
                  <a:schemeClr val="hlink"/>
                </a:solidFill>
                <a:ea typeface="新細明體" panose="02020500000000000000" pitchFamily="18" charset="-120"/>
              </a:rPr>
              <a:t>Evolution changes</a:t>
            </a:r>
          </a:p>
        </p:txBody>
      </p:sp>
      <p:sp>
        <p:nvSpPr>
          <p:cNvPr id="1045525" name="Text Box 21">
            <a:extLst>
              <a:ext uri="{FF2B5EF4-FFF2-40B4-BE49-F238E27FC236}">
                <a16:creationId xmlns:a16="http://schemas.microsoft.com/office/drawing/2014/main" id="{147F32B8-B751-EAB7-1DDD-B3C11D42A349}"/>
              </a:ext>
            </a:extLst>
          </p:cNvPr>
          <p:cNvSpPr txBox="1">
            <a:spLocks noChangeArrowheads="1"/>
          </p:cNvSpPr>
          <p:nvPr/>
        </p:nvSpPr>
        <p:spPr bwMode="auto">
          <a:xfrm>
            <a:off x="5629275" y="2670176"/>
            <a:ext cx="1979612"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i="1">
                <a:solidFill>
                  <a:schemeClr val="hlink"/>
                </a:solidFill>
                <a:ea typeface="新細明體" panose="02020500000000000000" pitchFamily="18" charset="-120"/>
              </a:rPr>
              <a:t>Servicing patches</a:t>
            </a:r>
          </a:p>
        </p:txBody>
      </p:sp>
      <p:sp>
        <p:nvSpPr>
          <p:cNvPr id="1045526" name="Text Box 22">
            <a:extLst>
              <a:ext uri="{FF2B5EF4-FFF2-40B4-BE49-F238E27FC236}">
                <a16:creationId xmlns:a16="http://schemas.microsoft.com/office/drawing/2014/main" id="{CB26217C-D9AD-47F2-995C-7FD0F6B9807D}"/>
              </a:ext>
            </a:extLst>
          </p:cNvPr>
          <p:cNvSpPr txBox="1">
            <a:spLocks noChangeArrowheads="1"/>
          </p:cNvSpPr>
          <p:nvPr/>
        </p:nvSpPr>
        <p:spPr bwMode="auto">
          <a:xfrm>
            <a:off x="760412" y="1997076"/>
            <a:ext cx="20716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a:latin typeface="Arial Narrow" panose="020B0606020202030204" pitchFamily="34" charset="0"/>
                <a:ea typeface="新細明體" panose="02020500000000000000" pitchFamily="18" charset="-120"/>
              </a:rPr>
              <a:t>First running version</a:t>
            </a:r>
          </a:p>
        </p:txBody>
      </p:sp>
      <p:sp>
        <p:nvSpPr>
          <p:cNvPr id="1045527" name="Text Box 23">
            <a:extLst>
              <a:ext uri="{FF2B5EF4-FFF2-40B4-BE49-F238E27FC236}">
                <a16:creationId xmlns:a16="http://schemas.microsoft.com/office/drawing/2014/main" id="{BB5EA036-62C9-2D4A-8B21-ABEDE01D451E}"/>
              </a:ext>
            </a:extLst>
          </p:cNvPr>
          <p:cNvSpPr txBox="1">
            <a:spLocks noChangeArrowheads="1"/>
          </p:cNvSpPr>
          <p:nvPr/>
        </p:nvSpPr>
        <p:spPr bwMode="auto">
          <a:xfrm>
            <a:off x="1736726" y="2914651"/>
            <a:ext cx="193198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a:latin typeface="Arial Narrow" panose="020B0606020202030204" pitchFamily="34" charset="0"/>
                <a:ea typeface="新細明體" panose="02020500000000000000" pitchFamily="18" charset="-120"/>
              </a:rPr>
              <a:t>Loss of evolvability</a:t>
            </a:r>
          </a:p>
        </p:txBody>
      </p:sp>
      <p:sp>
        <p:nvSpPr>
          <p:cNvPr id="1045528" name="Text Box 24">
            <a:extLst>
              <a:ext uri="{FF2B5EF4-FFF2-40B4-BE49-F238E27FC236}">
                <a16:creationId xmlns:a16="http://schemas.microsoft.com/office/drawing/2014/main" id="{01EF9E45-310D-EF13-3602-0417E73FAC3D}"/>
              </a:ext>
            </a:extLst>
          </p:cNvPr>
          <p:cNvSpPr txBox="1">
            <a:spLocks noChangeArrowheads="1"/>
          </p:cNvSpPr>
          <p:nvPr/>
        </p:nvSpPr>
        <p:spPr bwMode="auto">
          <a:xfrm>
            <a:off x="2817813" y="3813176"/>
            <a:ext cx="22701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a:latin typeface="Arial Narrow" panose="020B0606020202030204" pitchFamily="34" charset="0"/>
                <a:ea typeface="新細明體" panose="02020500000000000000" pitchFamily="18" charset="-120"/>
              </a:rPr>
              <a:t>Servicing discontinued</a:t>
            </a:r>
          </a:p>
        </p:txBody>
      </p:sp>
      <p:sp>
        <p:nvSpPr>
          <p:cNvPr id="1045529" name="Text Box 25">
            <a:extLst>
              <a:ext uri="{FF2B5EF4-FFF2-40B4-BE49-F238E27FC236}">
                <a16:creationId xmlns:a16="http://schemas.microsoft.com/office/drawing/2014/main" id="{1EBC627E-D563-0D1D-8AD2-4F8FB3265D98}"/>
              </a:ext>
            </a:extLst>
          </p:cNvPr>
          <p:cNvSpPr txBox="1">
            <a:spLocks noChangeArrowheads="1"/>
          </p:cNvSpPr>
          <p:nvPr/>
        </p:nvSpPr>
        <p:spPr bwMode="auto">
          <a:xfrm>
            <a:off x="5370512" y="4819651"/>
            <a:ext cx="10287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a:latin typeface="Arial Narrow" panose="020B0606020202030204" pitchFamily="34" charset="0"/>
                <a:ea typeface="新細明體" panose="02020500000000000000" pitchFamily="18" charset="-120"/>
              </a:rPr>
              <a:t>Switchoff</a:t>
            </a:r>
          </a:p>
        </p:txBody>
      </p:sp>
      <p:sp>
        <p:nvSpPr>
          <p:cNvPr id="19476" name="Rectangle 26">
            <a:extLst>
              <a:ext uri="{FF2B5EF4-FFF2-40B4-BE49-F238E27FC236}">
                <a16:creationId xmlns:a16="http://schemas.microsoft.com/office/drawing/2014/main" id="{F231F059-609D-FA5A-A73A-BE676C11D34E}"/>
              </a:ext>
            </a:extLst>
          </p:cNvPr>
          <p:cNvSpPr>
            <a:spLocks noChangeArrowheads="1"/>
          </p:cNvSpPr>
          <p:nvPr/>
        </p:nvSpPr>
        <p:spPr bwMode="auto">
          <a:xfrm>
            <a:off x="6751637" y="1393825"/>
            <a:ext cx="243840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zh-TW" sz="1600">
                <a:solidFill>
                  <a:schemeClr val="hlink"/>
                </a:solidFill>
                <a:ea typeface="新細明體" panose="02020500000000000000" pitchFamily="18" charset="-120"/>
              </a:rPr>
              <a:t>Adapted from </a:t>
            </a:r>
            <a:br>
              <a:rPr lang="en-US" altLang="zh-TW" sz="1600">
                <a:solidFill>
                  <a:schemeClr val="hlink"/>
                </a:solidFill>
                <a:ea typeface="新細明體" panose="02020500000000000000" pitchFamily="18" charset="-120"/>
              </a:rPr>
            </a:br>
            <a:r>
              <a:rPr lang="en-US" altLang="zh-TW" sz="1600" i="1">
                <a:solidFill>
                  <a:schemeClr val="hlink"/>
                </a:solidFill>
                <a:ea typeface="新細明體" panose="02020500000000000000" pitchFamily="18" charset="-120"/>
              </a:rPr>
              <a:t>Rajlich &amp; Bennett</a:t>
            </a:r>
            <a:r>
              <a:rPr lang="en-US" altLang="zh-TW" sz="1600">
                <a:solidFill>
                  <a:schemeClr val="hlink"/>
                </a:solidFill>
                <a:ea typeface="新細明體" panose="02020500000000000000" pitchFamily="18" charset="-120"/>
              </a:rPr>
              <a:t>, 2000</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a:extLst>
              <a:ext uri="{FF2B5EF4-FFF2-40B4-BE49-F238E27FC236}">
                <a16:creationId xmlns:a16="http://schemas.microsoft.com/office/drawing/2014/main" id="{A0840511-7C64-A280-3261-DDC17A9AD8DE}"/>
              </a:ext>
            </a:extLst>
          </p:cNvPr>
          <p:cNvSpPr>
            <a:spLocks noGrp="1" noChangeArrowheads="1"/>
          </p:cNvSpPr>
          <p:nvPr>
            <p:ph type="title"/>
          </p:nvPr>
        </p:nvSpPr>
        <p:spPr/>
        <p:txBody>
          <a:bodyPr/>
          <a:lstStyle/>
          <a:p>
            <a:r>
              <a:rPr lang="en-AU" altLang="zh-TW">
                <a:ea typeface="新細明體" panose="02020500000000000000" pitchFamily="18" charset="-120"/>
              </a:rPr>
              <a:t>A Simple Staged Model</a:t>
            </a:r>
          </a:p>
        </p:txBody>
      </p:sp>
      <p:sp>
        <p:nvSpPr>
          <p:cNvPr id="20483" name="Rectangle 3">
            <a:extLst>
              <a:ext uri="{FF2B5EF4-FFF2-40B4-BE49-F238E27FC236}">
                <a16:creationId xmlns:a16="http://schemas.microsoft.com/office/drawing/2014/main" id="{85D19FA9-DA66-FB89-E43D-38DD8E7FC065}"/>
              </a:ext>
            </a:extLst>
          </p:cNvPr>
          <p:cNvSpPr>
            <a:spLocks noChangeArrowheads="1"/>
          </p:cNvSpPr>
          <p:nvPr/>
        </p:nvSpPr>
        <p:spPr bwMode="auto">
          <a:xfrm>
            <a:off x="1217612" y="14668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Initial development</a:t>
            </a:r>
          </a:p>
        </p:txBody>
      </p:sp>
      <p:sp>
        <p:nvSpPr>
          <p:cNvPr id="20484" name="Rectangle 4">
            <a:extLst>
              <a:ext uri="{FF2B5EF4-FFF2-40B4-BE49-F238E27FC236}">
                <a16:creationId xmlns:a16="http://schemas.microsoft.com/office/drawing/2014/main" id="{1FBB45ED-DB53-8FAA-85E2-BC8F2C29DC34}"/>
              </a:ext>
            </a:extLst>
          </p:cNvPr>
          <p:cNvSpPr>
            <a:spLocks noChangeArrowheads="1"/>
          </p:cNvSpPr>
          <p:nvPr/>
        </p:nvSpPr>
        <p:spPr bwMode="auto">
          <a:xfrm>
            <a:off x="2284412" y="24574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Evolution</a:t>
            </a:r>
          </a:p>
        </p:txBody>
      </p:sp>
      <p:sp>
        <p:nvSpPr>
          <p:cNvPr id="20485" name="Rectangle 5">
            <a:extLst>
              <a:ext uri="{FF2B5EF4-FFF2-40B4-BE49-F238E27FC236}">
                <a16:creationId xmlns:a16="http://schemas.microsoft.com/office/drawing/2014/main" id="{767AB78D-5A45-2A86-3AED-9EB650215DA0}"/>
              </a:ext>
            </a:extLst>
          </p:cNvPr>
          <p:cNvSpPr>
            <a:spLocks noChangeArrowheads="1"/>
          </p:cNvSpPr>
          <p:nvPr/>
        </p:nvSpPr>
        <p:spPr bwMode="auto">
          <a:xfrm>
            <a:off x="3579812" y="33718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Servicing</a:t>
            </a:r>
          </a:p>
        </p:txBody>
      </p:sp>
      <p:sp>
        <p:nvSpPr>
          <p:cNvPr id="20486" name="Rectangle 6">
            <a:extLst>
              <a:ext uri="{FF2B5EF4-FFF2-40B4-BE49-F238E27FC236}">
                <a16:creationId xmlns:a16="http://schemas.microsoft.com/office/drawing/2014/main" id="{79E5C22E-9552-5DBE-E74A-5B6649790E52}"/>
              </a:ext>
            </a:extLst>
          </p:cNvPr>
          <p:cNvSpPr>
            <a:spLocks noChangeArrowheads="1"/>
          </p:cNvSpPr>
          <p:nvPr/>
        </p:nvSpPr>
        <p:spPr bwMode="auto">
          <a:xfrm>
            <a:off x="4799012" y="42862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Phaseout</a:t>
            </a:r>
          </a:p>
        </p:txBody>
      </p:sp>
      <p:sp>
        <p:nvSpPr>
          <p:cNvPr id="20487" name="Rectangle 7">
            <a:extLst>
              <a:ext uri="{FF2B5EF4-FFF2-40B4-BE49-F238E27FC236}">
                <a16:creationId xmlns:a16="http://schemas.microsoft.com/office/drawing/2014/main" id="{EF36B290-D355-A44D-5121-8577420A391F}"/>
              </a:ext>
            </a:extLst>
          </p:cNvPr>
          <p:cNvSpPr>
            <a:spLocks noChangeArrowheads="1"/>
          </p:cNvSpPr>
          <p:nvPr/>
        </p:nvSpPr>
        <p:spPr bwMode="auto">
          <a:xfrm>
            <a:off x="5942012" y="52768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Closedown</a:t>
            </a:r>
          </a:p>
        </p:txBody>
      </p:sp>
      <p:cxnSp>
        <p:nvCxnSpPr>
          <p:cNvPr id="20488" name="AutoShape 8">
            <a:extLst>
              <a:ext uri="{FF2B5EF4-FFF2-40B4-BE49-F238E27FC236}">
                <a16:creationId xmlns:a16="http://schemas.microsoft.com/office/drawing/2014/main" id="{2DDEBFD5-0E63-CC91-2E00-008CB910EE37}"/>
              </a:ext>
            </a:extLst>
          </p:cNvPr>
          <p:cNvCxnSpPr>
            <a:cxnSpLocks noChangeShapeType="1"/>
            <a:stCxn id="20483" idx="2"/>
            <a:endCxn id="20484" idx="0"/>
          </p:cNvCxnSpPr>
          <p:nvPr/>
        </p:nvCxnSpPr>
        <p:spPr bwMode="auto">
          <a:xfrm>
            <a:off x="2513012" y="1924050"/>
            <a:ext cx="1066800" cy="533400"/>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0489" name="AutoShape 9">
            <a:extLst>
              <a:ext uri="{FF2B5EF4-FFF2-40B4-BE49-F238E27FC236}">
                <a16:creationId xmlns:a16="http://schemas.microsoft.com/office/drawing/2014/main" id="{41BED1EE-5FA3-681A-6E2A-3AEC7454C037}"/>
              </a:ext>
            </a:extLst>
          </p:cNvPr>
          <p:cNvCxnSpPr>
            <a:cxnSpLocks noChangeShapeType="1"/>
            <a:stCxn id="20484" idx="2"/>
            <a:endCxn id="20485" idx="0"/>
          </p:cNvCxnSpPr>
          <p:nvPr/>
        </p:nvCxnSpPr>
        <p:spPr bwMode="auto">
          <a:xfrm>
            <a:off x="3579812" y="2914650"/>
            <a:ext cx="1295400" cy="457200"/>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0490" name="AutoShape 10">
            <a:extLst>
              <a:ext uri="{FF2B5EF4-FFF2-40B4-BE49-F238E27FC236}">
                <a16:creationId xmlns:a16="http://schemas.microsoft.com/office/drawing/2014/main" id="{B06B2F06-1386-B13F-43D3-AA7F3B916B84}"/>
              </a:ext>
            </a:extLst>
          </p:cNvPr>
          <p:cNvCxnSpPr>
            <a:cxnSpLocks noChangeShapeType="1"/>
            <a:stCxn id="20485" idx="2"/>
            <a:endCxn id="20486" idx="0"/>
          </p:cNvCxnSpPr>
          <p:nvPr/>
        </p:nvCxnSpPr>
        <p:spPr bwMode="auto">
          <a:xfrm>
            <a:off x="4875212" y="3829050"/>
            <a:ext cx="1219200" cy="457200"/>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0491" name="AutoShape 11">
            <a:extLst>
              <a:ext uri="{FF2B5EF4-FFF2-40B4-BE49-F238E27FC236}">
                <a16:creationId xmlns:a16="http://schemas.microsoft.com/office/drawing/2014/main" id="{1BEA1DEB-B28D-5825-CB77-805C842CFA73}"/>
              </a:ext>
            </a:extLst>
          </p:cNvPr>
          <p:cNvCxnSpPr>
            <a:cxnSpLocks noChangeShapeType="1"/>
            <a:stCxn id="20486" idx="2"/>
            <a:endCxn id="20487" idx="0"/>
          </p:cNvCxnSpPr>
          <p:nvPr/>
        </p:nvCxnSpPr>
        <p:spPr bwMode="auto">
          <a:xfrm>
            <a:off x="6094412" y="4743450"/>
            <a:ext cx="1143000" cy="533400"/>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20492" name="Group 12">
            <a:extLst>
              <a:ext uri="{FF2B5EF4-FFF2-40B4-BE49-F238E27FC236}">
                <a16:creationId xmlns:a16="http://schemas.microsoft.com/office/drawing/2014/main" id="{12391805-EA4B-A00A-E6EB-EFF2D5FB068F}"/>
              </a:ext>
            </a:extLst>
          </p:cNvPr>
          <p:cNvGrpSpPr>
            <a:grpSpLocks/>
          </p:cNvGrpSpPr>
          <p:nvPr/>
        </p:nvGrpSpPr>
        <p:grpSpPr bwMode="auto">
          <a:xfrm>
            <a:off x="3579812" y="2152650"/>
            <a:ext cx="1295400" cy="533400"/>
            <a:chOff x="2016" y="1296"/>
            <a:chExt cx="816" cy="336"/>
          </a:xfrm>
        </p:grpSpPr>
        <p:cxnSp>
          <p:nvCxnSpPr>
            <p:cNvPr id="20503" name="AutoShape 13">
              <a:extLst>
                <a:ext uri="{FF2B5EF4-FFF2-40B4-BE49-F238E27FC236}">
                  <a16:creationId xmlns:a16="http://schemas.microsoft.com/office/drawing/2014/main" id="{0D7B6090-252C-CA6D-9C7A-1F4070DC0325}"/>
                </a:ext>
              </a:extLst>
            </p:cNvPr>
            <p:cNvCxnSpPr>
              <a:cxnSpLocks noChangeShapeType="1"/>
              <a:endCxn id="20484" idx="0"/>
            </p:cNvCxnSpPr>
            <p:nvPr/>
          </p:nvCxnSpPr>
          <p:spPr bwMode="auto">
            <a:xfrm flipH="1">
              <a:off x="2016" y="1296"/>
              <a:ext cx="192" cy="192"/>
            </a:xfrm>
            <a:prstGeom prst="straightConnector1">
              <a:avLst/>
            </a:prstGeom>
            <a:noFill/>
            <a:ln w="38100">
              <a:solidFill>
                <a:schemeClr val="hlink"/>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0504" name="AutoShape 14">
              <a:extLst>
                <a:ext uri="{FF2B5EF4-FFF2-40B4-BE49-F238E27FC236}">
                  <a16:creationId xmlns:a16="http://schemas.microsoft.com/office/drawing/2014/main" id="{6C9AA18D-8976-FA97-BDF7-EF1DE57697EF}"/>
                </a:ext>
              </a:extLst>
            </p:cNvPr>
            <p:cNvCxnSpPr>
              <a:cxnSpLocks noChangeShapeType="1"/>
              <a:stCxn id="20484" idx="3"/>
            </p:cNvCxnSpPr>
            <p:nvPr/>
          </p:nvCxnSpPr>
          <p:spPr bwMode="auto">
            <a:xfrm flipH="1" flipV="1">
              <a:off x="2208" y="1296"/>
              <a:ext cx="624" cy="336"/>
            </a:xfrm>
            <a:prstGeom prst="bentConnector3">
              <a:avLst>
                <a:gd name="adj1" fmla="val -23079"/>
              </a:avLst>
            </a:prstGeom>
            <a:noFill/>
            <a:ln w="38100">
              <a:solidFill>
                <a:schemeClr val="hlink"/>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grpSp>
        <p:nvGrpSpPr>
          <p:cNvPr id="20493" name="Group 15">
            <a:extLst>
              <a:ext uri="{FF2B5EF4-FFF2-40B4-BE49-F238E27FC236}">
                <a16:creationId xmlns:a16="http://schemas.microsoft.com/office/drawing/2014/main" id="{21EFDD78-2E45-DE06-B682-0EC9BE65321B}"/>
              </a:ext>
            </a:extLst>
          </p:cNvPr>
          <p:cNvGrpSpPr>
            <a:grpSpLocks/>
          </p:cNvGrpSpPr>
          <p:nvPr/>
        </p:nvGrpSpPr>
        <p:grpSpPr bwMode="auto">
          <a:xfrm>
            <a:off x="4875212" y="3067050"/>
            <a:ext cx="1295400" cy="533400"/>
            <a:chOff x="2016" y="1296"/>
            <a:chExt cx="816" cy="336"/>
          </a:xfrm>
        </p:grpSpPr>
        <p:cxnSp>
          <p:nvCxnSpPr>
            <p:cNvPr id="20501" name="AutoShape 16">
              <a:extLst>
                <a:ext uri="{FF2B5EF4-FFF2-40B4-BE49-F238E27FC236}">
                  <a16:creationId xmlns:a16="http://schemas.microsoft.com/office/drawing/2014/main" id="{5E18C18E-1816-F4A8-54FA-6300F0478336}"/>
                </a:ext>
              </a:extLst>
            </p:cNvPr>
            <p:cNvCxnSpPr>
              <a:cxnSpLocks noChangeShapeType="1"/>
            </p:cNvCxnSpPr>
            <p:nvPr/>
          </p:nvCxnSpPr>
          <p:spPr bwMode="auto">
            <a:xfrm flipH="1">
              <a:off x="2016" y="1296"/>
              <a:ext cx="192" cy="192"/>
            </a:xfrm>
            <a:prstGeom prst="straightConnector1">
              <a:avLst/>
            </a:prstGeom>
            <a:noFill/>
            <a:ln w="38100">
              <a:solidFill>
                <a:schemeClr val="hlink"/>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0502" name="AutoShape 17">
              <a:extLst>
                <a:ext uri="{FF2B5EF4-FFF2-40B4-BE49-F238E27FC236}">
                  <a16:creationId xmlns:a16="http://schemas.microsoft.com/office/drawing/2014/main" id="{D6BF2AFA-282B-2F04-F39F-DD47D26FDB8C}"/>
                </a:ext>
              </a:extLst>
            </p:cNvPr>
            <p:cNvCxnSpPr>
              <a:cxnSpLocks noChangeShapeType="1"/>
            </p:cNvCxnSpPr>
            <p:nvPr/>
          </p:nvCxnSpPr>
          <p:spPr bwMode="auto">
            <a:xfrm flipH="1" flipV="1">
              <a:off x="2208" y="1296"/>
              <a:ext cx="624" cy="336"/>
            </a:xfrm>
            <a:prstGeom prst="bentConnector3">
              <a:avLst>
                <a:gd name="adj1" fmla="val -23079"/>
              </a:avLst>
            </a:prstGeom>
            <a:noFill/>
            <a:ln w="38100">
              <a:solidFill>
                <a:schemeClr val="hlink"/>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20494" name="Text Box 18">
            <a:extLst>
              <a:ext uri="{FF2B5EF4-FFF2-40B4-BE49-F238E27FC236}">
                <a16:creationId xmlns:a16="http://schemas.microsoft.com/office/drawing/2014/main" id="{03A7C97E-D098-325C-F805-86A90A5C15D4}"/>
              </a:ext>
            </a:extLst>
          </p:cNvPr>
          <p:cNvSpPr txBox="1">
            <a:spLocks noChangeArrowheads="1"/>
          </p:cNvSpPr>
          <p:nvPr/>
        </p:nvSpPr>
        <p:spPr bwMode="auto">
          <a:xfrm>
            <a:off x="4341812" y="1771651"/>
            <a:ext cx="206533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i="1">
                <a:solidFill>
                  <a:schemeClr val="hlink"/>
                </a:solidFill>
                <a:ea typeface="新細明體" panose="02020500000000000000" pitchFamily="18" charset="-120"/>
              </a:rPr>
              <a:t>Evolution changes</a:t>
            </a:r>
          </a:p>
        </p:txBody>
      </p:sp>
      <p:sp>
        <p:nvSpPr>
          <p:cNvPr id="20495" name="Text Box 19">
            <a:extLst>
              <a:ext uri="{FF2B5EF4-FFF2-40B4-BE49-F238E27FC236}">
                <a16:creationId xmlns:a16="http://schemas.microsoft.com/office/drawing/2014/main" id="{83D76AAD-6B55-50C7-7049-F416B905423F}"/>
              </a:ext>
            </a:extLst>
          </p:cNvPr>
          <p:cNvSpPr txBox="1">
            <a:spLocks noChangeArrowheads="1"/>
          </p:cNvSpPr>
          <p:nvPr/>
        </p:nvSpPr>
        <p:spPr bwMode="auto">
          <a:xfrm>
            <a:off x="5629275" y="2670176"/>
            <a:ext cx="1979612"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i="1">
                <a:solidFill>
                  <a:schemeClr val="hlink"/>
                </a:solidFill>
                <a:ea typeface="新細明體" panose="02020500000000000000" pitchFamily="18" charset="-120"/>
              </a:rPr>
              <a:t>Servicing patches</a:t>
            </a:r>
          </a:p>
        </p:txBody>
      </p:sp>
      <p:sp>
        <p:nvSpPr>
          <p:cNvPr id="20496" name="Text Box 20">
            <a:extLst>
              <a:ext uri="{FF2B5EF4-FFF2-40B4-BE49-F238E27FC236}">
                <a16:creationId xmlns:a16="http://schemas.microsoft.com/office/drawing/2014/main" id="{E55F2BEC-1391-0998-CBC8-9B63855EC4AC}"/>
              </a:ext>
            </a:extLst>
          </p:cNvPr>
          <p:cNvSpPr txBox="1">
            <a:spLocks noChangeArrowheads="1"/>
          </p:cNvSpPr>
          <p:nvPr/>
        </p:nvSpPr>
        <p:spPr bwMode="auto">
          <a:xfrm>
            <a:off x="760412" y="1997076"/>
            <a:ext cx="20716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a:latin typeface="Arial Narrow" panose="020B0606020202030204" pitchFamily="34" charset="0"/>
                <a:ea typeface="新細明體" panose="02020500000000000000" pitchFamily="18" charset="-120"/>
              </a:rPr>
              <a:t>First running version</a:t>
            </a:r>
          </a:p>
        </p:txBody>
      </p:sp>
      <p:sp>
        <p:nvSpPr>
          <p:cNvPr id="20497" name="Text Box 21">
            <a:extLst>
              <a:ext uri="{FF2B5EF4-FFF2-40B4-BE49-F238E27FC236}">
                <a16:creationId xmlns:a16="http://schemas.microsoft.com/office/drawing/2014/main" id="{8A434C8C-8C05-AAF3-6616-93FA3E1F396C}"/>
              </a:ext>
            </a:extLst>
          </p:cNvPr>
          <p:cNvSpPr txBox="1">
            <a:spLocks noChangeArrowheads="1"/>
          </p:cNvSpPr>
          <p:nvPr/>
        </p:nvSpPr>
        <p:spPr bwMode="auto">
          <a:xfrm>
            <a:off x="1736726" y="2914651"/>
            <a:ext cx="193198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a:latin typeface="Arial Narrow" panose="020B0606020202030204" pitchFamily="34" charset="0"/>
                <a:ea typeface="新細明體" panose="02020500000000000000" pitchFamily="18" charset="-120"/>
              </a:rPr>
              <a:t>Loss of evolvability</a:t>
            </a:r>
          </a:p>
        </p:txBody>
      </p:sp>
      <p:sp>
        <p:nvSpPr>
          <p:cNvPr id="20498" name="Text Box 22">
            <a:extLst>
              <a:ext uri="{FF2B5EF4-FFF2-40B4-BE49-F238E27FC236}">
                <a16:creationId xmlns:a16="http://schemas.microsoft.com/office/drawing/2014/main" id="{D254C2A4-495E-0F5B-4D61-CC9D16A1D963}"/>
              </a:ext>
            </a:extLst>
          </p:cNvPr>
          <p:cNvSpPr txBox="1">
            <a:spLocks noChangeArrowheads="1"/>
          </p:cNvSpPr>
          <p:nvPr/>
        </p:nvSpPr>
        <p:spPr bwMode="auto">
          <a:xfrm>
            <a:off x="2817813" y="3813176"/>
            <a:ext cx="22701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a:latin typeface="Arial Narrow" panose="020B0606020202030204" pitchFamily="34" charset="0"/>
                <a:ea typeface="新細明體" panose="02020500000000000000" pitchFamily="18" charset="-120"/>
              </a:rPr>
              <a:t>Servicing discontinued</a:t>
            </a:r>
          </a:p>
        </p:txBody>
      </p:sp>
      <p:sp>
        <p:nvSpPr>
          <p:cNvPr id="20499" name="Text Box 23">
            <a:extLst>
              <a:ext uri="{FF2B5EF4-FFF2-40B4-BE49-F238E27FC236}">
                <a16:creationId xmlns:a16="http://schemas.microsoft.com/office/drawing/2014/main" id="{C80D446A-E045-4911-646A-5390F0A12268}"/>
              </a:ext>
            </a:extLst>
          </p:cNvPr>
          <p:cNvSpPr txBox="1">
            <a:spLocks noChangeArrowheads="1"/>
          </p:cNvSpPr>
          <p:nvPr/>
        </p:nvSpPr>
        <p:spPr bwMode="auto">
          <a:xfrm>
            <a:off x="5370512" y="4819651"/>
            <a:ext cx="10287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a:latin typeface="Arial Narrow" panose="020B0606020202030204" pitchFamily="34" charset="0"/>
                <a:ea typeface="新細明體" panose="02020500000000000000" pitchFamily="18" charset="-120"/>
              </a:rPr>
              <a:t>Switchoff</a:t>
            </a:r>
          </a:p>
        </p:txBody>
      </p:sp>
      <p:sp>
        <p:nvSpPr>
          <p:cNvPr id="20500" name="Rectangle 24">
            <a:extLst>
              <a:ext uri="{FF2B5EF4-FFF2-40B4-BE49-F238E27FC236}">
                <a16:creationId xmlns:a16="http://schemas.microsoft.com/office/drawing/2014/main" id="{5E622738-CDE3-2881-0AF5-F2A2C382F43D}"/>
              </a:ext>
            </a:extLst>
          </p:cNvPr>
          <p:cNvSpPr>
            <a:spLocks noChangeArrowheads="1"/>
          </p:cNvSpPr>
          <p:nvPr/>
        </p:nvSpPr>
        <p:spPr bwMode="auto">
          <a:xfrm>
            <a:off x="6751637" y="1393825"/>
            <a:ext cx="243840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zh-TW" sz="1600">
                <a:solidFill>
                  <a:schemeClr val="hlink"/>
                </a:solidFill>
                <a:ea typeface="新細明體" panose="02020500000000000000" pitchFamily="18" charset="-120"/>
              </a:rPr>
              <a:t>Adapted from </a:t>
            </a:r>
            <a:br>
              <a:rPr lang="en-US" altLang="zh-TW" sz="1600">
                <a:solidFill>
                  <a:schemeClr val="hlink"/>
                </a:solidFill>
                <a:ea typeface="新細明體" panose="02020500000000000000" pitchFamily="18" charset="-120"/>
              </a:rPr>
            </a:br>
            <a:r>
              <a:rPr lang="en-US" altLang="zh-TW" sz="1600" i="1">
                <a:solidFill>
                  <a:schemeClr val="hlink"/>
                </a:solidFill>
                <a:ea typeface="新細明體" panose="02020500000000000000" pitchFamily="18" charset="-120"/>
              </a:rPr>
              <a:t>Rajlich &amp; Bennett</a:t>
            </a:r>
            <a:r>
              <a:rPr lang="en-US" altLang="zh-TW" sz="1600">
                <a:solidFill>
                  <a:schemeClr val="hlink"/>
                </a:solidFill>
                <a:ea typeface="新細明體" panose="02020500000000000000" pitchFamily="18" charset="-120"/>
              </a:rPr>
              <a:t>, 2000</a:t>
            </a:r>
          </a:p>
        </p:txBody>
      </p:sp>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a:extLst>
              <a:ext uri="{FF2B5EF4-FFF2-40B4-BE49-F238E27FC236}">
                <a16:creationId xmlns:a16="http://schemas.microsoft.com/office/drawing/2014/main" id="{84E8D991-9690-3AB8-1F52-80F199CBE3B8}"/>
              </a:ext>
            </a:extLst>
          </p:cNvPr>
          <p:cNvSpPr>
            <a:spLocks noGrp="1" noChangeArrowheads="1"/>
          </p:cNvSpPr>
          <p:nvPr>
            <p:ph type="title"/>
          </p:nvPr>
        </p:nvSpPr>
        <p:spPr/>
        <p:txBody>
          <a:bodyPr/>
          <a:lstStyle/>
          <a:p>
            <a:r>
              <a:rPr lang="en-AU" altLang="zh-TW">
                <a:ea typeface="新細明體" panose="02020500000000000000" pitchFamily="18" charset="-120"/>
              </a:rPr>
              <a:t>A Versioned Staged Model</a:t>
            </a:r>
          </a:p>
        </p:txBody>
      </p:sp>
      <p:sp>
        <p:nvSpPr>
          <p:cNvPr id="21507" name="Rectangle 3">
            <a:extLst>
              <a:ext uri="{FF2B5EF4-FFF2-40B4-BE49-F238E27FC236}">
                <a16:creationId xmlns:a16="http://schemas.microsoft.com/office/drawing/2014/main" id="{EE7B6A80-3034-1C3D-85A4-BF3800DA4DEA}"/>
              </a:ext>
            </a:extLst>
          </p:cNvPr>
          <p:cNvSpPr>
            <a:spLocks noChangeArrowheads="1"/>
          </p:cNvSpPr>
          <p:nvPr/>
        </p:nvSpPr>
        <p:spPr bwMode="auto">
          <a:xfrm>
            <a:off x="1217612" y="14668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Initial development</a:t>
            </a:r>
          </a:p>
        </p:txBody>
      </p:sp>
      <p:sp>
        <p:nvSpPr>
          <p:cNvPr id="21508" name="Rectangle 4">
            <a:extLst>
              <a:ext uri="{FF2B5EF4-FFF2-40B4-BE49-F238E27FC236}">
                <a16:creationId xmlns:a16="http://schemas.microsoft.com/office/drawing/2014/main" id="{52D4481A-DD19-ABC7-95F2-92C8B749E3E1}"/>
              </a:ext>
            </a:extLst>
          </p:cNvPr>
          <p:cNvSpPr>
            <a:spLocks noChangeArrowheads="1"/>
          </p:cNvSpPr>
          <p:nvPr/>
        </p:nvSpPr>
        <p:spPr bwMode="auto">
          <a:xfrm>
            <a:off x="2284412" y="24574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Evolution, v.1</a:t>
            </a:r>
          </a:p>
        </p:txBody>
      </p:sp>
      <p:sp>
        <p:nvSpPr>
          <p:cNvPr id="21509" name="Rectangle 5">
            <a:extLst>
              <a:ext uri="{FF2B5EF4-FFF2-40B4-BE49-F238E27FC236}">
                <a16:creationId xmlns:a16="http://schemas.microsoft.com/office/drawing/2014/main" id="{548988AD-EA41-E409-FB53-FE7047249BD3}"/>
              </a:ext>
            </a:extLst>
          </p:cNvPr>
          <p:cNvSpPr>
            <a:spLocks noChangeArrowheads="1"/>
          </p:cNvSpPr>
          <p:nvPr/>
        </p:nvSpPr>
        <p:spPr bwMode="auto">
          <a:xfrm>
            <a:off x="3579812" y="33718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Servicing, v.1</a:t>
            </a:r>
          </a:p>
        </p:txBody>
      </p:sp>
      <p:sp>
        <p:nvSpPr>
          <p:cNvPr id="21510" name="Rectangle 6">
            <a:extLst>
              <a:ext uri="{FF2B5EF4-FFF2-40B4-BE49-F238E27FC236}">
                <a16:creationId xmlns:a16="http://schemas.microsoft.com/office/drawing/2014/main" id="{FE963547-0B61-093B-AEA6-1DF6FDAD8AB2}"/>
              </a:ext>
            </a:extLst>
          </p:cNvPr>
          <p:cNvSpPr>
            <a:spLocks noChangeArrowheads="1"/>
          </p:cNvSpPr>
          <p:nvPr/>
        </p:nvSpPr>
        <p:spPr bwMode="auto">
          <a:xfrm>
            <a:off x="4799012" y="42862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Phaseout, v.1</a:t>
            </a:r>
          </a:p>
        </p:txBody>
      </p:sp>
      <p:sp>
        <p:nvSpPr>
          <p:cNvPr id="21511" name="Rectangle 7">
            <a:extLst>
              <a:ext uri="{FF2B5EF4-FFF2-40B4-BE49-F238E27FC236}">
                <a16:creationId xmlns:a16="http://schemas.microsoft.com/office/drawing/2014/main" id="{5D31AA28-D357-F06E-46D9-93EE66988350}"/>
              </a:ext>
            </a:extLst>
          </p:cNvPr>
          <p:cNvSpPr>
            <a:spLocks noChangeArrowheads="1"/>
          </p:cNvSpPr>
          <p:nvPr/>
        </p:nvSpPr>
        <p:spPr bwMode="auto">
          <a:xfrm>
            <a:off x="5942012" y="52768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Closedown, v.1</a:t>
            </a:r>
          </a:p>
        </p:txBody>
      </p:sp>
      <p:cxnSp>
        <p:nvCxnSpPr>
          <p:cNvPr id="21512" name="AutoShape 8">
            <a:extLst>
              <a:ext uri="{FF2B5EF4-FFF2-40B4-BE49-F238E27FC236}">
                <a16:creationId xmlns:a16="http://schemas.microsoft.com/office/drawing/2014/main" id="{506947CF-DF03-E33A-11C5-C3AFF4CF6C19}"/>
              </a:ext>
            </a:extLst>
          </p:cNvPr>
          <p:cNvCxnSpPr>
            <a:cxnSpLocks noChangeShapeType="1"/>
            <a:stCxn id="21507" idx="2"/>
            <a:endCxn id="21508" idx="0"/>
          </p:cNvCxnSpPr>
          <p:nvPr/>
        </p:nvCxnSpPr>
        <p:spPr bwMode="auto">
          <a:xfrm>
            <a:off x="2513012" y="1924050"/>
            <a:ext cx="1066800" cy="533400"/>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513" name="AutoShape 9">
            <a:extLst>
              <a:ext uri="{FF2B5EF4-FFF2-40B4-BE49-F238E27FC236}">
                <a16:creationId xmlns:a16="http://schemas.microsoft.com/office/drawing/2014/main" id="{82BE4274-17EC-64A7-27D7-4A7ECA61DB7C}"/>
              </a:ext>
            </a:extLst>
          </p:cNvPr>
          <p:cNvCxnSpPr>
            <a:cxnSpLocks noChangeShapeType="1"/>
            <a:stCxn id="21508" idx="2"/>
            <a:endCxn id="21509" idx="0"/>
          </p:cNvCxnSpPr>
          <p:nvPr/>
        </p:nvCxnSpPr>
        <p:spPr bwMode="auto">
          <a:xfrm>
            <a:off x="3579812" y="2914650"/>
            <a:ext cx="1295400" cy="457200"/>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514" name="AutoShape 10">
            <a:extLst>
              <a:ext uri="{FF2B5EF4-FFF2-40B4-BE49-F238E27FC236}">
                <a16:creationId xmlns:a16="http://schemas.microsoft.com/office/drawing/2014/main" id="{1DF0BC4B-A7F1-DDD0-497C-C670CA4523F6}"/>
              </a:ext>
            </a:extLst>
          </p:cNvPr>
          <p:cNvCxnSpPr>
            <a:cxnSpLocks noChangeShapeType="1"/>
            <a:stCxn id="21509" idx="2"/>
            <a:endCxn id="21510" idx="0"/>
          </p:cNvCxnSpPr>
          <p:nvPr/>
        </p:nvCxnSpPr>
        <p:spPr bwMode="auto">
          <a:xfrm>
            <a:off x="4875212" y="3829050"/>
            <a:ext cx="1219200" cy="457200"/>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515" name="AutoShape 11">
            <a:extLst>
              <a:ext uri="{FF2B5EF4-FFF2-40B4-BE49-F238E27FC236}">
                <a16:creationId xmlns:a16="http://schemas.microsoft.com/office/drawing/2014/main" id="{5F9B38D7-9A37-2681-6D70-AC67D92E9D77}"/>
              </a:ext>
            </a:extLst>
          </p:cNvPr>
          <p:cNvCxnSpPr>
            <a:cxnSpLocks noChangeShapeType="1"/>
            <a:stCxn id="21510" idx="2"/>
            <a:endCxn id="21511" idx="0"/>
          </p:cNvCxnSpPr>
          <p:nvPr/>
        </p:nvCxnSpPr>
        <p:spPr bwMode="auto">
          <a:xfrm>
            <a:off x="6094412" y="4743450"/>
            <a:ext cx="1143000" cy="533400"/>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21516" name="Group 12">
            <a:extLst>
              <a:ext uri="{FF2B5EF4-FFF2-40B4-BE49-F238E27FC236}">
                <a16:creationId xmlns:a16="http://schemas.microsoft.com/office/drawing/2014/main" id="{7C8BC8ED-8AF6-2DFF-58A0-DF638AB0A1B2}"/>
              </a:ext>
            </a:extLst>
          </p:cNvPr>
          <p:cNvGrpSpPr>
            <a:grpSpLocks/>
          </p:cNvGrpSpPr>
          <p:nvPr/>
        </p:nvGrpSpPr>
        <p:grpSpPr bwMode="auto">
          <a:xfrm>
            <a:off x="3579812" y="2152650"/>
            <a:ext cx="1295400" cy="533400"/>
            <a:chOff x="2016" y="1296"/>
            <a:chExt cx="816" cy="336"/>
          </a:xfrm>
        </p:grpSpPr>
        <p:cxnSp>
          <p:nvCxnSpPr>
            <p:cNvPr id="21527" name="AutoShape 13">
              <a:extLst>
                <a:ext uri="{FF2B5EF4-FFF2-40B4-BE49-F238E27FC236}">
                  <a16:creationId xmlns:a16="http://schemas.microsoft.com/office/drawing/2014/main" id="{B872A7FC-3FCA-0E15-998B-9E53429DD213}"/>
                </a:ext>
              </a:extLst>
            </p:cNvPr>
            <p:cNvCxnSpPr>
              <a:cxnSpLocks noChangeShapeType="1"/>
              <a:endCxn id="21508" idx="0"/>
            </p:cNvCxnSpPr>
            <p:nvPr/>
          </p:nvCxnSpPr>
          <p:spPr bwMode="auto">
            <a:xfrm flipH="1">
              <a:off x="2016" y="1296"/>
              <a:ext cx="192" cy="192"/>
            </a:xfrm>
            <a:prstGeom prst="straightConnector1">
              <a:avLst/>
            </a:prstGeom>
            <a:noFill/>
            <a:ln w="38100">
              <a:solidFill>
                <a:schemeClr val="hlink"/>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528" name="AutoShape 14">
              <a:extLst>
                <a:ext uri="{FF2B5EF4-FFF2-40B4-BE49-F238E27FC236}">
                  <a16:creationId xmlns:a16="http://schemas.microsoft.com/office/drawing/2014/main" id="{E0DF4840-F259-9E9D-D186-6ACA34A8A02C}"/>
                </a:ext>
              </a:extLst>
            </p:cNvPr>
            <p:cNvCxnSpPr>
              <a:cxnSpLocks noChangeShapeType="1"/>
              <a:stCxn id="21508" idx="3"/>
            </p:cNvCxnSpPr>
            <p:nvPr/>
          </p:nvCxnSpPr>
          <p:spPr bwMode="auto">
            <a:xfrm flipH="1" flipV="1">
              <a:off x="2208" y="1296"/>
              <a:ext cx="624" cy="336"/>
            </a:xfrm>
            <a:prstGeom prst="bentConnector3">
              <a:avLst>
                <a:gd name="adj1" fmla="val -23079"/>
              </a:avLst>
            </a:prstGeom>
            <a:noFill/>
            <a:ln w="38100">
              <a:solidFill>
                <a:schemeClr val="hlink"/>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grpSp>
        <p:nvGrpSpPr>
          <p:cNvPr id="21517" name="Group 15">
            <a:extLst>
              <a:ext uri="{FF2B5EF4-FFF2-40B4-BE49-F238E27FC236}">
                <a16:creationId xmlns:a16="http://schemas.microsoft.com/office/drawing/2014/main" id="{CDF1D68C-17F2-E416-E754-AB6440F8DB54}"/>
              </a:ext>
            </a:extLst>
          </p:cNvPr>
          <p:cNvGrpSpPr>
            <a:grpSpLocks/>
          </p:cNvGrpSpPr>
          <p:nvPr/>
        </p:nvGrpSpPr>
        <p:grpSpPr bwMode="auto">
          <a:xfrm>
            <a:off x="4875212" y="3067050"/>
            <a:ext cx="1295400" cy="533400"/>
            <a:chOff x="2016" y="1296"/>
            <a:chExt cx="816" cy="336"/>
          </a:xfrm>
        </p:grpSpPr>
        <p:cxnSp>
          <p:nvCxnSpPr>
            <p:cNvPr id="21525" name="AutoShape 16">
              <a:extLst>
                <a:ext uri="{FF2B5EF4-FFF2-40B4-BE49-F238E27FC236}">
                  <a16:creationId xmlns:a16="http://schemas.microsoft.com/office/drawing/2014/main" id="{C3A04E04-B73F-A558-C6DB-438D1AEB3184}"/>
                </a:ext>
              </a:extLst>
            </p:cNvPr>
            <p:cNvCxnSpPr>
              <a:cxnSpLocks noChangeShapeType="1"/>
            </p:cNvCxnSpPr>
            <p:nvPr/>
          </p:nvCxnSpPr>
          <p:spPr bwMode="auto">
            <a:xfrm flipH="1">
              <a:off x="2016" y="1296"/>
              <a:ext cx="192" cy="192"/>
            </a:xfrm>
            <a:prstGeom prst="straightConnector1">
              <a:avLst/>
            </a:prstGeom>
            <a:noFill/>
            <a:ln w="38100">
              <a:solidFill>
                <a:schemeClr val="hlink"/>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526" name="AutoShape 17">
              <a:extLst>
                <a:ext uri="{FF2B5EF4-FFF2-40B4-BE49-F238E27FC236}">
                  <a16:creationId xmlns:a16="http://schemas.microsoft.com/office/drawing/2014/main" id="{807274A8-8D8F-F4F1-FAEA-19CE43CB5F1B}"/>
                </a:ext>
              </a:extLst>
            </p:cNvPr>
            <p:cNvCxnSpPr>
              <a:cxnSpLocks noChangeShapeType="1"/>
            </p:cNvCxnSpPr>
            <p:nvPr/>
          </p:nvCxnSpPr>
          <p:spPr bwMode="auto">
            <a:xfrm flipH="1" flipV="1">
              <a:off x="2208" y="1296"/>
              <a:ext cx="624" cy="336"/>
            </a:xfrm>
            <a:prstGeom prst="bentConnector3">
              <a:avLst>
                <a:gd name="adj1" fmla="val -23079"/>
              </a:avLst>
            </a:prstGeom>
            <a:noFill/>
            <a:ln w="38100">
              <a:solidFill>
                <a:schemeClr val="hlink"/>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21518" name="Text Box 18">
            <a:extLst>
              <a:ext uri="{FF2B5EF4-FFF2-40B4-BE49-F238E27FC236}">
                <a16:creationId xmlns:a16="http://schemas.microsoft.com/office/drawing/2014/main" id="{BC087F1F-EBBB-1A27-AEA1-92996FE7535F}"/>
              </a:ext>
            </a:extLst>
          </p:cNvPr>
          <p:cNvSpPr txBox="1">
            <a:spLocks noChangeArrowheads="1"/>
          </p:cNvSpPr>
          <p:nvPr/>
        </p:nvSpPr>
        <p:spPr bwMode="auto">
          <a:xfrm>
            <a:off x="4341812" y="1771651"/>
            <a:ext cx="206533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i="1">
                <a:solidFill>
                  <a:schemeClr val="hlink"/>
                </a:solidFill>
                <a:ea typeface="新細明體" panose="02020500000000000000" pitchFamily="18" charset="-120"/>
              </a:rPr>
              <a:t>Evolution changes</a:t>
            </a:r>
          </a:p>
        </p:txBody>
      </p:sp>
      <p:sp>
        <p:nvSpPr>
          <p:cNvPr id="21519" name="Text Box 19">
            <a:extLst>
              <a:ext uri="{FF2B5EF4-FFF2-40B4-BE49-F238E27FC236}">
                <a16:creationId xmlns:a16="http://schemas.microsoft.com/office/drawing/2014/main" id="{18D95AAF-F657-7E29-C3CA-5C8619FAB9C7}"/>
              </a:ext>
            </a:extLst>
          </p:cNvPr>
          <p:cNvSpPr txBox="1">
            <a:spLocks noChangeArrowheads="1"/>
          </p:cNvSpPr>
          <p:nvPr/>
        </p:nvSpPr>
        <p:spPr bwMode="auto">
          <a:xfrm>
            <a:off x="5629275" y="2670176"/>
            <a:ext cx="1979612"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i="1">
                <a:solidFill>
                  <a:schemeClr val="hlink"/>
                </a:solidFill>
                <a:ea typeface="新細明體" panose="02020500000000000000" pitchFamily="18" charset="-120"/>
              </a:rPr>
              <a:t>Servicing patches</a:t>
            </a:r>
          </a:p>
        </p:txBody>
      </p:sp>
      <p:sp>
        <p:nvSpPr>
          <p:cNvPr id="21520" name="Text Box 20">
            <a:extLst>
              <a:ext uri="{FF2B5EF4-FFF2-40B4-BE49-F238E27FC236}">
                <a16:creationId xmlns:a16="http://schemas.microsoft.com/office/drawing/2014/main" id="{6D94B473-50CC-D188-CC21-15E03826AD9A}"/>
              </a:ext>
            </a:extLst>
          </p:cNvPr>
          <p:cNvSpPr txBox="1">
            <a:spLocks noChangeArrowheads="1"/>
          </p:cNvSpPr>
          <p:nvPr/>
        </p:nvSpPr>
        <p:spPr bwMode="auto">
          <a:xfrm>
            <a:off x="760412" y="1997076"/>
            <a:ext cx="20716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a:latin typeface="Arial Narrow" panose="020B0606020202030204" pitchFamily="34" charset="0"/>
                <a:ea typeface="新細明體" panose="02020500000000000000" pitchFamily="18" charset="-120"/>
              </a:rPr>
              <a:t>First running version</a:t>
            </a:r>
          </a:p>
        </p:txBody>
      </p:sp>
      <p:sp>
        <p:nvSpPr>
          <p:cNvPr id="21521" name="Text Box 21">
            <a:extLst>
              <a:ext uri="{FF2B5EF4-FFF2-40B4-BE49-F238E27FC236}">
                <a16:creationId xmlns:a16="http://schemas.microsoft.com/office/drawing/2014/main" id="{3D8D9523-60D9-104D-BD5F-09766B0EFB0D}"/>
              </a:ext>
            </a:extLst>
          </p:cNvPr>
          <p:cNvSpPr txBox="1">
            <a:spLocks noChangeArrowheads="1"/>
          </p:cNvSpPr>
          <p:nvPr/>
        </p:nvSpPr>
        <p:spPr bwMode="auto">
          <a:xfrm>
            <a:off x="1736726" y="2914651"/>
            <a:ext cx="193198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a:latin typeface="Arial Narrow" panose="020B0606020202030204" pitchFamily="34" charset="0"/>
                <a:ea typeface="新細明體" panose="02020500000000000000" pitchFamily="18" charset="-120"/>
              </a:rPr>
              <a:t>Loss of evolvability</a:t>
            </a:r>
          </a:p>
        </p:txBody>
      </p:sp>
      <p:sp>
        <p:nvSpPr>
          <p:cNvPr id="21522" name="Text Box 22">
            <a:extLst>
              <a:ext uri="{FF2B5EF4-FFF2-40B4-BE49-F238E27FC236}">
                <a16:creationId xmlns:a16="http://schemas.microsoft.com/office/drawing/2014/main" id="{A822DC25-EED9-385B-E55B-A973B20A05F0}"/>
              </a:ext>
            </a:extLst>
          </p:cNvPr>
          <p:cNvSpPr txBox="1">
            <a:spLocks noChangeArrowheads="1"/>
          </p:cNvSpPr>
          <p:nvPr/>
        </p:nvSpPr>
        <p:spPr bwMode="auto">
          <a:xfrm>
            <a:off x="2817813" y="3813176"/>
            <a:ext cx="22701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a:latin typeface="Arial Narrow" panose="020B0606020202030204" pitchFamily="34" charset="0"/>
                <a:ea typeface="新細明體" panose="02020500000000000000" pitchFamily="18" charset="-120"/>
              </a:rPr>
              <a:t>Servicing discontinued</a:t>
            </a:r>
          </a:p>
        </p:txBody>
      </p:sp>
      <p:sp>
        <p:nvSpPr>
          <p:cNvPr id="21523" name="Text Box 23">
            <a:extLst>
              <a:ext uri="{FF2B5EF4-FFF2-40B4-BE49-F238E27FC236}">
                <a16:creationId xmlns:a16="http://schemas.microsoft.com/office/drawing/2014/main" id="{420ECB2A-7902-E530-0EF6-5A07BFEC944F}"/>
              </a:ext>
            </a:extLst>
          </p:cNvPr>
          <p:cNvSpPr txBox="1">
            <a:spLocks noChangeArrowheads="1"/>
          </p:cNvSpPr>
          <p:nvPr/>
        </p:nvSpPr>
        <p:spPr bwMode="auto">
          <a:xfrm>
            <a:off x="5370512" y="4819651"/>
            <a:ext cx="10287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2000">
                <a:latin typeface="Arial Narrow" panose="020B0606020202030204" pitchFamily="34" charset="0"/>
                <a:ea typeface="新細明體" panose="02020500000000000000" pitchFamily="18" charset="-120"/>
              </a:rPr>
              <a:t>Switchoff</a:t>
            </a:r>
          </a:p>
        </p:txBody>
      </p:sp>
      <p:sp>
        <p:nvSpPr>
          <p:cNvPr id="21524" name="Rectangle 24">
            <a:extLst>
              <a:ext uri="{FF2B5EF4-FFF2-40B4-BE49-F238E27FC236}">
                <a16:creationId xmlns:a16="http://schemas.microsoft.com/office/drawing/2014/main" id="{DF5A58D7-F452-CA05-62D7-9CE8826FD78A}"/>
              </a:ext>
            </a:extLst>
          </p:cNvPr>
          <p:cNvSpPr>
            <a:spLocks noChangeArrowheads="1"/>
          </p:cNvSpPr>
          <p:nvPr/>
        </p:nvSpPr>
        <p:spPr bwMode="auto">
          <a:xfrm>
            <a:off x="6751637" y="1393825"/>
            <a:ext cx="243840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zh-TW" sz="1600">
                <a:solidFill>
                  <a:schemeClr val="hlink"/>
                </a:solidFill>
                <a:ea typeface="新細明體" panose="02020500000000000000" pitchFamily="18" charset="-120"/>
              </a:rPr>
              <a:t>Adapted from </a:t>
            </a:r>
            <a:br>
              <a:rPr lang="en-US" altLang="zh-TW" sz="1600">
                <a:solidFill>
                  <a:schemeClr val="hlink"/>
                </a:solidFill>
                <a:ea typeface="新細明體" panose="02020500000000000000" pitchFamily="18" charset="-120"/>
              </a:rPr>
            </a:br>
            <a:r>
              <a:rPr lang="en-US" altLang="zh-TW" sz="1600" i="1">
                <a:solidFill>
                  <a:schemeClr val="hlink"/>
                </a:solidFill>
                <a:ea typeface="新細明體" panose="02020500000000000000" pitchFamily="18" charset="-120"/>
              </a:rPr>
              <a:t>Rajlich &amp; Bennett</a:t>
            </a:r>
            <a:r>
              <a:rPr lang="en-US" altLang="zh-TW" sz="1600">
                <a:solidFill>
                  <a:schemeClr val="hlink"/>
                </a:solidFill>
                <a:ea typeface="新細明體" panose="02020500000000000000" pitchFamily="18" charset="-120"/>
              </a:rPr>
              <a:t>, 2000</a:t>
            </a:r>
          </a:p>
        </p:txBody>
      </p:sp>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4">
            <a:extLst>
              <a:ext uri="{FF2B5EF4-FFF2-40B4-BE49-F238E27FC236}">
                <a16:creationId xmlns:a16="http://schemas.microsoft.com/office/drawing/2014/main" id="{0EA67F0F-E665-DCA8-C810-2B1FAB792FF7}"/>
              </a:ext>
            </a:extLst>
          </p:cNvPr>
          <p:cNvSpPr>
            <a:spLocks noGrp="1" noChangeArrowheads="1"/>
          </p:cNvSpPr>
          <p:nvPr>
            <p:ph type="title"/>
          </p:nvPr>
        </p:nvSpPr>
        <p:spPr/>
        <p:txBody>
          <a:bodyPr/>
          <a:lstStyle/>
          <a:p>
            <a:r>
              <a:rPr lang="en-AU" altLang="zh-TW">
                <a:ea typeface="新細明體" panose="02020500000000000000" pitchFamily="18" charset="-120"/>
              </a:rPr>
              <a:t>A Versioned Staged Model</a:t>
            </a:r>
          </a:p>
        </p:txBody>
      </p:sp>
      <p:sp>
        <p:nvSpPr>
          <p:cNvPr id="22531" name="Rectangle 5">
            <a:extLst>
              <a:ext uri="{FF2B5EF4-FFF2-40B4-BE49-F238E27FC236}">
                <a16:creationId xmlns:a16="http://schemas.microsoft.com/office/drawing/2014/main" id="{DC3A4D75-7A07-3A1C-CE24-85BEE9DA120D}"/>
              </a:ext>
            </a:extLst>
          </p:cNvPr>
          <p:cNvSpPr>
            <a:spLocks noChangeArrowheads="1"/>
          </p:cNvSpPr>
          <p:nvPr/>
        </p:nvSpPr>
        <p:spPr bwMode="auto">
          <a:xfrm>
            <a:off x="6627812" y="1254125"/>
            <a:ext cx="243840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zh-TW" sz="1600">
                <a:solidFill>
                  <a:schemeClr val="hlink"/>
                </a:solidFill>
                <a:ea typeface="新細明體" panose="02020500000000000000" pitchFamily="18" charset="-120"/>
              </a:rPr>
              <a:t>Adapted from </a:t>
            </a:r>
            <a:br>
              <a:rPr lang="en-US" altLang="zh-TW" sz="1600">
                <a:solidFill>
                  <a:schemeClr val="hlink"/>
                </a:solidFill>
                <a:ea typeface="新細明體" panose="02020500000000000000" pitchFamily="18" charset="-120"/>
              </a:rPr>
            </a:br>
            <a:r>
              <a:rPr lang="en-US" altLang="zh-TW" sz="1600" i="1">
                <a:solidFill>
                  <a:schemeClr val="hlink"/>
                </a:solidFill>
                <a:ea typeface="新細明體" panose="02020500000000000000" pitchFamily="18" charset="-120"/>
              </a:rPr>
              <a:t>Rajlich &amp; Bennett</a:t>
            </a:r>
            <a:r>
              <a:rPr lang="en-US" altLang="zh-TW" sz="1600">
                <a:solidFill>
                  <a:schemeClr val="hlink"/>
                </a:solidFill>
                <a:ea typeface="新細明體" panose="02020500000000000000" pitchFamily="18" charset="-120"/>
              </a:rPr>
              <a:t>, 2000</a:t>
            </a:r>
          </a:p>
        </p:txBody>
      </p:sp>
      <p:sp>
        <p:nvSpPr>
          <p:cNvPr id="22532" name="Rectangle 6">
            <a:extLst>
              <a:ext uri="{FF2B5EF4-FFF2-40B4-BE49-F238E27FC236}">
                <a16:creationId xmlns:a16="http://schemas.microsoft.com/office/drawing/2014/main" id="{B885B015-9CA3-84B8-4910-91289437C89D}"/>
              </a:ext>
            </a:extLst>
          </p:cNvPr>
          <p:cNvSpPr>
            <a:spLocks noChangeArrowheads="1"/>
          </p:cNvSpPr>
          <p:nvPr/>
        </p:nvSpPr>
        <p:spPr bwMode="auto">
          <a:xfrm>
            <a:off x="1454150" y="13271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Initial development</a:t>
            </a:r>
          </a:p>
        </p:txBody>
      </p:sp>
      <p:sp>
        <p:nvSpPr>
          <p:cNvPr id="22533" name="Rectangle 7">
            <a:extLst>
              <a:ext uri="{FF2B5EF4-FFF2-40B4-BE49-F238E27FC236}">
                <a16:creationId xmlns:a16="http://schemas.microsoft.com/office/drawing/2014/main" id="{61FDAC41-4E09-706A-8A45-804ECA4F3115}"/>
              </a:ext>
            </a:extLst>
          </p:cNvPr>
          <p:cNvSpPr>
            <a:spLocks noChangeArrowheads="1"/>
          </p:cNvSpPr>
          <p:nvPr/>
        </p:nvSpPr>
        <p:spPr bwMode="auto">
          <a:xfrm>
            <a:off x="1454150" y="23177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Evolution, v.1</a:t>
            </a:r>
          </a:p>
        </p:txBody>
      </p:sp>
      <p:sp>
        <p:nvSpPr>
          <p:cNvPr id="22534" name="Rectangle 8">
            <a:extLst>
              <a:ext uri="{FF2B5EF4-FFF2-40B4-BE49-F238E27FC236}">
                <a16:creationId xmlns:a16="http://schemas.microsoft.com/office/drawing/2014/main" id="{319F1557-EA3A-5E29-D132-86CF39032D6C}"/>
              </a:ext>
            </a:extLst>
          </p:cNvPr>
          <p:cNvSpPr>
            <a:spLocks noChangeArrowheads="1"/>
          </p:cNvSpPr>
          <p:nvPr/>
        </p:nvSpPr>
        <p:spPr bwMode="auto">
          <a:xfrm>
            <a:off x="4251325" y="2887663"/>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Servicing, v.1</a:t>
            </a:r>
          </a:p>
        </p:txBody>
      </p:sp>
      <p:sp>
        <p:nvSpPr>
          <p:cNvPr id="22535" name="Rectangle 9">
            <a:extLst>
              <a:ext uri="{FF2B5EF4-FFF2-40B4-BE49-F238E27FC236}">
                <a16:creationId xmlns:a16="http://schemas.microsoft.com/office/drawing/2014/main" id="{25803F62-4C9D-8803-0E22-88E4B909B3FF}"/>
              </a:ext>
            </a:extLst>
          </p:cNvPr>
          <p:cNvSpPr>
            <a:spLocks noChangeArrowheads="1"/>
          </p:cNvSpPr>
          <p:nvPr/>
        </p:nvSpPr>
        <p:spPr bwMode="auto">
          <a:xfrm>
            <a:off x="5318125" y="381000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Phaseout, v.1</a:t>
            </a:r>
          </a:p>
        </p:txBody>
      </p:sp>
      <p:sp>
        <p:nvSpPr>
          <p:cNvPr id="22536" name="Rectangle 10">
            <a:extLst>
              <a:ext uri="{FF2B5EF4-FFF2-40B4-BE49-F238E27FC236}">
                <a16:creationId xmlns:a16="http://schemas.microsoft.com/office/drawing/2014/main" id="{45F6D62D-0D25-D485-986F-35EC966D8381}"/>
              </a:ext>
            </a:extLst>
          </p:cNvPr>
          <p:cNvSpPr>
            <a:spLocks noChangeArrowheads="1"/>
          </p:cNvSpPr>
          <p:nvPr/>
        </p:nvSpPr>
        <p:spPr bwMode="auto">
          <a:xfrm>
            <a:off x="6537325" y="46291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Closedown, v.1</a:t>
            </a:r>
          </a:p>
        </p:txBody>
      </p:sp>
      <p:cxnSp>
        <p:nvCxnSpPr>
          <p:cNvPr id="22537" name="AutoShape 11">
            <a:extLst>
              <a:ext uri="{FF2B5EF4-FFF2-40B4-BE49-F238E27FC236}">
                <a16:creationId xmlns:a16="http://schemas.microsoft.com/office/drawing/2014/main" id="{B4EA8272-D9D0-04A4-23CE-49C90C09F53A}"/>
              </a:ext>
            </a:extLst>
          </p:cNvPr>
          <p:cNvCxnSpPr>
            <a:cxnSpLocks noChangeShapeType="1"/>
            <a:stCxn id="22532" idx="2"/>
            <a:endCxn id="22533" idx="0"/>
          </p:cNvCxnSpPr>
          <p:nvPr/>
        </p:nvCxnSpPr>
        <p:spPr bwMode="auto">
          <a:xfrm>
            <a:off x="2749550" y="1784350"/>
            <a:ext cx="0" cy="533400"/>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538" name="AutoShape 12">
            <a:extLst>
              <a:ext uri="{FF2B5EF4-FFF2-40B4-BE49-F238E27FC236}">
                <a16:creationId xmlns:a16="http://schemas.microsoft.com/office/drawing/2014/main" id="{7467437F-BA6A-7564-2F93-1A0C3A5AA66D}"/>
              </a:ext>
            </a:extLst>
          </p:cNvPr>
          <p:cNvCxnSpPr>
            <a:cxnSpLocks noChangeShapeType="1"/>
            <a:stCxn id="22533" idx="3"/>
            <a:endCxn id="22534" idx="0"/>
          </p:cNvCxnSpPr>
          <p:nvPr/>
        </p:nvCxnSpPr>
        <p:spPr bwMode="auto">
          <a:xfrm>
            <a:off x="4044951" y="2546351"/>
            <a:ext cx="1501775" cy="341313"/>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539" name="AutoShape 13">
            <a:extLst>
              <a:ext uri="{FF2B5EF4-FFF2-40B4-BE49-F238E27FC236}">
                <a16:creationId xmlns:a16="http://schemas.microsoft.com/office/drawing/2014/main" id="{18F9794A-8372-6289-E2DF-7A06F169333C}"/>
              </a:ext>
            </a:extLst>
          </p:cNvPr>
          <p:cNvCxnSpPr>
            <a:cxnSpLocks noChangeShapeType="1"/>
            <a:stCxn id="22534" idx="2"/>
            <a:endCxn id="22535" idx="0"/>
          </p:cNvCxnSpPr>
          <p:nvPr/>
        </p:nvCxnSpPr>
        <p:spPr bwMode="auto">
          <a:xfrm>
            <a:off x="5546725" y="3344864"/>
            <a:ext cx="1066800" cy="465137"/>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540" name="AutoShape 14">
            <a:extLst>
              <a:ext uri="{FF2B5EF4-FFF2-40B4-BE49-F238E27FC236}">
                <a16:creationId xmlns:a16="http://schemas.microsoft.com/office/drawing/2014/main" id="{EA338AE2-64A1-253A-AC7C-A72CFDC96AF8}"/>
              </a:ext>
            </a:extLst>
          </p:cNvPr>
          <p:cNvCxnSpPr>
            <a:cxnSpLocks noChangeShapeType="1"/>
            <a:stCxn id="22535" idx="2"/>
            <a:endCxn id="22536" idx="0"/>
          </p:cNvCxnSpPr>
          <p:nvPr/>
        </p:nvCxnSpPr>
        <p:spPr bwMode="auto">
          <a:xfrm>
            <a:off x="6613525" y="4267200"/>
            <a:ext cx="1219200" cy="361950"/>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22541" name="Group 15">
            <a:extLst>
              <a:ext uri="{FF2B5EF4-FFF2-40B4-BE49-F238E27FC236}">
                <a16:creationId xmlns:a16="http://schemas.microsoft.com/office/drawing/2014/main" id="{A7B4E5A9-1265-4D86-D5BE-F067522A1222}"/>
              </a:ext>
            </a:extLst>
          </p:cNvPr>
          <p:cNvGrpSpPr>
            <a:grpSpLocks/>
          </p:cNvGrpSpPr>
          <p:nvPr/>
        </p:nvGrpSpPr>
        <p:grpSpPr bwMode="auto">
          <a:xfrm>
            <a:off x="2749550" y="2012950"/>
            <a:ext cx="1295400" cy="533400"/>
            <a:chOff x="2016" y="1296"/>
            <a:chExt cx="816" cy="336"/>
          </a:xfrm>
        </p:grpSpPr>
        <p:cxnSp>
          <p:nvCxnSpPr>
            <p:cNvPr id="22575" name="AutoShape 16">
              <a:extLst>
                <a:ext uri="{FF2B5EF4-FFF2-40B4-BE49-F238E27FC236}">
                  <a16:creationId xmlns:a16="http://schemas.microsoft.com/office/drawing/2014/main" id="{D161724C-C562-3592-FEB7-BB2E8375D694}"/>
                </a:ext>
              </a:extLst>
            </p:cNvPr>
            <p:cNvCxnSpPr>
              <a:cxnSpLocks noChangeShapeType="1"/>
              <a:endCxn id="22533" idx="0"/>
            </p:cNvCxnSpPr>
            <p:nvPr/>
          </p:nvCxnSpPr>
          <p:spPr bwMode="auto">
            <a:xfrm flipH="1">
              <a:off x="2016" y="1296"/>
              <a:ext cx="192" cy="192"/>
            </a:xfrm>
            <a:prstGeom prst="straightConnector1">
              <a:avLst/>
            </a:prstGeom>
            <a:noFill/>
            <a:ln w="38100">
              <a:solidFill>
                <a:schemeClr val="hlink"/>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576" name="AutoShape 17">
              <a:extLst>
                <a:ext uri="{FF2B5EF4-FFF2-40B4-BE49-F238E27FC236}">
                  <a16:creationId xmlns:a16="http://schemas.microsoft.com/office/drawing/2014/main" id="{0F5A098D-5B79-84CA-CEC9-A00355F85A4C}"/>
                </a:ext>
              </a:extLst>
            </p:cNvPr>
            <p:cNvCxnSpPr>
              <a:cxnSpLocks noChangeShapeType="1"/>
              <a:stCxn id="22533" idx="3"/>
            </p:cNvCxnSpPr>
            <p:nvPr/>
          </p:nvCxnSpPr>
          <p:spPr bwMode="auto">
            <a:xfrm flipH="1" flipV="1">
              <a:off x="2208" y="1296"/>
              <a:ext cx="624" cy="336"/>
            </a:xfrm>
            <a:prstGeom prst="bentConnector3">
              <a:avLst>
                <a:gd name="adj1" fmla="val -23079"/>
              </a:avLst>
            </a:prstGeom>
            <a:noFill/>
            <a:ln w="38100">
              <a:solidFill>
                <a:schemeClr val="hlink"/>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grpSp>
        <p:nvGrpSpPr>
          <p:cNvPr id="22542" name="Group 18">
            <a:extLst>
              <a:ext uri="{FF2B5EF4-FFF2-40B4-BE49-F238E27FC236}">
                <a16:creationId xmlns:a16="http://schemas.microsoft.com/office/drawing/2014/main" id="{9D87D432-37C7-C30D-BD74-C5157330C330}"/>
              </a:ext>
            </a:extLst>
          </p:cNvPr>
          <p:cNvGrpSpPr>
            <a:grpSpLocks/>
          </p:cNvGrpSpPr>
          <p:nvPr/>
        </p:nvGrpSpPr>
        <p:grpSpPr bwMode="auto">
          <a:xfrm>
            <a:off x="5546725" y="2582863"/>
            <a:ext cx="1295400" cy="533400"/>
            <a:chOff x="2016" y="1296"/>
            <a:chExt cx="816" cy="336"/>
          </a:xfrm>
        </p:grpSpPr>
        <p:cxnSp>
          <p:nvCxnSpPr>
            <p:cNvPr id="22573" name="AutoShape 19">
              <a:extLst>
                <a:ext uri="{FF2B5EF4-FFF2-40B4-BE49-F238E27FC236}">
                  <a16:creationId xmlns:a16="http://schemas.microsoft.com/office/drawing/2014/main" id="{21DE9E3A-589D-5951-AA99-C584637D9F08}"/>
                </a:ext>
              </a:extLst>
            </p:cNvPr>
            <p:cNvCxnSpPr>
              <a:cxnSpLocks noChangeShapeType="1"/>
            </p:cNvCxnSpPr>
            <p:nvPr/>
          </p:nvCxnSpPr>
          <p:spPr bwMode="auto">
            <a:xfrm flipH="1">
              <a:off x="2016" y="1296"/>
              <a:ext cx="192" cy="192"/>
            </a:xfrm>
            <a:prstGeom prst="straightConnector1">
              <a:avLst/>
            </a:prstGeom>
            <a:noFill/>
            <a:ln w="38100">
              <a:solidFill>
                <a:schemeClr val="hlink"/>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574" name="AutoShape 20">
              <a:extLst>
                <a:ext uri="{FF2B5EF4-FFF2-40B4-BE49-F238E27FC236}">
                  <a16:creationId xmlns:a16="http://schemas.microsoft.com/office/drawing/2014/main" id="{37561C2C-6475-C033-079C-EDD98ECAF69A}"/>
                </a:ext>
              </a:extLst>
            </p:cNvPr>
            <p:cNvCxnSpPr>
              <a:cxnSpLocks noChangeShapeType="1"/>
            </p:cNvCxnSpPr>
            <p:nvPr/>
          </p:nvCxnSpPr>
          <p:spPr bwMode="auto">
            <a:xfrm flipH="1" flipV="1">
              <a:off x="2208" y="1296"/>
              <a:ext cx="624" cy="336"/>
            </a:xfrm>
            <a:prstGeom prst="bentConnector3">
              <a:avLst>
                <a:gd name="adj1" fmla="val -23079"/>
              </a:avLst>
            </a:prstGeom>
            <a:noFill/>
            <a:ln w="38100">
              <a:solidFill>
                <a:schemeClr val="hlink"/>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22543" name="Text Box 21">
            <a:extLst>
              <a:ext uri="{FF2B5EF4-FFF2-40B4-BE49-F238E27FC236}">
                <a16:creationId xmlns:a16="http://schemas.microsoft.com/office/drawing/2014/main" id="{B32FB324-8E7A-2E4F-5ABB-BF2FE4415E08}"/>
              </a:ext>
            </a:extLst>
          </p:cNvPr>
          <p:cNvSpPr txBox="1">
            <a:spLocks noChangeArrowheads="1"/>
          </p:cNvSpPr>
          <p:nvPr/>
        </p:nvSpPr>
        <p:spPr bwMode="auto">
          <a:xfrm>
            <a:off x="4121150" y="1655763"/>
            <a:ext cx="187960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1800" i="1">
                <a:solidFill>
                  <a:schemeClr val="hlink"/>
                </a:solidFill>
                <a:ea typeface="新細明體" panose="02020500000000000000" pitchFamily="18" charset="-120"/>
              </a:rPr>
              <a:t>Evolution changes</a:t>
            </a:r>
          </a:p>
        </p:txBody>
      </p:sp>
      <p:sp>
        <p:nvSpPr>
          <p:cNvPr id="22544" name="Text Box 22">
            <a:extLst>
              <a:ext uri="{FF2B5EF4-FFF2-40B4-BE49-F238E27FC236}">
                <a16:creationId xmlns:a16="http://schemas.microsoft.com/office/drawing/2014/main" id="{B3966E2A-81E5-5BB9-1E74-F1C743918406}"/>
              </a:ext>
            </a:extLst>
          </p:cNvPr>
          <p:cNvSpPr txBox="1">
            <a:spLocks noChangeArrowheads="1"/>
          </p:cNvSpPr>
          <p:nvPr/>
        </p:nvSpPr>
        <p:spPr bwMode="auto">
          <a:xfrm>
            <a:off x="6300787" y="2205038"/>
            <a:ext cx="180340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1800" i="1">
                <a:solidFill>
                  <a:schemeClr val="hlink"/>
                </a:solidFill>
                <a:ea typeface="新細明體" panose="02020500000000000000" pitchFamily="18" charset="-120"/>
              </a:rPr>
              <a:t>Servicing patches</a:t>
            </a:r>
          </a:p>
        </p:txBody>
      </p:sp>
      <p:sp>
        <p:nvSpPr>
          <p:cNvPr id="22545" name="Text Box 23">
            <a:extLst>
              <a:ext uri="{FF2B5EF4-FFF2-40B4-BE49-F238E27FC236}">
                <a16:creationId xmlns:a16="http://schemas.microsoft.com/office/drawing/2014/main" id="{8D2AE11C-686F-2362-8A5F-8F791B92C080}"/>
              </a:ext>
            </a:extLst>
          </p:cNvPr>
          <p:cNvSpPr txBox="1">
            <a:spLocks noChangeArrowheads="1"/>
          </p:cNvSpPr>
          <p:nvPr/>
        </p:nvSpPr>
        <p:spPr bwMode="auto">
          <a:xfrm>
            <a:off x="788988" y="1881188"/>
            <a:ext cx="188436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1800">
                <a:latin typeface="Arial Narrow" panose="020B0606020202030204" pitchFamily="34" charset="0"/>
                <a:ea typeface="新細明體" panose="02020500000000000000" pitchFamily="18" charset="-120"/>
              </a:rPr>
              <a:t>First running version</a:t>
            </a:r>
          </a:p>
        </p:txBody>
      </p:sp>
      <p:sp>
        <p:nvSpPr>
          <p:cNvPr id="1047576" name="Text Box 24">
            <a:extLst>
              <a:ext uri="{FF2B5EF4-FFF2-40B4-BE49-F238E27FC236}">
                <a16:creationId xmlns:a16="http://schemas.microsoft.com/office/drawing/2014/main" id="{C6EA4E9C-005A-DB4A-414B-322624E0BA25}"/>
              </a:ext>
            </a:extLst>
          </p:cNvPr>
          <p:cNvSpPr txBox="1">
            <a:spLocks noChangeArrowheads="1"/>
          </p:cNvSpPr>
          <p:nvPr/>
        </p:nvSpPr>
        <p:spPr bwMode="auto">
          <a:xfrm>
            <a:off x="771525" y="3278188"/>
            <a:ext cx="1947862"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1800">
                <a:solidFill>
                  <a:schemeClr val="accent2"/>
                </a:solidFill>
                <a:latin typeface="Arial Narrow" panose="020B0606020202030204" pitchFamily="34" charset="0"/>
                <a:ea typeface="新細明體" panose="02020500000000000000" pitchFamily="18" charset="-120"/>
              </a:rPr>
              <a:t>Evolving new version</a:t>
            </a:r>
          </a:p>
        </p:txBody>
      </p:sp>
      <p:sp>
        <p:nvSpPr>
          <p:cNvPr id="22547" name="Text Box 25">
            <a:extLst>
              <a:ext uri="{FF2B5EF4-FFF2-40B4-BE49-F238E27FC236}">
                <a16:creationId xmlns:a16="http://schemas.microsoft.com/office/drawing/2014/main" id="{8FD7557A-6985-66B5-93C2-42CFA56881C8}"/>
              </a:ext>
            </a:extLst>
          </p:cNvPr>
          <p:cNvSpPr txBox="1">
            <a:spLocks noChangeArrowheads="1"/>
          </p:cNvSpPr>
          <p:nvPr/>
        </p:nvSpPr>
        <p:spPr bwMode="auto">
          <a:xfrm>
            <a:off x="6454775" y="3349626"/>
            <a:ext cx="2063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1800">
                <a:latin typeface="Arial Narrow" panose="020B0606020202030204" pitchFamily="34" charset="0"/>
                <a:ea typeface="新細明體" panose="02020500000000000000" pitchFamily="18" charset="-120"/>
              </a:rPr>
              <a:t>Servicing discontinued</a:t>
            </a:r>
          </a:p>
        </p:txBody>
      </p:sp>
      <p:sp>
        <p:nvSpPr>
          <p:cNvPr id="22548" name="Text Box 26">
            <a:extLst>
              <a:ext uri="{FF2B5EF4-FFF2-40B4-BE49-F238E27FC236}">
                <a16:creationId xmlns:a16="http://schemas.microsoft.com/office/drawing/2014/main" id="{DD211A6A-7CE4-1454-1B6A-43B87920CD5C}"/>
              </a:ext>
            </a:extLst>
          </p:cNvPr>
          <p:cNvSpPr txBox="1">
            <a:spLocks noChangeArrowheads="1"/>
          </p:cNvSpPr>
          <p:nvPr/>
        </p:nvSpPr>
        <p:spPr bwMode="auto">
          <a:xfrm>
            <a:off x="7759700" y="4213226"/>
            <a:ext cx="9461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1800">
                <a:latin typeface="Arial Narrow" panose="020B0606020202030204" pitchFamily="34" charset="0"/>
                <a:ea typeface="新細明體" panose="02020500000000000000" pitchFamily="18" charset="-120"/>
              </a:rPr>
              <a:t>Switchoff</a:t>
            </a:r>
          </a:p>
        </p:txBody>
      </p:sp>
      <p:sp>
        <p:nvSpPr>
          <p:cNvPr id="1047579" name="Rectangle 27">
            <a:extLst>
              <a:ext uri="{FF2B5EF4-FFF2-40B4-BE49-F238E27FC236}">
                <a16:creationId xmlns:a16="http://schemas.microsoft.com/office/drawing/2014/main" id="{9CB076E5-1107-C00E-A5E3-DD41BC1B18A9}"/>
              </a:ext>
            </a:extLst>
          </p:cNvPr>
          <p:cNvSpPr>
            <a:spLocks noChangeArrowheads="1"/>
          </p:cNvSpPr>
          <p:nvPr/>
        </p:nvSpPr>
        <p:spPr bwMode="auto">
          <a:xfrm>
            <a:off x="1454150" y="4124325"/>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Evolution, v.2</a:t>
            </a:r>
          </a:p>
        </p:txBody>
      </p:sp>
      <p:cxnSp>
        <p:nvCxnSpPr>
          <p:cNvPr id="1047580" name="AutoShape 28">
            <a:extLst>
              <a:ext uri="{FF2B5EF4-FFF2-40B4-BE49-F238E27FC236}">
                <a16:creationId xmlns:a16="http://schemas.microsoft.com/office/drawing/2014/main" id="{DEE44E8F-556C-2FEC-160F-E99D62B26245}"/>
              </a:ext>
            </a:extLst>
          </p:cNvPr>
          <p:cNvCxnSpPr>
            <a:cxnSpLocks noChangeShapeType="1"/>
            <a:stCxn id="22533" idx="2"/>
            <a:endCxn id="1047579" idx="0"/>
          </p:cNvCxnSpPr>
          <p:nvPr/>
        </p:nvCxnSpPr>
        <p:spPr bwMode="auto">
          <a:xfrm>
            <a:off x="2749550" y="2774951"/>
            <a:ext cx="0" cy="1349375"/>
          </a:xfrm>
          <a:prstGeom prst="straightConnector1">
            <a:avLst/>
          </a:prstGeom>
          <a:noFill/>
          <a:ln w="57150">
            <a:solidFill>
              <a:schemeClr val="accent2"/>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1047581" name="Group 29">
            <a:extLst>
              <a:ext uri="{FF2B5EF4-FFF2-40B4-BE49-F238E27FC236}">
                <a16:creationId xmlns:a16="http://schemas.microsoft.com/office/drawing/2014/main" id="{507CA7B6-19BF-38E1-E764-74F361645311}"/>
              </a:ext>
            </a:extLst>
          </p:cNvPr>
          <p:cNvGrpSpPr>
            <a:grpSpLocks/>
          </p:cNvGrpSpPr>
          <p:nvPr/>
        </p:nvGrpSpPr>
        <p:grpSpPr bwMode="auto">
          <a:xfrm>
            <a:off x="2749550" y="3819525"/>
            <a:ext cx="1295400" cy="533400"/>
            <a:chOff x="2016" y="1296"/>
            <a:chExt cx="816" cy="336"/>
          </a:xfrm>
        </p:grpSpPr>
        <p:cxnSp>
          <p:nvCxnSpPr>
            <p:cNvPr id="22571" name="AutoShape 30">
              <a:extLst>
                <a:ext uri="{FF2B5EF4-FFF2-40B4-BE49-F238E27FC236}">
                  <a16:creationId xmlns:a16="http://schemas.microsoft.com/office/drawing/2014/main" id="{64156C3B-9516-12C7-1ED2-A244226761A0}"/>
                </a:ext>
              </a:extLst>
            </p:cNvPr>
            <p:cNvCxnSpPr>
              <a:cxnSpLocks noChangeShapeType="1"/>
              <a:endCxn id="1047579" idx="0"/>
            </p:cNvCxnSpPr>
            <p:nvPr/>
          </p:nvCxnSpPr>
          <p:spPr bwMode="auto">
            <a:xfrm flipH="1">
              <a:off x="2016" y="1296"/>
              <a:ext cx="192" cy="192"/>
            </a:xfrm>
            <a:prstGeom prst="straightConnector1">
              <a:avLst/>
            </a:prstGeom>
            <a:noFill/>
            <a:ln w="38100">
              <a:solidFill>
                <a:schemeClr val="hlink"/>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572" name="AutoShape 31">
              <a:extLst>
                <a:ext uri="{FF2B5EF4-FFF2-40B4-BE49-F238E27FC236}">
                  <a16:creationId xmlns:a16="http://schemas.microsoft.com/office/drawing/2014/main" id="{166BDF77-3EF7-DE7F-3083-65F62AEEDE8A}"/>
                </a:ext>
              </a:extLst>
            </p:cNvPr>
            <p:cNvCxnSpPr>
              <a:cxnSpLocks noChangeShapeType="1"/>
              <a:stCxn id="1047579" idx="3"/>
            </p:cNvCxnSpPr>
            <p:nvPr/>
          </p:nvCxnSpPr>
          <p:spPr bwMode="auto">
            <a:xfrm flipH="1" flipV="1">
              <a:off x="2208" y="1296"/>
              <a:ext cx="624" cy="336"/>
            </a:xfrm>
            <a:prstGeom prst="bentConnector3">
              <a:avLst>
                <a:gd name="adj1" fmla="val -23079"/>
              </a:avLst>
            </a:prstGeom>
            <a:noFill/>
            <a:ln w="38100">
              <a:solidFill>
                <a:schemeClr val="hlink"/>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047584" name="Text Box 32">
            <a:extLst>
              <a:ext uri="{FF2B5EF4-FFF2-40B4-BE49-F238E27FC236}">
                <a16:creationId xmlns:a16="http://schemas.microsoft.com/office/drawing/2014/main" id="{9B5A6C8F-A338-2E99-B5A4-41BC7C6526FF}"/>
              </a:ext>
            </a:extLst>
          </p:cNvPr>
          <p:cNvSpPr txBox="1">
            <a:spLocks noChangeArrowheads="1"/>
          </p:cNvSpPr>
          <p:nvPr/>
        </p:nvSpPr>
        <p:spPr bwMode="auto">
          <a:xfrm>
            <a:off x="725488" y="5075238"/>
            <a:ext cx="194786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1800">
                <a:solidFill>
                  <a:schemeClr val="accent2"/>
                </a:solidFill>
                <a:latin typeface="Arial Narrow" panose="020B0606020202030204" pitchFamily="34" charset="0"/>
                <a:ea typeface="新細明體" panose="02020500000000000000" pitchFamily="18" charset="-120"/>
              </a:rPr>
              <a:t>Evolving new version</a:t>
            </a:r>
          </a:p>
        </p:txBody>
      </p:sp>
      <p:cxnSp>
        <p:nvCxnSpPr>
          <p:cNvPr id="1047585" name="AutoShape 33">
            <a:extLst>
              <a:ext uri="{FF2B5EF4-FFF2-40B4-BE49-F238E27FC236}">
                <a16:creationId xmlns:a16="http://schemas.microsoft.com/office/drawing/2014/main" id="{6C273318-C34C-636A-8FDB-E41C761A3AAF}"/>
              </a:ext>
            </a:extLst>
          </p:cNvPr>
          <p:cNvCxnSpPr>
            <a:cxnSpLocks noChangeShapeType="1"/>
            <a:stCxn id="1047579" idx="2"/>
            <a:endCxn id="1047586" idx="0"/>
          </p:cNvCxnSpPr>
          <p:nvPr/>
        </p:nvCxnSpPr>
        <p:spPr bwMode="auto">
          <a:xfrm>
            <a:off x="2749550" y="4581526"/>
            <a:ext cx="0" cy="1012825"/>
          </a:xfrm>
          <a:prstGeom prst="straightConnector1">
            <a:avLst/>
          </a:prstGeom>
          <a:noFill/>
          <a:ln w="57150">
            <a:solidFill>
              <a:schemeClr val="accent2"/>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047586" name="Rectangle 34">
            <a:extLst>
              <a:ext uri="{FF2B5EF4-FFF2-40B4-BE49-F238E27FC236}">
                <a16:creationId xmlns:a16="http://schemas.microsoft.com/office/drawing/2014/main" id="{A988910E-112B-B1C4-AB83-B1B4B207A46E}"/>
              </a:ext>
            </a:extLst>
          </p:cNvPr>
          <p:cNvSpPr>
            <a:spLocks noChangeArrowheads="1"/>
          </p:cNvSpPr>
          <p:nvPr/>
        </p:nvSpPr>
        <p:spPr bwMode="auto">
          <a:xfrm>
            <a:off x="1454150" y="559435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Evolution, v…</a:t>
            </a:r>
          </a:p>
        </p:txBody>
      </p:sp>
      <p:grpSp>
        <p:nvGrpSpPr>
          <p:cNvPr id="1047587" name="Group 35">
            <a:extLst>
              <a:ext uri="{FF2B5EF4-FFF2-40B4-BE49-F238E27FC236}">
                <a16:creationId xmlns:a16="http://schemas.microsoft.com/office/drawing/2014/main" id="{88345B4C-9E50-17DB-92F3-A684803FFAC0}"/>
              </a:ext>
            </a:extLst>
          </p:cNvPr>
          <p:cNvGrpSpPr>
            <a:grpSpLocks/>
          </p:cNvGrpSpPr>
          <p:nvPr/>
        </p:nvGrpSpPr>
        <p:grpSpPr bwMode="auto">
          <a:xfrm>
            <a:off x="2749550" y="5289550"/>
            <a:ext cx="1295400" cy="533400"/>
            <a:chOff x="2016" y="1296"/>
            <a:chExt cx="816" cy="336"/>
          </a:xfrm>
        </p:grpSpPr>
        <p:cxnSp>
          <p:nvCxnSpPr>
            <p:cNvPr id="22569" name="AutoShape 36">
              <a:extLst>
                <a:ext uri="{FF2B5EF4-FFF2-40B4-BE49-F238E27FC236}">
                  <a16:creationId xmlns:a16="http://schemas.microsoft.com/office/drawing/2014/main" id="{7915C2F4-3E45-9F48-1881-DD871A83D688}"/>
                </a:ext>
              </a:extLst>
            </p:cNvPr>
            <p:cNvCxnSpPr>
              <a:cxnSpLocks noChangeShapeType="1"/>
              <a:endCxn id="1047586" idx="0"/>
            </p:cNvCxnSpPr>
            <p:nvPr/>
          </p:nvCxnSpPr>
          <p:spPr bwMode="auto">
            <a:xfrm flipH="1">
              <a:off x="2016" y="1296"/>
              <a:ext cx="192" cy="192"/>
            </a:xfrm>
            <a:prstGeom prst="straightConnector1">
              <a:avLst/>
            </a:prstGeom>
            <a:noFill/>
            <a:ln w="38100">
              <a:solidFill>
                <a:schemeClr val="hlink"/>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570" name="AutoShape 37">
              <a:extLst>
                <a:ext uri="{FF2B5EF4-FFF2-40B4-BE49-F238E27FC236}">
                  <a16:creationId xmlns:a16="http://schemas.microsoft.com/office/drawing/2014/main" id="{ACC5419C-B2C3-6F2E-CD6C-5644D0DBC30B}"/>
                </a:ext>
              </a:extLst>
            </p:cNvPr>
            <p:cNvCxnSpPr>
              <a:cxnSpLocks noChangeShapeType="1"/>
              <a:stCxn id="1047586" idx="3"/>
            </p:cNvCxnSpPr>
            <p:nvPr/>
          </p:nvCxnSpPr>
          <p:spPr bwMode="auto">
            <a:xfrm flipH="1" flipV="1">
              <a:off x="2208" y="1296"/>
              <a:ext cx="624" cy="336"/>
            </a:xfrm>
            <a:prstGeom prst="bentConnector3">
              <a:avLst>
                <a:gd name="adj1" fmla="val -23079"/>
              </a:avLst>
            </a:prstGeom>
            <a:noFill/>
            <a:ln w="38100">
              <a:solidFill>
                <a:schemeClr val="hlink"/>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047590" name="Text Box 38">
            <a:extLst>
              <a:ext uri="{FF2B5EF4-FFF2-40B4-BE49-F238E27FC236}">
                <a16:creationId xmlns:a16="http://schemas.microsoft.com/office/drawing/2014/main" id="{BBFA33E9-0B72-B8B9-48BF-1B6E23E8BCEC}"/>
              </a:ext>
            </a:extLst>
          </p:cNvPr>
          <p:cNvSpPr txBox="1">
            <a:spLocks noChangeArrowheads="1"/>
          </p:cNvSpPr>
          <p:nvPr/>
        </p:nvSpPr>
        <p:spPr bwMode="auto">
          <a:xfrm>
            <a:off x="2863850" y="3438526"/>
            <a:ext cx="18796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1800" i="1">
                <a:solidFill>
                  <a:schemeClr val="hlink"/>
                </a:solidFill>
                <a:ea typeface="新細明體" panose="02020500000000000000" pitchFamily="18" charset="-120"/>
              </a:rPr>
              <a:t>Evolution changes</a:t>
            </a:r>
          </a:p>
        </p:txBody>
      </p:sp>
      <p:cxnSp>
        <p:nvCxnSpPr>
          <p:cNvPr id="1047591" name="AutoShape 39">
            <a:extLst>
              <a:ext uri="{FF2B5EF4-FFF2-40B4-BE49-F238E27FC236}">
                <a16:creationId xmlns:a16="http://schemas.microsoft.com/office/drawing/2014/main" id="{7A0A037A-9340-A229-AA1B-867178CA2A79}"/>
              </a:ext>
            </a:extLst>
          </p:cNvPr>
          <p:cNvCxnSpPr>
            <a:cxnSpLocks noChangeShapeType="1"/>
            <a:stCxn id="1047579" idx="3"/>
            <a:endCxn id="1047592" idx="0"/>
          </p:cNvCxnSpPr>
          <p:nvPr/>
        </p:nvCxnSpPr>
        <p:spPr bwMode="auto">
          <a:xfrm>
            <a:off x="4044950" y="4352926"/>
            <a:ext cx="1960562" cy="1273175"/>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047592" name="Rectangle 40">
            <a:extLst>
              <a:ext uri="{FF2B5EF4-FFF2-40B4-BE49-F238E27FC236}">
                <a16:creationId xmlns:a16="http://schemas.microsoft.com/office/drawing/2014/main" id="{AEBCB481-A6A6-CA14-856F-0BBD7CB38DC2}"/>
              </a:ext>
            </a:extLst>
          </p:cNvPr>
          <p:cNvSpPr>
            <a:spLocks noChangeArrowheads="1"/>
          </p:cNvSpPr>
          <p:nvPr/>
        </p:nvSpPr>
        <p:spPr bwMode="auto">
          <a:xfrm>
            <a:off x="4710112" y="5626100"/>
            <a:ext cx="2590800" cy="457200"/>
          </a:xfrm>
          <a:prstGeom prst="rect">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zh-TW" sz="2000" b="1">
                <a:latin typeface="Arial" panose="020B0604020202020204" pitchFamily="34" charset="0"/>
                <a:ea typeface="新細明體" panose="02020500000000000000" pitchFamily="18" charset="-120"/>
              </a:rPr>
              <a:t>Servicing, v.2</a:t>
            </a:r>
          </a:p>
        </p:txBody>
      </p:sp>
      <p:grpSp>
        <p:nvGrpSpPr>
          <p:cNvPr id="1047593" name="Group 41">
            <a:extLst>
              <a:ext uri="{FF2B5EF4-FFF2-40B4-BE49-F238E27FC236}">
                <a16:creationId xmlns:a16="http://schemas.microsoft.com/office/drawing/2014/main" id="{B5323588-6C66-DA80-9EC9-CFB78B89A639}"/>
              </a:ext>
            </a:extLst>
          </p:cNvPr>
          <p:cNvGrpSpPr>
            <a:grpSpLocks/>
          </p:cNvGrpSpPr>
          <p:nvPr/>
        </p:nvGrpSpPr>
        <p:grpSpPr bwMode="auto">
          <a:xfrm>
            <a:off x="6005512" y="5343525"/>
            <a:ext cx="1295400" cy="533400"/>
            <a:chOff x="2016" y="1296"/>
            <a:chExt cx="816" cy="336"/>
          </a:xfrm>
        </p:grpSpPr>
        <p:cxnSp>
          <p:nvCxnSpPr>
            <p:cNvPr id="22567" name="AutoShape 42">
              <a:extLst>
                <a:ext uri="{FF2B5EF4-FFF2-40B4-BE49-F238E27FC236}">
                  <a16:creationId xmlns:a16="http://schemas.microsoft.com/office/drawing/2014/main" id="{A5B691E9-5A16-D0A9-18B4-0D9EB41C1585}"/>
                </a:ext>
              </a:extLst>
            </p:cNvPr>
            <p:cNvCxnSpPr>
              <a:cxnSpLocks noChangeShapeType="1"/>
            </p:cNvCxnSpPr>
            <p:nvPr/>
          </p:nvCxnSpPr>
          <p:spPr bwMode="auto">
            <a:xfrm flipH="1">
              <a:off x="2016" y="1296"/>
              <a:ext cx="192" cy="192"/>
            </a:xfrm>
            <a:prstGeom prst="straightConnector1">
              <a:avLst/>
            </a:prstGeom>
            <a:noFill/>
            <a:ln w="38100">
              <a:solidFill>
                <a:schemeClr val="hlink"/>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568" name="AutoShape 43">
              <a:extLst>
                <a:ext uri="{FF2B5EF4-FFF2-40B4-BE49-F238E27FC236}">
                  <a16:creationId xmlns:a16="http://schemas.microsoft.com/office/drawing/2014/main" id="{3697B6C7-EE7A-3ADB-AEB4-958709C2AB78}"/>
                </a:ext>
              </a:extLst>
            </p:cNvPr>
            <p:cNvCxnSpPr>
              <a:cxnSpLocks noChangeShapeType="1"/>
            </p:cNvCxnSpPr>
            <p:nvPr/>
          </p:nvCxnSpPr>
          <p:spPr bwMode="auto">
            <a:xfrm flipH="1" flipV="1">
              <a:off x="2208" y="1296"/>
              <a:ext cx="624" cy="336"/>
            </a:xfrm>
            <a:prstGeom prst="bentConnector3">
              <a:avLst>
                <a:gd name="adj1" fmla="val -23079"/>
              </a:avLst>
            </a:prstGeom>
            <a:noFill/>
            <a:ln w="38100">
              <a:solidFill>
                <a:schemeClr val="hlink"/>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047596" name="Text Box 44">
            <a:extLst>
              <a:ext uri="{FF2B5EF4-FFF2-40B4-BE49-F238E27FC236}">
                <a16:creationId xmlns:a16="http://schemas.microsoft.com/office/drawing/2014/main" id="{F1D72097-F557-EE37-B18B-36436BC19A75}"/>
              </a:ext>
            </a:extLst>
          </p:cNvPr>
          <p:cNvSpPr txBox="1">
            <a:spLocks noChangeArrowheads="1"/>
          </p:cNvSpPr>
          <p:nvPr/>
        </p:nvSpPr>
        <p:spPr bwMode="auto">
          <a:xfrm>
            <a:off x="7540625" y="5457826"/>
            <a:ext cx="18034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1800" i="1">
                <a:solidFill>
                  <a:schemeClr val="hlink"/>
                </a:solidFill>
                <a:ea typeface="新細明體" panose="02020500000000000000" pitchFamily="18" charset="-120"/>
              </a:rPr>
              <a:t>Servicing patches</a:t>
            </a:r>
          </a:p>
        </p:txBody>
      </p:sp>
      <p:cxnSp>
        <p:nvCxnSpPr>
          <p:cNvPr id="1047597" name="AutoShape 45">
            <a:extLst>
              <a:ext uri="{FF2B5EF4-FFF2-40B4-BE49-F238E27FC236}">
                <a16:creationId xmlns:a16="http://schemas.microsoft.com/office/drawing/2014/main" id="{8989C89C-58C2-9266-B192-08A392A5C12E}"/>
              </a:ext>
            </a:extLst>
          </p:cNvPr>
          <p:cNvCxnSpPr>
            <a:cxnSpLocks noChangeShapeType="1"/>
            <a:stCxn id="1047592" idx="2"/>
          </p:cNvCxnSpPr>
          <p:nvPr/>
        </p:nvCxnSpPr>
        <p:spPr bwMode="auto">
          <a:xfrm>
            <a:off x="6005512" y="6083301"/>
            <a:ext cx="990600" cy="212725"/>
          </a:xfrm>
          <a:prstGeom prst="straightConnector1">
            <a:avLst/>
          </a:prstGeom>
          <a:noFill/>
          <a:ln w="571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47598" name="AutoShape 46">
            <a:extLst>
              <a:ext uri="{FF2B5EF4-FFF2-40B4-BE49-F238E27FC236}">
                <a16:creationId xmlns:a16="http://schemas.microsoft.com/office/drawing/2014/main" id="{A38572E5-6D3C-541C-665F-4AB281F0FA7A}"/>
              </a:ext>
            </a:extLst>
          </p:cNvPr>
          <p:cNvCxnSpPr>
            <a:cxnSpLocks noChangeShapeType="1"/>
          </p:cNvCxnSpPr>
          <p:nvPr/>
        </p:nvCxnSpPr>
        <p:spPr bwMode="auto">
          <a:xfrm>
            <a:off x="7072312" y="6311901"/>
            <a:ext cx="990600" cy="212725"/>
          </a:xfrm>
          <a:prstGeom prst="straightConnector1">
            <a:avLst/>
          </a:prstGeom>
          <a:noFill/>
          <a:ln w="57150" cap="rnd">
            <a:solidFill>
              <a:schemeClr val="tx1"/>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47599" name="AutoShape 47">
            <a:extLst>
              <a:ext uri="{FF2B5EF4-FFF2-40B4-BE49-F238E27FC236}">
                <a16:creationId xmlns:a16="http://schemas.microsoft.com/office/drawing/2014/main" id="{8C5A4F83-98EB-5C4C-666A-38865EF0B5C7}"/>
              </a:ext>
            </a:extLst>
          </p:cNvPr>
          <p:cNvCxnSpPr>
            <a:cxnSpLocks noChangeShapeType="1"/>
            <a:stCxn id="1047586" idx="2"/>
          </p:cNvCxnSpPr>
          <p:nvPr/>
        </p:nvCxnSpPr>
        <p:spPr bwMode="auto">
          <a:xfrm flipH="1">
            <a:off x="2740026" y="6051551"/>
            <a:ext cx="9525" cy="690563"/>
          </a:xfrm>
          <a:prstGeom prst="straightConnector1">
            <a:avLst/>
          </a:prstGeom>
          <a:noFill/>
          <a:ln w="57150">
            <a:solidFill>
              <a:schemeClr val="accent2"/>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2564" name="Text Box 48">
            <a:extLst>
              <a:ext uri="{FF2B5EF4-FFF2-40B4-BE49-F238E27FC236}">
                <a16:creationId xmlns:a16="http://schemas.microsoft.com/office/drawing/2014/main" id="{5F26A04D-0747-6D5F-DA22-02D239A70358}"/>
              </a:ext>
            </a:extLst>
          </p:cNvPr>
          <p:cNvSpPr txBox="1">
            <a:spLocks noChangeArrowheads="1"/>
          </p:cNvSpPr>
          <p:nvPr/>
        </p:nvSpPr>
        <p:spPr bwMode="auto">
          <a:xfrm>
            <a:off x="4519613" y="2178051"/>
            <a:ext cx="1152525" cy="53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lnSpc>
                <a:spcPct val="80000"/>
              </a:lnSpc>
            </a:pPr>
            <a:r>
              <a:rPr lang="en-US" altLang="zh-TW" sz="1800">
                <a:latin typeface="Arial Narrow" panose="020B0606020202030204" pitchFamily="34" charset="0"/>
                <a:ea typeface="新細明體" panose="02020500000000000000" pitchFamily="18" charset="-120"/>
              </a:rPr>
              <a:t>Loss of evolvability</a:t>
            </a:r>
          </a:p>
        </p:txBody>
      </p:sp>
      <p:sp>
        <p:nvSpPr>
          <p:cNvPr id="1047601" name="Text Box 49">
            <a:extLst>
              <a:ext uri="{FF2B5EF4-FFF2-40B4-BE49-F238E27FC236}">
                <a16:creationId xmlns:a16="http://schemas.microsoft.com/office/drawing/2014/main" id="{F14E5054-A310-0740-833A-7DD9151DD6B4}"/>
              </a:ext>
            </a:extLst>
          </p:cNvPr>
          <p:cNvSpPr txBox="1">
            <a:spLocks noChangeArrowheads="1"/>
          </p:cNvSpPr>
          <p:nvPr/>
        </p:nvSpPr>
        <p:spPr bwMode="auto">
          <a:xfrm>
            <a:off x="2855912" y="4933951"/>
            <a:ext cx="18796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algn="r"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algn="r"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algn="r"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algn="r" eaLnBrk="0" fontAlgn="base" hangingPunct="0">
              <a:spcBef>
                <a:spcPct val="0"/>
              </a:spcBef>
              <a:spcAft>
                <a:spcPct val="0"/>
              </a:spcAft>
              <a:defRPr sz="2400">
                <a:solidFill>
                  <a:schemeClr val="tx1"/>
                </a:solidFill>
                <a:latin typeface="Times New Roman" panose="02020603050405020304" pitchFamily="18" charset="0"/>
              </a:defRPr>
            </a:lvl9pPr>
          </a:lstStyle>
          <a:p>
            <a:pPr algn="l"/>
            <a:r>
              <a:rPr lang="en-US" altLang="zh-TW" sz="1800" i="1">
                <a:solidFill>
                  <a:schemeClr val="hlink"/>
                </a:solidFill>
                <a:ea typeface="新細明體" panose="02020500000000000000" pitchFamily="18" charset="-120"/>
              </a:rPr>
              <a:t>Evolution changes</a:t>
            </a:r>
          </a:p>
        </p:txBody>
      </p:sp>
      <p:cxnSp>
        <p:nvCxnSpPr>
          <p:cNvPr id="1047602" name="AutoShape 50">
            <a:extLst>
              <a:ext uri="{FF2B5EF4-FFF2-40B4-BE49-F238E27FC236}">
                <a16:creationId xmlns:a16="http://schemas.microsoft.com/office/drawing/2014/main" id="{EFA10008-927D-B845-0EAA-3DD2A26685C8}"/>
              </a:ext>
            </a:extLst>
          </p:cNvPr>
          <p:cNvCxnSpPr>
            <a:cxnSpLocks noChangeShapeType="1"/>
            <a:stCxn id="1047586" idx="3"/>
          </p:cNvCxnSpPr>
          <p:nvPr/>
        </p:nvCxnSpPr>
        <p:spPr bwMode="auto">
          <a:xfrm>
            <a:off x="4044950" y="5822951"/>
            <a:ext cx="906462" cy="701675"/>
          </a:xfrm>
          <a:prstGeom prst="straightConnector1">
            <a:avLst/>
          </a:prstGeom>
          <a:noFill/>
          <a:ln w="57150" cap="rnd">
            <a:solidFill>
              <a:schemeClr val="tx1"/>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5602" name="Rectangle 2">
            <a:extLst>
              <a:ext uri="{FF2B5EF4-FFF2-40B4-BE49-F238E27FC236}">
                <a16:creationId xmlns:a16="http://schemas.microsoft.com/office/drawing/2014/main" id="{D61C7D37-3037-08FE-722E-9523A3EF94F5}"/>
              </a:ext>
            </a:extLst>
          </p:cNvPr>
          <p:cNvSpPr>
            <a:spLocks noGrp="1" noChangeArrowheads="1"/>
          </p:cNvSpPr>
          <p:nvPr>
            <p:ph type="title"/>
          </p:nvPr>
        </p:nvSpPr>
        <p:spPr/>
        <p:txBody>
          <a:bodyPr/>
          <a:lstStyle/>
          <a:p>
            <a:r>
              <a:rPr lang="en-US" altLang="zh-TW" dirty="0">
                <a:ea typeface="新細明體" panose="02020500000000000000" pitchFamily="18" charset="-120"/>
              </a:rPr>
              <a:t>References</a:t>
            </a:r>
          </a:p>
        </p:txBody>
      </p:sp>
      <p:sp>
        <p:nvSpPr>
          <p:cNvPr id="1065987" name="Rectangle 3">
            <a:extLst>
              <a:ext uri="{FF2B5EF4-FFF2-40B4-BE49-F238E27FC236}">
                <a16:creationId xmlns:a16="http://schemas.microsoft.com/office/drawing/2014/main" id="{E998F8BE-3C23-45D5-D3EE-F6ECE29275BE}"/>
              </a:ext>
            </a:extLst>
          </p:cNvPr>
          <p:cNvSpPr>
            <a:spLocks noGrp="1" noChangeArrowheads="1"/>
          </p:cNvSpPr>
          <p:nvPr>
            <p:ph type="body" idx="1"/>
          </p:nvPr>
        </p:nvSpPr>
        <p:spPr>
          <a:xfrm>
            <a:off x="401223" y="1524000"/>
            <a:ext cx="9036050" cy="4953000"/>
          </a:xfrm>
        </p:spPr>
        <p:txBody>
          <a:bodyPr/>
          <a:lstStyle/>
          <a:p>
            <a:pPr marL="392113" indent="-342900">
              <a:lnSpc>
                <a:spcPct val="90000"/>
              </a:lnSpc>
              <a:spcBef>
                <a:spcPct val="5000"/>
              </a:spcBef>
              <a:buClr>
                <a:schemeClr val="accent2"/>
              </a:buClr>
              <a:buFont typeface="+mj-lt"/>
              <a:buAutoNum type="arabicPeriod"/>
              <a:defRPr/>
            </a:pPr>
            <a:r>
              <a:rPr lang="en-US" altLang="zh-TW" sz="1800" dirty="0">
                <a:ea typeface="新細明體" pitchFamily="18" charset="-120"/>
              </a:rPr>
              <a:t>V.T. </a:t>
            </a:r>
            <a:r>
              <a:rPr lang="en-US" altLang="zh-TW" sz="1800" dirty="0" err="1">
                <a:ea typeface="新細明體" pitchFamily="18" charset="-120"/>
              </a:rPr>
              <a:t>Rajlich</a:t>
            </a:r>
            <a:r>
              <a:rPr lang="en-US" altLang="zh-TW" sz="1800" dirty="0">
                <a:ea typeface="新細明體" pitchFamily="18" charset="-120"/>
              </a:rPr>
              <a:t> &amp; K.H. Bennett (2000).  “A Staged Model for the Software Life Cycle”.  </a:t>
            </a:r>
            <a:r>
              <a:rPr lang="en-US" altLang="zh-TW" sz="1800" i="1" dirty="0">
                <a:ea typeface="新細明體" pitchFamily="18" charset="-120"/>
              </a:rPr>
              <a:t>IEEE Computer</a:t>
            </a:r>
            <a:r>
              <a:rPr lang="en-US" altLang="zh-TW" sz="1800" dirty="0">
                <a:ea typeface="新細明體" pitchFamily="18" charset="-120"/>
              </a:rPr>
              <a:t>, vol.33, no.7, pp.66-71.</a:t>
            </a:r>
          </a:p>
          <a:p>
            <a:pPr marL="392113" indent="-342900">
              <a:lnSpc>
                <a:spcPct val="90000"/>
              </a:lnSpc>
              <a:spcBef>
                <a:spcPct val="5000"/>
              </a:spcBef>
              <a:buClr>
                <a:schemeClr val="accent2"/>
              </a:buClr>
              <a:buFont typeface="+mj-lt"/>
              <a:buAutoNum type="arabicPeriod"/>
              <a:defRPr/>
            </a:pPr>
            <a:r>
              <a:rPr lang="en-US" altLang="zh-TW" sz="1800" dirty="0">
                <a:ea typeface="新細明體" pitchFamily="18" charset="-120"/>
              </a:rPr>
              <a:t>ISO/IEEE Std 14764-2006: </a:t>
            </a:r>
            <a:r>
              <a:rPr lang="en-US" altLang="zh-TW" sz="1800" i="1" dirty="0">
                <a:ea typeface="新細明體" pitchFamily="18" charset="-120"/>
              </a:rPr>
              <a:t>Software Engineering – Software Life Cycle Processes – Maintenance</a:t>
            </a:r>
            <a:r>
              <a:rPr lang="en-US" altLang="zh-TW" sz="1800" dirty="0">
                <a:ea typeface="新細明體" pitchFamily="18" charset="-120"/>
              </a:rPr>
              <a:t>.  Sections 3-5.</a:t>
            </a:r>
          </a:p>
          <a:p>
            <a:pPr marL="392113" indent="-342900">
              <a:lnSpc>
                <a:spcPct val="90000"/>
              </a:lnSpc>
              <a:spcBef>
                <a:spcPct val="5000"/>
              </a:spcBef>
              <a:buFont typeface="+mj-lt"/>
              <a:buAutoNum type="arabicPeriod"/>
              <a:defRPr/>
            </a:pPr>
            <a:r>
              <a:rPr lang="en-US" altLang="zh-TW" sz="1800" dirty="0">
                <a:ea typeface="新細明體" pitchFamily="18" charset="-120"/>
              </a:rPr>
              <a:t>P. Grubb &amp; A.A. </a:t>
            </a:r>
            <a:r>
              <a:rPr lang="en-US" altLang="zh-TW" sz="1800" dirty="0" err="1">
                <a:ea typeface="新細明體" pitchFamily="18" charset="-120"/>
              </a:rPr>
              <a:t>Takang</a:t>
            </a:r>
            <a:r>
              <a:rPr lang="en-US" altLang="zh-TW" sz="1800" dirty="0">
                <a:ea typeface="新細明體" pitchFamily="18" charset="-120"/>
              </a:rPr>
              <a:t> (2003).  Software Maintenance: Concepts and Practice. 2nd ed., World Scientific.  Chapter 1 and Section 3.3.1.</a:t>
            </a:r>
          </a:p>
          <a:p>
            <a:pPr marL="392113" indent="-342900">
              <a:lnSpc>
                <a:spcPct val="90000"/>
              </a:lnSpc>
              <a:spcBef>
                <a:spcPct val="5000"/>
              </a:spcBef>
              <a:buFont typeface="+mj-lt"/>
              <a:buAutoNum type="arabicPeriod"/>
              <a:defRPr/>
            </a:pPr>
            <a:r>
              <a:rPr lang="en-US" altLang="zh-TW" sz="1800" dirty="0">
                <a:ea typeface="新細明體" pitchFamily="18" charset="-120"/>
              </a:rPr>
              <a:t>ISO/IEC 9126-1:2001(E): </a:t>
            </a:r>
            <a:r>
              <a:rPr lang="en-US" altLang="zh-TW" sz="1800" i="1" dirty="0">
                <a:ea typeface="新細明體" pitchFamily="18" charset="-120"/>
              </a:rPr>
              <a:t>Software engineering – Product quality – Part 1: Quality model</a:t>
            </a:r>
            <a:r>
              <a:rPr lang="en-US" altLang="zh-TW" sz="1800" dirty="0">
                <a:ea typeface="新細明體" pitchFamily="18" charset="-120"/>
              </a:rPr>
              <a:t>.  Section 6.5.</a:t>
            </a:r>
          </a:p>
          <a:p>
            <a:pPr marL="392113" indent="-342900">
              <a:lnSpc>
                <a:spcPct val="90000"/>
              </a:lnSpc>
              <a:spcBef>
                <a:spcPct val="5000"/>
              </a:spcBef>
              <a:buFont typeface="+mj-lt"/>
              <a:buAutoNum type="arabicPeriod"/>
              <a:defRPr/>
            </a:pPr>
            <a:r>
              <a:rPr lang="en-US" altLang="zh-TW" sz="1800" dirty="0">
                <a:ea typeface="新細明體" pitchFamily="18" charset="-120"/>
              </a:rPr>
              <a:t>I. </a:t>
            </a:r>
            <a:r>
              <a:rPr lang="en-US" altLang="zh-TW" sz="1800" dirty="0" err="1">
                <a:ea typeface="新細明體" pitchFamily="18" charset="-120"/>
              </a:rPr>
              <a:t>Sommerville</a:t>
            </a:r>
            <a:r>
              <a:rPr lang="en-US" altLang="zh-TW" sz="1800" dirty="0">
                <a:ea typeface="新細明體" pitchFamily="18" charset="-120"/>
              </a:rPr>
              <a:t> (2007).  </a:t>
            </a:r>
            <a:r>
              <a:rPr lang="en-US" altLang="zh-TW" sz="1800" i="1" dirty="0">
                <a:ea typeface="新細明體" pitchFamily="18" charset="-120"/>
              </a:rPr>
              <a:t>Software Engineering</a:t>
            </a:r>
            <a:r>
              <a:rPr lang="en-US" altLang="zh-TW" sz="1800" dirty="0">
                <a:ea typeface="新細明體" pitchFamily="18" charset="-120"/>
              </a:rPr>
              <a:t>.  8th ed., Addison-Wesley.  Section 21.2.</a:t>
            </a:r>
          </a:p>
          <a:p>
            <a:pPr marL="392113" indent="-342900">
              <a:lnSpc>
                <a:spcPct val="90000"/>
              </a:lnSpc>
              <a:spcBef>
                <a:spcPct val="5000"/>
              </a:spcBef>
              <a:buFont typeface="+mj-lt"/>
              <a:buAutoNum type="arabicPeriod"/>
              <a:defRPr/>
            </a:pPr>
            <a:r>
              <a:rPr lang="en-US" altLang="zh-TW" sz="1800" dirty="0">
                <a:ea typeface="新細明體" pitchFamily="18" charset="-120"/>
              </a:rPr>
              <a:t>S. </a:t>
            </a:r>
            <a:r>
              <a:rPr lang="en-US" altLang="zh-TW" sz="1800" dirty="0" err="1">
                <a:ea typeface="新細明體" pitchFamily="18" charset="-120"/>
              </a:rPr>
              <a:t>Schach</a:t>
            </a:r>
            <a:r>
              <a:rPr lang="en-US" altLang="zh-TW" sz="1800" dirty="0">
                <a:ea typeface="新細明體" pitchFamily="18" charset="-120"/>
              </a:rPr>
              <a:t> et al. (2003). </a:t>
            </a:r>
            <a:r>
              <a:rPr lang="en-US" sz="1800" dirty="0"/>
              <a:t>Determining the Distribution of Maintenance Categories: Survey versus Measurement. </a:t>
            </a:r>
            <a:r>
              <a:rPr lang="en-US" altLang="zh-TW" sz="1800" dirty="0">
                <a:ea typeface="新細明體" pitchFamily="18" charset="-120"/>
              </a:rPr>
              <a:t> </a:t>
            </a:r>
            <a:r>
              <a:rPr lang="en-US" altLang="zh-TW" sz="1800" i="1" dirty="0">
                <a:ea typeface="新細明體" pitchFamily="18" charset="-120"/>
              </a:rPr>
              <a:t>Empirical Software Engineering </a:t>
            </a:r>
            <a:r>
              <a:rPr lang="en-US" altLang="zh-TW" sz="1800" dirty="0">
                <a:ea typeface="新細明體" pitchFamily="18" charset="-120"/>
              </a:rPr>
              <a:t>8(1):351-365.</a:t>
            </a:r>
          </a:p>
          <a:p>
            <a:pPr marL="392113" indent="-342900">
              <a:lnSpc>
                <a:spcPct val="90000"/>
              </a:lnSpc>
              <a:spcBef>
                <a:spcPct val="5000"/>
              </a:spcBef>
              <a:buFont typeface="+mj-lt"/>
              <a:buAutoNum type="arabicPeriod"/>
              <a:defRPr/>
            </a:pPr>
            <a:r>
              <a:rPr lang="en-US" altLang="zh-TW" sz="1800" dirty="0">
                <a:ea typeface="新細明體" pitchFamily="18" charset="-120"/>
              </a:rPr>
              <a:t>Satish Chandra (2024). AI in software engineering at Google: Progress and the path ahead. Google blog </a:t>
            </a:r>
            <a:r>
              <a:rPr lang="en-US" altLang="zh-TW" sz="1200" dirty="0">
                <a:ea typeface="新細明體" pitchFamily="18" charset="-120"/>
                <a:hlinkClick r:id="rId2"/>
              </a:rPr>
              <a:t>https://research.google/blog/ai-in-software-engineering-at-google-progress-and-the-path-ahead/</a:t>
            </a:r>
            <a:endParaRPr lang="en-US" altLang="zh-TW" sz="1200" dirty="0">
              <a:ea typeface="新細明體" pitchFamily="18" charset="-120"/>
            </a:endParaRPr>
          </a:p>
          <a:p>
            <a:pPr marL="392113" indent="-342900">
              <a:lnSpc>
                <a:spcPct val="90000"/>
              </a:lnSpc>
              <a:spcBef>
                <a:spcPct val="5000"/>
              </a:spcBef>
              <a:buFont typeface="+mj-lt"/>
              <a:buAutoNum type="arabicPeriod"/>
              <a:defRPr/>
            </a:pPr>
            <a:r>
              <a:rPr lang="en-US" altLang="zh-TW" sz="1800" dirty="0">
                <a:ea typeface="新細明體" pitchFamily="18" charset="-120"/>
              </a:rPr>
              <a:t>Bloomberg Law (2023). Copyrights, Professional Perspective - IP Issues With AI Code Generators </a:t>
            </a:r>
            <a:r>
              <a:rPr lang="en-US" altLang="zh-TW" sz="1200" dirty="0">
                <a:ea typeface="新細明體" pitchFamily="18" charset="-120"/>
                <a:hlinkClick r:id="rId3"/>
              </a:rPr>
              <a:t>https://www.bloomberglaw.com/external/document/X4H9CFB4000000/copyrights-professional-perspective-ip-issues-with-ai-code-gener</a:t>
            </a:r>
            <a:r>
              <a:rPr lang="en-US" altLang="zh-TW" sz="1200" dirty="0">
                <a:ea typeface="新細明體" pitchFamily="18" charset="-120"/>
              </a:rPr>
              <a:t> </a:t>
            </a:r>
          </a:p>
          <a:p>
            <a:pPr marL="392113" indent="-342900">
              <a:lnSpc>
                <a:spcPct val="90000"/>
              </a:lnSpc>
              <a:spcBef>
                <a:spcPct val="5000"/>
              </a:spcBef>
              <a:buFont typeface="+mj-lt"/>
              <a:buAutoNum type="arabicPeriod"/>
              <a:defRPr/>
            </a:pPr>
            <a:r>
              <a:rPr lang="en-US" altLang="zh-TW" sz="1800" dirty="0">
                <a:ea typeface="新細明體" pitchFamily="18" charset="-120"/>
              </a:rPr>
              <a:t>Arkadiusz </a:t>
            </a:r>
            <a:r>
              <a:rPr lang="en-US" altLang="zh-TW" sz="1800" dirty="0" err="1">
                <a:ea typeface="新細明體" pitchFamily="18" charset="-120"/>
              </a:rPr>
              <a:t>Krysik</a:t>
            </a:r>
            <a:r>
              <a:rPr lang="en-US" altLang="zh-TW" sz="1800" dirty="0">
                <a:ea typeface="新細明體" pitchFamily="18" charset="-120"/>
              </a:rPr>
              <a:t> (2024) SDLC Guide: A Comprehensive Guide to Effective Software     Maintenance Phase </a:t>
            </a:r>
            <a:r>
              <a:rPr lang="en-US" altLang="zh-TW" sz="1800" dirty="0">
                <a:ea typeface="新細明體" pitchFamily="18" charset="-120"/>
                <a:hlinkClick r:id="rId4"/>
              </a:rPr>
              <a:t>https://stratoflow.com/software-maintenance-process/</a:t>
            </a:r>
            <a:endParaRPr lang="en-US" altLang="zh-TW" sz="1800" dirty="0">
              <a:ea typeface="新細明體" pitchFamily="18" charset="-120"/>
            </a:endParaRPr>
          </a:p>
          <a:p>
            <a:pPr marL="392113" indent="-342900">
              <a:lnSpc>
                <a:spcPct val="90000"/>
              </a:lnSpc>
              <a:spcBef>
                <a:spcPct val="5000"/>
              </a:spcBef>
              <a:buFont typeface="+mj-lt"/>
              <a:buAutoNum type="arabicPeriod"/>
              <a:defRPr/>
            </a:pPr>
            <a:r>
              <a:rPr lang="en-US" altLang="zh-TW" sz="1800" dirty="0">
                <a:ea typeface="新細明體" pitchFamily="18" charset="-120"/>
              </a:rPr>
              <a:t>Weiwei Xu, Kai Gao, Hao He, and </a:t>
            </a:r>
            <a:r>
              <a:rPr lang="en-US" altLang="zh-TW" sz="1800" dirty="0" err="1">
                <a:ea typeface="新細明體" pitchFamily="18" charset="-120"/>
              </a:rPr>
              <a:t>Minghui</a:t>
            </a:r>
            <a:r>
              <a:rPr lang="en-US" altLang="zh-TW" sz="1800" dirty="0">
                <a:ea typeface="新細明體" pitchFamily="18" charset="-120"/>
              </a:rPr>
              <a:t> Zhou. 2025. </a:t>
            </a:r>
            <a:r>
              <a:rPr lang="en-US" altLang="zh-TW" sz="1800" dirty="0" err="1">
                <a:ea typeface="新細明體" pitchFamily="18" charset="-120"/>
              </a:rPr>
              <a:t>LiCoEval</a:t>
            </a:r>
            <a:r>
              <a:rPr lang="en-US" altLang="zh-TW" sz="1800" dirty="0">
                <a:ea typeface="新細明體" pitchFamily="18" charset="-120"/>
              </a:rPr>
              <a:t>: Evaluating LLMs on License Compliance in Code Generation. In Proceedings of ICSE '25. 1665–1677. https://doi.org/10.1109/ICSE55347.2025.00052</a:t>
            </a:r>
          </a:p>
        </p:txBody>
      </p:sp>
    </p:spTree>
  </p:cSld>
  <p:clrMapOvr>
    <a:masterClrMapping/>
  </p:clrMapOvr>
  <p:transition/>
</p:sld>
</file>

<file path=ppt/theme/theme1.xml><?xml version="1.0" encoding="utf-8"?>
<a:theme xmlns:a="http://schemas.openxmlformats.org/drawingml/2006/main" name="Side Bar">
  <a:themeElements>
    <a:clrScheme name="">
      <a:dk1>
        <a:srgbClr val="000000"/>
      </a:dk1>
      <a:lt1>
        <a:srgbClr val="FFFFFF"/>
      </a:lt1>
      <a:dk2>
        <a:srgbClr val="C00000"/>
      </a:dk2>
      <a:lt2>
        <a:srgbClr val="C00000"/>
      </a:lt2>
      <a:accent1>
        <a:srgbClr val="FFEBEB"/>
      </a:accent1>
      <a:accent2>
        <a:srgbClr val="006600"/>
      </a:accent2>
      <a:accent3>
        <a:srgbClr val="FFFFFF"/>
      </a:accent3>
      <a:accent4>
        <a:srgbClr val="000000"/>
      </a:accent4>
      <a:accent5>
        <a:srgbClr val="FFF3F3"/>
      </a:accent5>
      <a:accent6>
        <a:srgbClr val="005C00"/>
      </a:accent6>
      <a:hlink>
        <a:srgbClr val="000066"/>
      </a:hlink>
      <a:folHlink>
        <a:srgbClr val="808080"/>
      </a:folHlink>
    </a:clrScheme>
    <a:fontScheme name="Side Bar">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outerShdw dist="71842" dir="2700000" algn="ctr" rotWithShape="0">
            <a:schemeClr val="bg2"/>
          </a:outerShdw>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800" b="0" i="0" u="none" strike="noStrike" cap="none" normalizeH="0" baseline="0" smtClean="0">
            <a:ln>
              <a:noFill/>
            </a:ln>
            <a:solidFill>
              <a:schemeClr val="tx1"/>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outerShdw dist="71842" dir="2700000" algn="ctr" rotWithShape="0">
            <a:schemeClr val="bg2"/>
          </a:outerShdw>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800" b="0" i="0" u="none" strike="noStrike" cap="none" normalizeH="0" baseline="0" smtClean="0">
            <a:ln>
              <a:noFill/>
            </a:ln>
            <a:solidFill>
              <a:schemeClr val="tx1"/>
            </a:solidFill>
            <a:effectLst/>
            <a:latin typeface="Times New Roman" pitchFamily="18" charset="0"/>
          </a:defRPr>
        </a:defPPr>
      </a:lstStyle>
    </a:lnDef>
  </a:objectDefaults>
  <a:extraClrSchemeLst>
    <a:extraClrScheme>
      <a:clrScheme name="Side Bar 1">
        <a:dk1>
          <a:srgbClr val="FF9933"/>
        </a:dk1>
        <a:lt1>
          <a:srgbClr val="FFFFFF"/>
        </a:lt1>
        <a:dk2>
          <a:srgbClr val="003366"/>
        </a:dk2>
        <a:lt2>
          <a:srgbClr val="FF9933"/>
        </a:lt2>
        <a:accent1>
          <a:srgbClr val="2B557F"/>
        </a:accent1>
        <a:accent2>
          <a:srgbClr val="FF9933"/>
        </a:accent2>
        <a:accent3>
          <a:srgbClr val="AAADB8"/>
        </a:accent3>
        <a:accent4>
          <a:srgbClr val="DADADA"/>
        </a:accent4>
        <a:accent5>
          <a:srgbClr val="ACB4C0"/>
        </a:accent5>
        <a:accent6>
          <a:srgbClr val="E78A2D"/>
        </a:accent6>
        <a:hlink>
          <a:srgbClr val="005032"/>
        </a:hlink>
        <a:folHlink>
          <a:srgbClr val="A0A0A0"/>
        </a:folHlink>
      </a:clrScheme>
      <a:clrMap bg1="dk2" tx1="lt1" bg2="dk1" tx2="lt2" accent1="accent1" accent2="accent2" accent3="accent3" accent4="accent4" accent5="accent5" accent6="accent6" hlink="hlink" folHlink="folHlink"/>
    </a:extraClrScheme>
    <a:extraClrScheme>
      <a:clrScheme name="Side Bar 2">
        <a:dk1>
          <a:srgbClr val="000000"/>
        </a:dk1>
        <a:lt1>
          <a:srgbClr val="FFFFFF"/>
        </a:lt1>
        <a:dk2>
          <a:srgbClr val="E16414"/>
        </a:dk2>
        <a:lt2>
          <a:srgbClr val="E16414"/>
        </a:lt2>
        <a:accent1>
          <a:srgbClr val="FFF0EB"/>
        </a:accent1>
        <a:accent2>
          <a:srgbClr val="E16414"/>
        </a:accent2>
        <a:accent3>
          <a:srgbClr val="FFFFFF"/>
        </a:accent3>
        <a:accent4>
          <a:srgbClr val="000000"/>
        </a:accent4>
        <a:accent5>
          <a:srgbClr val="FFF6F3"/>
        </a:accent5>
        <a:accent6>
          <a:srgbClr val="CC5A11"/>
        </a:accent6>
        <a:hlink>
          <a:srgbClr val="C00000"/>
        </a:hlink>
        <a:folHlink>
          <a:srgbClr val="808080"/>
        </a:folHlink>
      </a:clrScheme>
      <a:clrMap bg1="lt1" tx1="dk1" bg2="lt2" tx2="dk2" accent1="accent1" accent2="accent2" accent3="accent3" accent4="accent4" accent5="accent5" accent6="accent6" hlink="hlink" folHlink="folHlink"/>
    </a:extraClrScheme>
    <a:extraClrScheme>
      <a:clrScheme name="Side Bar 3">
        <a:dk1>
          <a:srgbClr val="000000"/>
        </a:dk1>
        <a:lt1>
          <a:srgbClr val="FFFFFF"/>
        </a:lt1>
        <a:dk2>
          <a:srgbClr val="0066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clrMap bg1="lt1" tx1="dk1" bg2="lt2" tx2="dk2" accent1="accent1" accent2="accent2" accent3="accent3" accent4="accent4" accent5="accent5" accent6="accent6" hlink="hlink" folHlink="folHlink"/>
    </a:extraClrScheme>
    <a:extraClrScheme>
      <a:clrScheme name="Side Bar 4">
        <a:dk1>
          <a:srgbClr val="000000"/>
        </a:dk1>
        <a:lt1>
          <a:srgbClr val="FFFFFF"/>
        </a:lt1>
        <a:dk2>
          <a:srgbClr val="CC00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clrMap bg1="lt1" tx1="dk1" bg2="lt2" tx2="dk2" accent1="accent1" accent2="accent2" accent3="accent3" accent4="accent4" accent5="accent5" accent6="accent6" hlink="hlink" folHlink="folHlink"/>
    </a:extraClrScheme>
    <a:extraClrScheme>
      <a:clrScheme name="Side Bar 5">
        <a:dk1>
          <a:srgbClr val="000000"/>
        </a:dk1>
        <a:lt1>
          <a:srgbClr val="FFFFFF"/>
        </a:lt1>
        <a:dk2>
          <a:srgbClr val="80808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ide Bar 4">
    <a:dk1>
      <a:srgbClr val="000000"/>
    </a:dk1>
    <a:lt1>
      <a:srgbClr val="FFFFFF"/>
    </a:lt1>
    <a:dk2>
      <a:srgbClr val="CC00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themeOverride>
</file>

<file path=docProps/app.xml><?xml version="1.0" encoding="utf-8"?>
<Properties xmlns="http://schemas.openxmlformats.org/officeDocument/2006/extended-properties" xmlns:vt="http://schemas.openxmlformats.org/officeDocument/2006/docPropsVTypes">
  <Template/>
  <TotalTime>12283</TotalTime>
  <Words>2028</Words>
  <Application>Microsoft Office PowerPoint</Application>
  <PresentationFormat>Custom</PresentationFormat>
  <Paragraphs>251</Paragraphs>
  <Slides>25</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新細明體</vt:lpstr>
      <vt:lpstr>Arial</vt:lpstr>
      <vt:lpstr>Arial Narrow</vt:lpstr>
      <vt:lpstr>Courier New</vt:lpstr>
      <vt:lpstr>Times New Roman</vt:lpstr>
      <vt:lpstr>Wingdings</vt:lpstr>
      <vt:lpstr>Side Bar</vt:lpstr>
      <vt:lpstr> CS5351 Software Engineering 2025/26 Semester A Software Maintenance</vt:lpstr>
      <vt:lpstr>Purposes of S/W Maintenance</vt:lpstr>
      <vt:lpstr>Characteristics of the Maintenance Phase</vt:lpstr>
      <vt:lpstr>Classification of Modification Requests</vt:lpstr>
      <vt:lpstr>Data in Canada</vt:lpstr>
      <vt:lpstr> 4 Type of Software Maintenance</vt:lpstr>
      <vt:lpstr> 4 Type of Software Maintenance</vt:lpstr>
      <vt:lpstr> Their Processes are Different Too</vt:lpstr>
      <vt:lpstr>Where to Release Changes</vt:lpstr>
      <vt:lpstr>How about maintenance in general (not restricted to S/W Maintenance)?</vt:lpstr>
      <vt:lpstr>Lower the S/W Maintenance Cost. How?</vt:lpstr>
      <vt:lpstr>What Else is Big Tech doing?</vt:lpstr>
      <vt:lpstr>Copyrights issue if using GenAI Code</vt:lpstr>
      <vt:lpstr>Court Cases</vt:lpstr>
      <vt:lpstr>Popular GenAI Tool</vt:lpstr>
      <vt:lpstr>Best Practices</vt:lpstr>
      <vt:lpstr>The ISO/IEEE Maintenance Process</vt:lpstr>
      <vt:lpstr>The ISO/IEEE  Maintenance Activities</vt:lpstr>
      <vt:lpstr>The ISO/IEEE  Maintenance Activities</vt:lpstr>
      <vt:lpstr>Stages of Maintenance</vt:lpstr>
      <vt:lpstr>A Simple Staged Model</vt:lpstr>
      <vt:lpstr>A Simple Staged Model</vt:lpstr>
      <vt:lpstr>A Versioned Staged Model</vt:lpstr>
      <vt:lpstr>A Versioned Staged Model</vt:lpstr>
      <vt:lpstr>References</vt:lpstr>
    </vt:vector>
  </TitlesOfParts>
  <Company>City University of Hong Kong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CS3343 Software Engineering Practice</dc:title>
  <dc:creator>Dr. W.K. Chan</dc:creator>
  <cp:keywords>Software Engineering</cp:keywords>
  <cp:lastModifiedBy>Prof. Chan Wing Kwong</cp:lastModifiedBy>
  <cp:revision>382</cp:revision>
  <cp:lastPrinted>2014-08-25T03:37:42Z</cp:lastPrinted>
  <dcterms:created xsi:type="dcterms:W3CDTF">1999-09-08T02:17:18Z</dcterms:created>
  <dcterms:modified xsi:type="dcterms:W3CDTF">2025-11-06T05:42:57Z</dcterms:modified>
</cp:coreProperties>
</file>